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slideLayouts/slideLayout96.xml" ContentType="application/vnd.openxmlformats-officedocument.presentationml.slideLayout+xml"/>
  <Override PartName="/ppt/slideLayouts/slideLayout97.xml" ContentType="application/vnd.openxmlformats-officedocument.presentationml.slideLayout+xml"/>
  <Override PartName="/ppt/slideLayouts/slideLayout98.xml" ContentType="application/vnd.openxmlformats-officedocument.presentationml.slideLayout+xml"/>
  <Override PartName="/ppt/slideLayouts/slideLayout99.xml" ContentType="application/vnd.openxmlformats-officedocument.presentationml.slideLayout+xml"/>
  <Override PartName="/ppt/slideLayouts/slideLayout100.xml" ContentType="application/vnd.openxmlformats-officedocument.presentationml.slideLayout+xml"/>
  <Override PartName="/ppt/slideLayouts/slideLayout101.xml" ContentType="application/vnd.openxmlformats-officedocument.presentationml.slideLayout+xml"/>
  <Override PartName="/ppt/slideLayouts/slideLayout102.xml" ContentType="application/vnd.openxmlformats-officedocument.presentationml.slideLayout+xml"/>
  <Override PartName="/ppt/slideLayouts/slideLayout103.xml" ContentType="application/vnd.openxmlformats-officedocument.presentationml.slideLayout+xml"/>
  <Override PartName="/ppt/slideLayouts/slideLayout104.xml" ContentType="application/vnd.openxmlformats-officedocument.presentationml.slideLayout+xml"/>
  <Override PartName="/ppt/slideLayouts/slideLayout105.xml" ContentType="application/vnd.openxmlformats-officedocument.presentationml.slideLayout+xml"/>
  <Override PartName="/ppt/slideLayouts/slideLayout106.xml" ContentType="application/vnd.openxmlformats-officedocument.presentationml.slideLayout+xml"/>
  <Override PartName="/ppt/slideLayouts/slideLayout107.xml" ContentType="application/vnd.openxmlformats-officedocument.presentationml.slideLayout+xml"/>
  <Override PartName="/ppt/slideLayouts/slideLayout108.xml" ContentType="application/vnd.openxmlformats-officedocument.presentationml.slideLayout+xml"/>
  <Override PartName="/ppt/slideLayouts/slideLayout109.xml" ContentType="application/vnd.openxmlformats-officedocument.presentationml.slideLayout+xml"/>
  <Override PartName="/ppt/slideLayouts/slideLayout110.xml" ContentType="application/vnd.openxmlformats-officedocument.presentationml.slideLayout+xml"/>
  <Override PartName="/ppt/slideLayouts/slideLayout111.xml" ContentType="application/vnd.openxmlformats-officedocument.presentationml.slideLayout+xml"/>
  <Override PartName="/ppt/slideLayouts/slideLayout112.xml" ContentType="application/vnd.openxmlformats-officedocument.presentationml.slideLayout+xml"/>
  <Override PartName="/ppt/slideLayouts/slideLayout113.xml" ContentType="application/vnd.openxmlformats-officedocument.presentationml.slideLayout+xml"/>
  <Override PartName="/ppt/slideLayouts/slideLayout114.xml" ContentType="application/vnd.openxmlformats-officedocument.presentationml.slideLayout+xml"/>
  <Override PartName="/ppt/slideLayouts/slideLayout115.xml" ContentType="application/vnd.openxmlformats-officedocument.presentationml.slideLayout+xml"/>
  <Override PartName="/ppt/slideLayouts/slideLayout116.xml" ContentType="application/vnd.openxmlformats-officedocument.presentationml.slideLayout+xml"/>
  <Override PartName="/ppt/slideLayouts/slideLayout117.xml" ContentType="application/vnd.openxmlformats-officedocument.presentationml.slideLayout+xml"/>
  <Override PartName="/ppt/slideLayouts/slideLayout118.xml" ContentType="application/vnd.openxmlformats-officedocument.presentationml.slideLayout+xml"/>
  <Override PartName="/ppt/slideLayouts/slideLayout119.xml" ContentType="application/vnd.openxmlformats-officedocument.presentationml.slideLayout+xml"/>
  <Override PartName="/ppt/slideLayouts/slideLayout120.xml" ContentType="application/vnd.openxmlformats-officedocument.presentationml.slideLayout+xml"/>
  <Override PartName="/ppt/slideLayouts/slideLayout121.xml" ContentType="application/vnd.openxmlformats-officedocument.presentationml.slideLayout+xml"/>
  <Override PartName="/ppt/slideLayouts/slideLayout122.xml" ContentType="application/vnd.openxmlformats-officedocument.presentationml.slideLayout+xml"/>
  <Override PartName="/ppt/slideLayouts/slideLayout123.xml" ContentType="application/vnd.openxmlformats-officedocument.presentationml.slideLayout+xml"/>
  <Override PartName="/ppt/slideLayouts/slideLayout124.xml" ContentType="application/vnd.openxmlformats-officedocument.presentationml.slideLayout+xml"/>
  <Override PartName="/ppt/slideLayouts/slideLayout125.xml" ContentType="application/vnd.openxmlformats-officedocument.presentationml.slideLayout+xml"/>
  <Override PartName="/ppt/theme/theme2.xml" ContentType="application/vnd.openxmlformats-officedocument.theme+xml"/>
  <Override PartName="/ppt/slideLayouts/slideLayout126.xml" ContentType="application/vnd.openxmlformats-officedocument.presentationml.slideLayout+xml"/>
  <Override PartName="/ppt/slideLayouts/slideLayout127.xml" ContentType="application/vnd.openxmlformats-officedocument.presentationml.slideLayout+xml"/>
  <Override PartName="/ppt/slideLayouts/slideLayout128.xml" ContentType="application/vnd.openxmlformats-officedocument.presentationml.slideLayout+xml"/>
  <Override PartName="/ppt/slideLayouts/slideLayout129.xml" ContentType="application/vnd.openxmlformats-officedocument.presentationml.slideLayout+xml"/>
  <Override PartName="/ppt/slideLayouts/slideLayout130.xml" ContentType="application/vnd.openxmlformats-officedocument.presentationml.slideLayout+xml"/>
  <Override PartName="/ppt/slideLayouts/slideLayout131.xml" ContentType="application/vnd.openxmlformats-officedocument.presentationml.slideLayout+xml"/>
  <Override PartName="/ppt/slideLayouts/slideLayout132.xml" ContentType="application/vnd.openxmlformats-officedocument.presentationml.slideLayout+xml"/>
  <Override PartName="/ppt/slideLayouts/slideLayout133.xml" ContentType="application/vnd.openxmlformats-officedocument.presentationml.slideLayout+xml"/>
  <Override PartName="/ppt/slideLayouts/slideLayout134.xml" ContentType="application/vnd.openxmlformats-officedocument.presentationml.slideLayout+xml"/>
  <Override PartName="/ppt/slideLayouts/slideLayout135.xml" ContentType="application/vnd.openxmlformats-officedocument.presentationml.slideLayout+xml"/>
  <Override PartName="/ppt/slideLayouts/slideLayout136.xml" ContentType="application/vnd.openxmlformats-officedocument.presentationml.slideLayout+xml"/>
  <Override PartName="/ppt/slideLayouts/slideLayout137.xml" ContentType="application/vnd.openxmlformats-officedocument.presentationml.slideLayout+xml"/>
  <Override PartName="/ppt/slideLayouts/slideLayout138.xml" ContentType="application/vnd.openxmlformats-officedocument.presentationml.slideLayout+xml"/>
  <Override PartName="/ppt/slideLayouts/slideLayout139.xml" ContentType="application/vnd.openxmlformats-officedocument.presentationml.slideLayout+xml"/>
  <Override PartName="/ppt/slideLayouts/slideLayout140.xml" ContentType="application/vnd.openxmlformats-officedocument.presentationml.slideLayout+xml"/>
  <Override PartName="/ppt/slideLayouts/slideLayout141.xml" ContentType="application/vnd.openxmlformats-officedocument.presentationml.slideLayout+xml"/>
  <Override PartName="/ppt/slideLayouts/slideLayout142.xml" ContentType="application/vnd.openxmlformats-officedocument.presentationml.slideLayout+xml"/>
  <Override PartName="/ppt/slideLayouts/slideLayout143.xml" ContentType="application/vnd.openxmlformats-officedocument.presentationml.slideLayout+xml"/>
  <Override PartName="/ppt/slideLayouts/slideLayout144.xml" ContentType="application/vnd.openxmlformats-officedocument.presentationml.slideLayout+xml"/>
  <Override PartName="/ppt/slideLayouts/slideLayout145.xml" ContentType="application/vnd.openxmlformats-officedocument.presentationml.slideLayout+xml"/>
  <Override PartName="/ppt/slideLayouts/slideLayout146.xml" ContentType="application/vnd.openxmlformats-officedocument.presentationml.slideLayout+xml"/>
  <Override PartName="/ppt/slideLayouts/slideLayout147.xml" ContentType="application/vnd.openxmlformats-officedocument.presentationml.slideLayout+xml"/>
  <Override PartName="/ppt/slideLayouts/slideLayout148.xml" ContentType="application/vnd.openxmlformats-officedocument.presentationml.slideLayout+xml"/>
  <Override PartName="/ppt/slideLayouts/slideLayout149.xml" ContentType="application/vnd.openxmlformats-officedocument.presentationml.slideLayout+xml"/>
  <Override PartName="/ppt/slideLayouts/slideLayout150.xml" ContentType="application/vnd.openxmlformats-officedocument.presentationml.slideLayout+xml"/>
  <Override PartName="/ppt/slideLayouts/slideLayout151.xml" ContentType="application/vnd.openxmlformats-officedocument.presentationml.slideLayout+xml"/>
  <Override PartName="/ppt/slideLayouts/slideLayout152.xml" ContentType="application/vnd.openxmlformats-officedocument.presentationml.slideLayout+xml"/>
  <Override PartName="/ppt/slideLayouts/slideLayout153.xml" ContentType="application/vnd.openxmlformats-officedocument.presentationml.slideLayout+xml"/>
  <Override PartName="/ppt/slideLayouts/slideLayout154.xml" ContentType="application/vnd.openxmlformats-officedocument.presentationml.slideLayout+xml"/>
  <Override PartName="/ppt/slideLayouts/slideLayout155.xml" ContentType="application/vnd.openxmlformats-officedocument.presentationml.slideLayout+xml"/>
  <Override PartName="/ppt/slideLayouts/slideLayout156.xml" ContentType="application/vnd.openxmlformats-officedocument.presentationml.slideLayout+xml"/>
  <Override PartName="/ppt/slideLayouts/slideLayout157.xml" ContentType="application/vnd.openxmlformats-officedocument.presentationml.slideLayout+xml"/>
  <Override PartName="/ppt/slideLayouts/slideLayout158.xml" ContentType="application/vnd.openxmlformats-officedocument.presentationml.slideLayout+xml"/>
  <Override PartName="/ppt/slideLayouts/slideLayout159.xml" ContentType="application/vnd.openxmlformats-officedocument.presentationml.slideLayout+xml"/>
  <Override PartName="/ppt/slideLayouts/slideLayout160.xml" ContentType="application/vnd.openxmlformats-officedocument.presentationml.slideLayout+xml"/>
  <Override PartName="/ppt/slideLayouts/slideLayout161.xml" ContentType="application/vnd.openxmlformats-officedocument.presentationml.slideLayout+xml"/>
  <Override PartName="/ppt/slideLayouts/slideLayout162.xml" ContentType="application/vnd.openxmlformats-officedocument.presentationml.slideLayout+xml"/>
  <Override PartName="/ppt/slideLayouts/slideLayout163.xml" ContentType="application/vnd.openxmlformats-officedocument.presentationml.slideLayout+xml"/>
  <Override PartName="/ppt/slideLayouts/slideLayout164.xml" ContentType="application/vnd.openxmlformats-officedocument.presentationml.slideLayout+xml"/>
  <Override PartName="/ppt/slideLayouts/slideLayout165.xml" ContentType="application/vnd.openxmlformats-officedocument.presentationml.slideLayout+xml"/>
  <Override PartName="/ppt/slideLayouts/slideLayout166.xml" ContentType="application/vnd.openxmlformats-officedocument.presentationml.slideLayout+xml"/>
  <Override PartName="/ppt/slideLayouts/slideLayout167.xml" ContentType="application/vnd.openxmlformats-officedocument.presentationml.slideLayout+xml"/>
  <Override PartName="/ppt/slideLayouts/slideLayout168.xml" ContentType="application/vnd.openxmlformats-officedocument.presentationml.slideLayout+xml"/>
  <Override PartName="/ppt/slideLayouts/slideLayout169.xml" ContentType="application/vnd.openxmlformats-officedocument.presentationml.slideLayout+xml"/>
  <Override PartName="/ppt/slideLayouts/slideLayout170.xml" ContentType="application/vnd.openxmlformats-officedocument.presentationml.slideLayout+xml"/>
  <Override PartName="/ppt/slideLayouts/slideLayout171.xml" ContentType="application/vnd.openxmlformats-officedocument.presentationml.slideLayout+xml"/>
  <Override PartName="/ppt/slideLayouts/slideLayout172.xml" ContentType="application/vnd.openxmlformats-officedocument.presentationml.slideLayout+xml"/>
  <Override PartName="/ppt/slideLayouts/slideLayout173.xml" ContentType="application/vnd.openxmlformats-officedocument.presentationml.slideLayout+xml"/>
  <Override PartName="/ppt/slideLayouts/slideLayout174.xml" ContentType="application/vnd.openxmlformats-officedocument.presentationml.slideLayout+xml"/>
  <Override PartName="/ppt/slideLayouts/slideLayout175.xml" ContentType="application/vnd.openxmlformats-officedocument.presentationml.slideLayout+xml"/>
  <Override PartName="/ppt/slideLayouts/slideLayout176.xml" ContentType="application/vnd.openxmlformats-officedocument.presentationml.slideLayout+xml"/>
  <Override PartName="/ppt/slideLayouts/slideLayout177.xml" ContentType="application/vnd.openxmlformats-officedocument.presentationml.slideLayout+xml"/>
  <Override PartName="/ppt/slideLayouts/slideLayout178.xml" ContentType="application/vnd.openxmlformats-officedocument.presentationml.slideLayout+xml"/>
  <Override PartName="/ppt/slideLayouts/slideLayout179.xml" ContentType="application/vnd.openxmlformats-officedocument.presentationml.slideLayout+xml"/>
  <Override PartName="/ppt/slideLayouts/slideLayout180.xml" ContentType="application/vnd.openxmlformats-officedocument.presentationml.slideLayout+xml"/>
  <Override PartName="/ppt/slideLayouts/slideLayout181.xml" ContentType="application/vnd.openxmlformats-officedocument.presentationml.slideLayout+xml"/>
  <Override PartName="/ppt/slideLayouts/slideLayout182.xml" ContentType="application/vnd.openxmlformats-officedocument.presentationml.slideLayout+xml"/>
  <Override PartName="/ppt/slideLayouts/slideLayout183.xml" ContentType="application/vnd.openxmlformats-officedocument.presentationml.slideLayout+xml"/>
  <Override PartName="/ppt/slideLayouts/slideLayout184.xml" ContentType="application/vnd.openxmlformats-officedocument.presentationml.slideLayout+xml"/>
  <Override PartName="/ppt/slideLayouts/slideLayout185.xml" ContentType="application/vnd.openxmlformats-officedocument.presentationml.slideLayout+xml"/>
  <Override PartName="/ppt/slideLayouts/slideLayout186.xml" ContentType="application/vnd.openxmlformats-officedocument.presentationml.slideLayout+xml"/>
  <Override PartName="/ppt/slideLayouts/slideLayout187.xml" ContentType="application/vnd.openxmlformats-officedocument.presentationml.slideLayout+xml"/>
  <Override PartName="/ppt/slideLayouts/slideLayout188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0" r:id="rId5"/>
    <p:sldMasterId id="2147483807" r:id="rId6"/>
    <p:sldMasterId id="2147483872" r:id="rId7"/>
  </p:sldMasterIdLst>
  <p:notesMasterIdLst>
    <p:notesMasterId r:id="rId21"/>
  </p:notesMasterIdLst>
  <p:handoutMasterIdLst>
    <p:handoutMasterId r:id="rId22"/>
  </p:handoutMasterIdLst>
  <p:sldIdLst>
    <p:sldId id="291" r:id="rId8"/>
    <p:sldId id="381" r:id="rId9"/>
    <p:sldId id="2147483641" r:id="rId10"/>
    <p:sldId id="2147483643" r:id="rId11"/>
    <p:sldId id="2147483482" r:id="rId12"/>
    <p:sldId id="2147483642" r:id="rId13"/>
    <p:sldId id="2147483646" r:id="rId14"/>
    <p:sldId id="2147483639" r:id="rId15"/>
    <p:sldId id="2147483645" r:id="rId16"/>
    <p:sldId id="2147483479" r:id="rId17"/>
    <p:sldId id="2147483637" r:id="rId18"/>
    <p:sldId id="2147483638" r:id="rId19"/>
    <p:sldId id="2147483640" r:id="rId20"/>
  </p:sldIdLst>
  <p:sldSz cx="12192000" cy="6858000"/>
  <p:notesSz cx="6858000" cy="9144000"/>
  <p:defaultTextStyle>
    <a:defPPr>
      <a:defRPr lang="nl-N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747D4531-B2BF-405F-8592-9DAFE742D26D}">
          <p14:sldIdLst>
            <p14:sldId id="291"/>
            <p14:sldId id="381"/>
            <p14:sldId id="2147483641"/>
            <p14:sldId id="2147483643"/>
            <p14:sldId id="2147483482"/>
            <p14:sldId id="2147483642"/>
            <p14:sldId id="2147483646"/>
            <p14:sldId id="2147483639"/>
            <p14:sldId id="2147483645"/>
            <p14:sldId id="2147483479"/>
            <p14:sldId id="2147483637"/>
            <p14:sldId id="2147483638"/>
            <p14:sldId id="2147483640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296" userDrawn="1">
          <p15:clr>
            <a:srgbClr val="A4A3A4"/>
          </p15:clr>
        </p15:guide>
        <p15:guide id="2" pos="257" userDrawn="1">
          <p15:clr>
            <a:srgbClr val="A4A3A4"/>
          </p15:clr>
        </p15:guide>
        <p15:guide id="4" orient="horz" pos="2205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6D43"/>
    <a:srgbClr val="ED881C"/>
    <a:srgbClr val="B6660E"/>
    <a:srgbClr val="1865F0"/>
    <a:srgbClr val="D27610"/>
    <a:srgbClr val="4585F3"/>
    <a:srgbClr val="002D3C"/>
    <a:srgbClr val="ABE9FF"/>
    <a:srgbClr val="0081AD"/>
    <a:srgbClr val="0066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  <p:ext uri="{1BD7E111-0CB8-44D6-8891-C1BB2F81B7CC}">
      <p1710:readonlyRecommended xmlns:p1710="http://schemas.microsoft.com/office/powerpoint/2017/10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EB28A545-125B-4F42-9F39-77DDC21E2992}" v="29" dt="2024-12-06T16:52:07.77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C4B1156A-380E-4F78-BDF5-A606A8083BF9}" styleName="Medium Style 4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860" y="60"/>
      </p:cViewPr>
      <p:guideLst>
        <p:guide orient="horz" pos="2296"/>
        <p:guide pos="257"/>
        <p:guide orient="horz" pos="2205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2708" y="3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1.xml"/><Relationship Id="rId13" Type="http://schemas.openxmlformats.org/officeDocument/2006/relationships/slide" Target="slides/slide6.xml"/><Relationship Id="rId18" Type="http://schemas.openxmlformats.org/officeDocument/2006/relationships/slide" Target="slides/slide11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Master" Target="slideMasters/slideMaster3.xml"/><Relationship Id="rId12" Type="http://schemas.openxmlformats.org/officeDocument/2006/relationships/slide" Target="slides/slide5.xml"/><Relationship Id="rId17" Type="http://schemas.openxmlformats.org/officeDocument/2006/relationships/slide" Target="slides/slide10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9.xml"/><Relationship Id="rId20" Type="http://schemas.openxmlformats.org/officeDocument/2006/relationships/slide" Target="slides/slide13.xml"/><Relationship Id="rId1" Type="http://schemas.openxmlformats.org/officeDocument/2006/relationships/customXml" Target="../customXml/item1.xml"/><Relationship Id="rId6" Type="http://schemas.openxmlformats.org/officeDocument/2006/relationships/slideMaster" Target="slideMasters/slideMaster2.xml"/><Relationship Id="rId11" Type="http://schemas.openxmlformats.org/officeDocument/2006/relationships/slide" Target="slides/slide4.xml"/><Relationship Id="rId24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15" Type="http://schemas.openxmlformats.org/officeDocument/2006/relationships/slide" Target="slides/slide8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3.xml"/><Relationship Id="rId19" Type="http://schemas.openxmlformats.org/officeDocument/2006/relationships/slide" Target="slides/slide12.xml"/><Relationship Id="rId4" Type="http://schemas.openxmlformats.org/officeDocument/2006/relationships/customXml" Target="../customXml/item4.xml"/><Relationship Id="rId9" Type="http://schemas.openxmlformats.org/officeDocument/2006/relationships/slide" Target="slides/slide2.xml"/><Relationship Id="rId14" Type="http://schemas.openxmlformats.org/officeDocument/2006/relationships/slide" Target="slides/slide7.xml"/><Relationship Id="rId22" Type="http://schemas.openxmlformats.org/officeDocument/2006/relationships/handoutMaster" Target="handoutMasters/handout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erwin Dmello" userId="6021cd87-f32b-453d-b595-6a67c089d214" providerId="ADAL" clId="{D2B6511F-5DD6-46C7-82CE-49550252544E}"/>
    <pc:docChg chg="undo custSel addSld delSld modSld sldOrd modMainMaster delSection modSection">
      <pc:chgData name="Merwin Dmello" userId="6021cd87-f32b-453d-b595-6a67c089d214" providerId="ADAL" clId="{D2B6511F-5DD6-46C7-82CE-49550252544E}" dt="2024-11-11T18:24:43.925" v="3656" actId="20577"/>
      <pc:docMkLst>
        <pc:docMk/>
      </pc:docMkLst>
      <pc:sldChg chg="addSp delSp modSp mod">
        <pc:chgData name="Merwin Dmello" userId="6021cd87-f32b-453d-b595-6a67c089d214" providerId="ADAL" clId="{D2B6511F-5DD6-46C7-82CE-49550252544E}" dt="2024-11-11T14:48:49.254" v="125" actId="1076"/>
        <pc:sldMkLst>
          <pc:docMk/>
          <pc:sldMk cId="3207797959" sldId="291"/>
        </pc:sldMkLst>
        <pc:spChg chg="mod">
          <ac:chgData name="Merwin Dmello" userId="6021cd87-f32b-453d-b595-6a67c089d214" providerId="ADAL" clId="{D2B6511F-5DD6-46C7-82CE-49550252544E}" dt="2024-11-11T14:47:13.588" v="114" actId="14100"/>
          <ac:spMkLst>
            <pc:docMk/>
            <pc:sldMk cId="3207797959" sldId="291"/>
            <ac:spMk id="2" creationId="{1A2C3857-00EE-F5D7-89C8-23FC76EB25C0}"/>
          </ac:spMkLst>
        </pc:spChg>
        <pc:spChg chg="mod">
          <ac:chgData name="Merwin Dmello" userId="6021cd87-f32b-453d-b595-6a67c089d214" providerId="ADAL" clId="{D2B6511F-5DD6-46C7-82CE-49550252544E}" dt="2024-11-11T14:47:25.639" v="118" actId="6549"/>
          <ac:spMkLst>
            <pc:docMk/>
            <pc:sldMk cId="3207797959" sldId="291"/>
            <ac:spMk id="3" creationId="{F0EA66C1-B27C-E676-4206-E0C419F4F028}"/>
          </ac:spMkLst>
        </pc:spChg>
        <pc:spChg chg="del mod">
          <ac:chgData name="Merwin Dmello" userId="6021cd87-f32b-453d-b595-6a67c089d214" providerId="ADAL" clId="{D2B6511F-5DD6-46C7-82CE-49550252544E}" dt="2024-11-11T14:47:30.231" v="119" actId="478"/>
          <ac:spMkLst>
            <pc:docMk/>
            <pc:sldMk cId="3207797959" sldId="291"/>
            <ac:spMk id="9" creationId="{44463FD1-27F2-C7AD-099A-910A3517A8D6}"/>
          </ac:spMkLst>
        </pc:spChg>
        <pc:picChg chg="add mod">
          <ac:chgData name="Merwin Dmello" userId="6021cd87-f32b-453d-b595-6a67c089d214" providerId="ADAL" clId="{D2B6511F-5DD6-46C7-82CE-49550252544E}" dt="2024-11-11T14:48:49.254" v="125" actId="1076"/>
          <ac:picMkLst>
            <pc:docMk/>
            <pc:sldMk cId="3207797959" sldId="291"/>
            <ac:picMk id="10" creationId="{261AA442-74AB-CA2D-7AE0-CC984873DDF4}"/>
          </ac:picMkLst>
        </pc:picChg>
      </pc:sldChg>
      <pc:sldChg chg="addSp delSp modSp mod">
        <pc:chgData name="Merwin Dmello" userId="6021cd87-f32b-453d-b595-6a67c089d214" providerId="ADAL" clId="{D2B6511F-5DD6-46C7-82CE-49550252544E}" dt="2024-11-11T18:24:43.925" v="3656" actId="20577"/>
        <pc:sldMkLst>
          <pc:docMk/>
          <pc:sldMk cId="3645140993" sldId="381"/>
        </pc:sldMkLst>
        <pc:spChg chg="mod">
          <ac:chgData name="Merwin Dmello" userId="6021cd87-f32b-453d-b595-6a67c089d214" providerId="ADAL" clId="{D2B6511F-5DD6-46C7-82CE-49550252544E}" dt="2024-11-11T14:39:48.161" v="8"/>
          <ac:spMkLst>
            <pc:docMk/>
            <pc:sldMk cId="3645140993" sldId="381"/>
            <ac:spMk id="2" creationId="{A71D6F7C-D142-B6CF-8FF6-26F88C1A9834}"/>
          </ac:spMkLst>
        </pc:spChg>
        <pc:spChg chg="mod">
          <ac:chgData name="Merwin Dmello" userId="6021cd87-f32b-453d-b595-6a67c089d214" providerId="ADAL" clId="{D2B6511F-5DD6-46C7-82CE-49550252544E}" dt="2024-11-11T17:21:24.817" v="1889" actId="21"/>
          <ac:spMkLst>
            <pc:docMk/>
            <pc:sldMk cId="3645140993" sldId="381"/>
            <ac:spMk id="3" creationId="{30A28D6E-194A-74FD-D618-CD60A58E533B}"/>
          </ac:spMkLst>
        </pc:spChg>
        <pc:spChg chg="mod">
          <ac:chgData name="Merwin Dmello" userId="6021cd87-f32b-453d-b595-6a67c089d214" providerId="ADAL" clId="{D2B6511F-5DD6-46C7-82CE-49550252544E}" dt="2024-11-11T14:50:13.662" v="130" actId="555"/>
          <ac:spMkLst>
            <pc:docMk/>
            <pc:sldMk cId="3645140993" sldId="381"/>
            <ac:spMk id="6" creationId="{917378F2-8A07-3A48-583C-DBF2802E7A21}"/>
          </ac:spMkLst>
        </pc:spChg>
        <pc:spChg chg="del">
          <ac:chgData name="Merwin Dmello" userId="6021cd87-f32b-453d-b595-6a67c089d214" providerId="ADAL" clId="{D2B6511F-5DD6-46C7-82CE-49550252544E}" dt="2024-11-11T14:35:13.654" v="1" actId="478"/>
          <ac:spMkLst>
            <pc:docMk/>
            <pc:sldMk cId="3645140993" sldId="381"/>
            <ac:spMk id="7" creationId="{CECFBD3B-4BC4-2578-D262-B1307992C48B}"/>
          </ac:spMkLst>
        </pc:spChg>
        <pc:spChg chg="del">
          <ac:chgData name="Merwin Dmello" userId="6021cd87-f32b-453d-b595-6a67c089d214" providerId="ADAL" clId="{D2B6511F-5DD6-46C7-82CE-49550252544E}" dt="2024-11-11T14:35:11.257" v="0" actId="478"/>
          <ac:spMkLst>
            <pc:docMk/>
            <pc:sldMk cId="3645140993" sldId="381"/>
            <ac:spMk id="8" creationId="{89C342CD-CA9B-D5B8-F6C2-A033A1C44772}"/>
          </ac:spMkLst>
        </pc:spChg>
        <pc:spChg chg="del">
          <ac:chgData name="Merwin Dmello" userId="6021cd87-f32b-453d-b595-6a67c089d214" providerId="ADAL" clId="{D2B6511F-5DD6-46C7-82CE-49550252544E}" dt="2024-11-11T14:49:53.043" v="127" actId="478"/>
          <ac:spMkLst>
            <pc:docMk/>
            <pc:sldMk cId="3645140993" sldId="381"/>
            <ac:spMk id="9" creationId="{C59E31DD-B621-C4B1-F6E1-2EA3A638D5F7}"/>
          </ac:spMkLst>
        </pc:spChg>
        <pc:spChg chg="add del mod">
          <ac:chgData name="Merwin Dmello" userId="6021cd87-f32b-453d-b595-6a67c089d214" providerId="ADAL" clId="{D2B6511F-5DD6-46C7-82CE-49550252544E}" dt="2024-11-11T14:50:00.313" v="128" actId="478"/>
          <ac:spMkLst>
            <pc:docMk/>
            <pc:sldMk cId="3645140993" sldId="381"/>
            <ac:spMk id="10" creationId="{41362E9D-B876-55F6-95D4-C259938A5106}"/>
          </ac:spMkLst>
        </pc:spChg>
        <pc:spChg chg="mod">
          <ac:chgData name="Merwin Dmello" userId="6021cd87-f32b-453d-b595-6a67c089d214" providerId="ADAL" clId="{D2B6511F-5DD6-46C7-82CE-49550252544E}" dt="2024-11-11T17:21:27.749" v="1890"/>
          <ac:spMkLst>
            <pc:docMk/>
            <pc:sldMk cId="3645140993" sldId="381"/>
            <ac:spMk id="14" creationId="{1E9E7ED7-4021-E8F2-1413-2C93910181D7}"/>
          </ac:spMkLst>
        </pc:spChg>
        <pc:spChg chg="mod">
          <ac:chgData name="Merwin Dmello" userId="6021cd87-f32b-453d-b595-6a67c089d214" providerId="ADAL" clId="{D2B6511F-5DD6-46C7-82CE-49550252544E}" dt="2024-11-11T14:39:48.161" v="8"/>
          <ac:spMkLst>
            <pc:docMk/>
            <pc:sldMk cId="3645140993" sldId="381"/>
            <ac:spMk id="15" creationId="{8D1A4CA6-1F46-96FC-B441-B16C85D2C063}"/>
          </ac:spMkLst>
        </pc:spChg>
        <pc:spChg chg="add mod">
          <ac:chgData name="Merwin Dmello" userId="6021cd87-f32b-453d-b595-6a67c089d214" providerId="ADAL" clId="{D2B6511F-5DD6-46C7-82CE-49550252544E}" dt="2024-11-11T18:24:43.925" v="3656" actId="20577"/>
          <ac:spMkLst>
            <pc:docMk/>
            <pc:sldMk cId="3645140993" sldId="381"/>
            <ac:spMk id="16" creationId="{4E97C08B-92F3-A5B3-FEA4-69E28C3432B9}"/>
          </ac:spMkLst>
        </pc:spChg>
      </pc:sldChg>
      <pc:sldChg chg="del">
        <pc:chgData name="Merwin Dmello" userId="6021cd87-f32b-453d-b595-6a67c089d214" providerId="ADAL" clId="{D2B6511F-5DD6-46C7-82CE-49550252544E}" dt="2024-11-11T14:42:18.668" v="25" actId="47"/>
        <pc:sldMkLst>
          <pc:docMk/>
          <pc:sldMk cId="893037609" sldId="405"/>
        </pc:sldMkLst>
      </pc:sldChg>
      <pc:sldChg chg="del">
        <pc:chgData name="Merwin Dmello" userId="6021cd87-f32b-453d-b595-6a67c089d214" providerId="ADAL" clId="{D2B6511F-5DD6-46C7-82CE-49550252544E}" dt="2024-11-11T14:43:17.652" v="32" actId="47"/>
        <pc:sldMkLst>
          <pc:docMk/>
          <pc:sldMk cId="1181561985" sldId="411"/>
        </pc:sldMkLst>
      </pc:sldChg>
      <pc:sldChg chg="modSp del">
        <pc:chgData name="Merwin Dmello" userId="6021cd87-f32b-453d-b595-6a67c089d214" providerId="ADAL" clId="{D2B6511F-5DD6-46C7-82CE-49550252544E}" dt="2024-11-11T14:43:17.652" v="32" actId="47"/>
        <pc:sldMkLst>
          <pc:docMk/>
          <pc:sldMk cId="2529047257" sldId="416"/>
        </pc:sldMkLst>
        <pc:spChg chg="mod">
          <ac:chgData name="Merwin Dmello" userId="6021cd87-f32b-453d-b595-6a67c089d214" providerId="ADAL" clId="{D2B6511F-5DD6-46C7-82CE-49550252544E}" dt="2024-11-11T14:39:48.161" v="8"/>
          <ac:spMkLst>
            <pc:docMk/>
            <pc:sldMk cId="2529047257" sldId="416"/>
            <ac:spMk id="2" creationId="{4C9D07FD-9A59-352E-257F-E172F094A0A8}"/>
          </ac:spMkLst>
        </pc:spChg>
      </pc:sldChg>
      <pc:sldChg chg="del">
        <pc:chgData name="Merwin Dmello" userId="6021cd87-f32b-453d-b595-6a67c089d214" providerId="ADAL" clId="{D2B6511F-5DD6-46C7-82CE-49550252544E}" dt="2024-11-11T14:42:11.184" v="19" actId="47"/>
        <pc:sldMkLst>
          <pc:docMk/>
          <pc:sldMk cId="2283283379" sldId="554"/>
        </pc:sldMkLst>
      </pc:sldChg>
      <pc:sldChg chg="del">
        <pc:chgData name="Merwin Dmello" userId="6021cd87-f32b-453d-b595-6a67c089d214" providerId="ADAL" clId="{D2B6511F-5DD6-46C7-82CE-49550252544E}" dt="2024-11-11T14:42:39.865" v="30" actId="47"/>
        <pc:sldMkLst>
          <pc:docMk/>
          <pc:sldMk cId="282660262" sldId="562"/>
        </pc:sldMkLst>
      </pc:sldChg>
      <pc:sldChg chg="del">
        <pc:chgData name="Merwin Dmello" userId="6021cd87-f32b-453d-b595-6a67c089d214" providerId="ADAL" clId="{D2B6511F-5DD6-46C7-82CE-49550252544E}" dt="2024-11-11T14:42:20.713" v="27" actId="47"/>
        <pc:sldMkLst>
          <pc:docMk/>
          <pc:sldMk cId="1678323365" sldId="567"/>
        </pc:sldMkLst>
      </pc:sldChg>
      <pc:sldChg chg="del">
        <pc:chgData name="Merwin Dmello" userId="6021cd87-f32b-453d-b595-6a67c089d214" providerId="ADAL" clId="{D2B6511F-5DD6-46C7-82CE-49550252544E}" dt="2024-11-11T14:42:49.305" v="31" actId="47"/>
        <pc:sldMkLst>
          <pc:docMk/>
          <pc:sldMk cId="2274277890" sldId="2134392404"/>
        </pc:sldMkLst>
      </pc:sldChg>
      <pc:sldChg chg="del">
        <pc:chgData name="Merwin Dmello" userId="6021cd87-f32b-453d-b595-6a67c089d214" providerId="ADAL" clId="{D2B6511F-5DD6-46C7-82CE-49550252544E}" dt="2024-11-11T14:42:13.665" v="20" actId="47"/>
        <pc:sldMkLst>
          <pc:docMk/>
          <pc:sldMk cId="1429732286" sldId="2147480784"/>
        </pc:sldMkLst>
      </pc:sldChg>
      <pc:sldChg chg="del">
        <pc:chgData name="Merwin Dmello" userId="6021cd87-f32b-453d-b595-6a67c089d214" providerId="ADAL" clId="{D2B6511F-5DD6-46C7-82CE-49550252544E}" dt="2024-11-11T14:42:19.242" v="26" actId="47"/>
        <pc:sldMkLst>
          <pc:docMk/>
          <pc:sldMk cId="2654227792" sldId="2147481045"/>
        </pc:sldMkLst>
      </pc:sldChg>
      <pc:sldChg chg="del">
        <pc:chgData name="Merwin Dmello" userId="6021cd87-f32b-453d-b595-6a67c089d214" providerId="ADAL" clId="{D2B6511F-5DD6-46C7-82CE-49550252544E}" dt="2024-11-11T14:42:15.109" v="21" actId="47"/>
        <pc:sldMkLst>
          <pc:docMk/>
          <pc:sldMk cId="629132067" sldId="2147481046"/>
        </pc:sldMkLst>
      </pc:sldChg>
      <pc:sldChg chg="del">
        <pc:chgData name="Merwin Dmello" userId="6021cd87-f32b-453d-b595-6a67c089d214" providerId="ADAL" clId="{D2B6511F-5DD6-46C7-82CE-49550252544E}" dt="2024-11-11T14:42:17.469" v="23" actId="47"/>
        <pc:sldMkLst>
          <pc:docMk/>
          <pc:sldMk cId="1705310408" sldId="2147481047"/>
        </pc:sldMkLst>
      </pc:sldChg>
      <pc:sldChg chg="del">
        <pc:chgData name="Merwin Dmello" userId="6021cd87-f32b-453d-b595-6a67c089d214" providerId="ADAL" clId="{D2B6511F-5DD6-46C7-82CE-49550252544E}" dt="2024-11-11T14:42:18.022" v="24" actId="47"/>
        <pc:sldMkLst>
          <pc:docMk/>
          <pc:sldMk cId="428777871" sldId="2147481048"/>
        </pc:sldMkLst>
      </pc:sldChg>
      <pc:sldChg chg="del">
        <pc:chgData name="Merwin Dmello" userId="6021cd87-f32b-453d-b595-6a67c089d214" providerId="ADAL" clId="{D2B6511F-5DD6-46C7-82CE-49550252544E}" dt="2024-11-11T14:42:16.871" v="22" actId="47"/>
        <pc:sldMkLst>
          <pc:docMk/>
          <pc:sldMk cId="784504722" sldId="2147481049"/>
        </pc:sldMkLst>
      </pc:sldChg>
      <pc:sldChg chg="modSp del">
        <pc:chgData name="Merwin Dmello" userId="6021cd87-f32b-453d-b595-6a67c089d214" providerId="ADAL" clId="{D2B6511F-5DD6-46C7-82CE-49550252544E}" dt="2024-11-11T14:43:17.652" v="32" actId="47"/>
        <pc:sldMkLst>
          <pc:docMk/>
          <pc:sldMk cId="2880598290" sldId="2147482238"/>
        </pc:sldMkLst>
        <pc:spChg chg="mod">
          <ac:chgData name="Merwin Dmello" userId="6021cd87-f32b-453d-b595-6a67c089d214" providerId="ADAL" clId="{D2B6511F-5DD6-46C7-82CE-49550252544E}" dt="2024-11-11T14:39:34.579" v="4"/>
          <ac:spMkLst>
            <pc:docMk/>
            <pc:sldMk cId="2880598290" sldId="2147482238"/>
            <ac:spMk id="2" creationId="{75F17325-4A24-BCD9-ED51-F498E3E172FE}"/>
          </ac:spMkLst>
        </pc:spChg>
      </pc:sldChg>
      <pc:sldChg chg="modSp del">
        <pc:chgData name="Merwin Dmello" userId="6021cd87-f32b-453d-b595-6a67c089d214" providerId="ADAL" clId="{D2B6511F-5DD6-46C7-82CE-49550252544E}" dt="2024-11-11T14:43:17.652" v="32" actId="47"/>
        <pc:sldMkLst>
          <pc:docMk/>
          <pc:sldMk cId="4205812867" sldId="2147482253"/>
        </pc:sldMkLst>
        <pc:spChg chg="mod">
          <ac:chgData name="Merwin Dmello" userId="6021cd87-f32b-453d-b595-6a67c089d214" providerId="ADAL" clId="{D2B6511F-5DD6-46C7-82CE-49550252544E}" dt="2024-11-11T14:39:34.579" v="4"/>
          <ac:spMkLst>
            <pc:docMk/>
            <pc:sldMk cId="4205812867" sldId="2147482253"/>
            <ac:spMk id="2" creationId="{1D63A234-EDC2-13A7-7D39-7F5F2598F7BB}"/>
          </ac:spMkLst>
        </pc:spChg>
        <pc:spChg chg="mod">
          <ac:chgData name="Merwin Dmello" userId="6021cd87-f32b-453d-b595-6a67c089d214" providerId="ADAL" clId="{D2B6511F-5DD6-46C7-82CE-49550252544E}" dt="2024-11-11T14:39:48.161" v="8"/>
          <ac:spMkLst>
            <pc:docMk/>
            <pc:sldMk cId="4205812867" sldId="2147482253"/>
            <ac:spMk id="3" creationId="{69B709DE-233A-E00B-EE94-882745EFC6C0}"/>
          </ac:spMkLst>
        </pc:spChg>
      </pc:sldChg>
      <pc:sldChg chg="modSp del">
        <pc:chgData name="Merwin Dmello" userId="6021cd87-f32b-453d-b595-6a67c089d214" providerId="ADAL" clId="{D2B6511F-5DD6-46C7-82CE-49550252544E}" dt="2024-11-11T14:41:35.096" v="15" actId="47"/>
        <pc:sldMkLst>
          <pc:docMk/>
          <pc:sldMk cId="2480619654" sldId="2147482255"/>
        </pc:sldMkLst>
        <pc:spChg chg="mod">
          <ac:chgData name="Merwin Dmello" userId="6021cd87-f32b-453d-b595-6a67c089d214" providerId="ADAL" clId="{D2B6511F-5DD6-46C7-82CE-49550252544E}" dt="2024-11-11T14:39:34.579" v="4"/>
          <ac:spMkLst>
            <pc:docMk/>
            <pc:sldMk cId="2480619654" sldId="2147482255"/>
            <ac:spMk id="2" creationId="{C9C96D3F-857A-EDC2-41E3-EFC725865A39}"/>
          </ac:spMkLst>
        </pc:spChg>
        <pc:spChg chg="mod">
          <ac:chgData name="Merwin Dmello" userId="6021cd87-f32b-453d-b595-6a67c089d214" providerId="ADAL" clId="{D2B6511F-5DD6-46C7-82CE-49550252544E}" dt="2024-11-11T14:39:48.161" v="8"/>
          <ac:spMkLst>
            <pc:docMk/>
            <pc:sldMk cId="2480619654" sldId="2147482255"/>
            <ac:spMk id="3" creationId="{5A0C4FFA-8B76-E814-4CA8-BD6D88E18A54}"/>
          </ac:spMkLst>
        </pc:spChg>
      </pc:sldChg>
      <pc:sldChg chg="modSp del">
        <pc:chgData name="Merwin Dmello" userId="6021cd87-f32b-453d-b595-6a67c089d214" providerId="ADAL" clId="{D2B6511F-5DD6-46C7-82CE-49550252544E}" dt="2024-11-11T14:43:17.652" v="32" actId="47"/>
        <pc:sldMkLst>
          <pc:docMk/>
          <pc:sldMk cId="1029341621" sldId="2147482257"/>
        </pc:sldMkLst>
        <pc:spChg chg="mod">
          <ac:chgData name="Merwin Dmello" userId="6021cd87-f32b-453d-b595-6a67c089d214" providerId="ADAL" clId="{D2B6511F-5DD6-46C7-82CE-49550252544E}" dt="2024-11-11T14:39:34.579" v="4"/>
          <ac:spMkLst>
            <pc:docMk/>
            <pc:sldMk cId="1029341621" sldId="2147482257"/>
            <ac:spMk id="2" creationId="{1D63A234-EDC2-13A7-7D39-7F5F2598F7BB}"/>
          </ac:spMkLst>
        </pc:spChg>
        <pc:spChg chg="mod">
          <ac:chgData name="Merwin Dmello" userId="6021cd87-f32b-453d-b595-6a67c089d214" providerId="ADAL" clId="{D2B6511F-5DD6-46C7-82CE-49550252544E}" dt="2024-11-11T14:39:48.161" v="8"/>
          <ac:spMkLst>
            <pc:docMk/>
            <pc:sldMk cId="1029341621" sldId="2147482257"/>
            <ac:spMk id="3" creationId="{69B709DE-233A-E00B-EE94-882745EFC6C0}"/>
          </ac:spMkLst>
        </pc:spChg>
      </pc:sldChg>
      <pc:sldChg chg="modSp del">
        <pc:chgData name="Merwin Dmello" userId="6021cd87-f32b-453d-b595-6a67c089d214" providerId="ADAL" clId="{D2B6511F-5DD6-46C7-82CE-49550252544E}" dt="2024-11-11T14:41:27.212" v="13" actId="47"/>
        <pc:sldMkLst>
          <pc:docMk/>
          <pc:sldMk cId="1282715650" sldId="2147482265"/>
        </pc:sldMkLst>
        <pc:spChg chg="mod">
          <ac:chgData name="Merwin Dmello" userId="6021cd87-f32b-453d-b595-6a67c089d214" providerId="ADAL" clId="{D2B6511F-5DD6-46C7-82CE-49550252544E}" dt="2024-11-11T14:39:34.579" v="4"/>
          <ac:spMkLst>
            <pc:docMk/>
            <pc:sldMk cId="1282715650" sldId="2147482265"/>
            <ac:spMk id="2" creationId="{EE63A727-2966-1D9D-BACF-D9EB97EB5E1E}"/>
          </ac:spMkLst>
        </pc:spChg>
        <pc:spChg chg="mod">
          <ac:chgData name="Merwin Dmello" userId="6021cd87-f32b-453d-b595-6a67c089d214" providerId="ADAL" clId="{D2B6511F-5DD6-46C7-82CE-49550252544E}" dt="2024-11-11T14:39:48.161" v="8"/>
          <ac:spMkLst>
            <pc:docMk/>
            <pc:sldMk cId="1282715650" sldId="2147482265"/>
            <ac:spMk id="3" creationId="{4B2FC00C-5099-6165-EA8C-77A9915FD2DE}"/>
          </ac:spMkLst>
        </pc:spChg>
      </pc:sldChg>
      <pc:sldChg chg="addSp delSp modSp mod ord">
        <pc:chgData name="Merwin Dmello" userId="6021cd87-f32b-453d-b595-6a67c089d214" providerId="ADAL" clId="{D2B6511F-5DD6-46C7-82CE-49550252544E}" dt="2024-11-11T16:32:40.562" v="1591" actId="1036"/>
        <pc:sldMkLst>
          <pc:docMk/>
          <pc:sldMk cId="3587522447" sldId="2147483472"/>
        </pc:sldMkLst>
        <pc:spChg chg="del mod">
          <ac:chgData name="Merwin Dmello" userId="6021cd87-f32b-453d-b595-6a67c089d214" providerId="ADAL" clId="{D2B6511F-5DD6-46C7-82CE-49550252544E}" dt="2024-11-11T14:43:58.710" v="35" actId="478"/>
          <ac:spMkLst>
            <pc:docMk/>
            <pc:sldMk cId="3587522447" sldId="2147483472"/>
            <ac:spMk id="2" creationId="{76E81E30-20FC-B9E6-B51E-DFE8A9836DB9}"/>
          </ac:spMkLst>
        </pc:spChg>
        <pc:spChg chg="del">
          <ac:chgData name="Merwin Dmello" userId="6021cd87-f32b-453d-b595-6a67c089d214" providerId="ADAL" clId="{D2B6511F-5DD6-46C7-82CE-49550252544E}" dt="2024-11-11T15:18:27.849" v="253" actId="478"/>
          <ac:spMkLst>
            <pc:docMk/>
            <pc:sldMk cId="3587522447" sldId="2147483472"/>
            <ac:spMk id="4" creationId="{46290E72-B0DA-53FA-1B81-E5E7D16C0608}"/>
          </ac:spMkLst>
        </pc:spChg>
        <pc:spChg chg="add del mod">
          <ac:chgData name="Merwin Dmello" userId="6021cd87-f32b-453d-b595-6a67c089d214" providerId="ADAL" clId="{D2B6511F-5DD6-46C7-82CE-49550252544E}" dt="2024-11-11T14:44:02.247" v="36" actId="478"/>
          <ac:spMkLst>
            <pc:docMk/>
            <pc:sldMk cId="3587522447" sldId="2147483472"/>
            <ac:spMk id="6" creationId="{F1AC4407-EC57-038A-6329-9F935B784F58}"/>
          </ac:spMkLst>
        </pc:spChg>
        <pc:spChg chg="del">
          <ac:chgData name="Merwin Dmello" userId="6021cd87-f32b-453d-b595-6a67c089d214" providerId="ADAL" clId="{D2B6511F-5DD6-46C7-82CE-49550252544E}" dt="2024-11-11T14:43:45.486" v="34" actId="478"/>
          <ac:spMkLst>
            <pc:docMk/>
            <pc:sldMk cId="3587522447" sldId="2147483472"/>
            <ac:spMk id="7" creationId="{68AF9670-A5A4-06F2-35D9-E3B8C40FEA25}"/>
          </ac:spMkLst>
        </pc:spChg>
        <pc:spChg chg="add mod">
          <ac:chgData name="Merwin Dmello" userId="6021cd87-f32b-453d-b595-6a67c089d214" providerId="ADAL" clId="{D2B6511F-5DD6-46C7-82CE-49550252544E}" dt="2024-11-11T15:18:40.480" v="263" actId="20577"/>
          <ac:spMkLst>
            <pc:docMk/>
            <pc:sldMk cId="3587522447" sldId="2147483472"/>
            <ac:spMk id="8" creationId="{11C5C38C-E2E3-2AE0-831E-DC532D0D9FD7}"/>
          </ac:spMkLst>
        </pc:spChg>
        <pc:spChg chg="add del mod">
          <ac:chgData name="Merwin Dmello" userId="6021cd87-f32b-453d-b595-6a67c089d214" providerId="ADAL" clId="{D2B6511F-5DD6-46C7-82CE-49550252544E}" dt="2024-11-11T15:19:14.469" v="265" actId="478"/>
          <ac:spMkLst>
            <pc:docMk/>
            <pc:sldMk cId="3587522447" sldId="2147483472"/>
            <ac:spMk id="9" creationId="{523F5680-241E-7AD4-CCC7-88D8E6C4B04B}"/>
          </ac:spMkLst>
        </pc:spChg>
        <pc:spChg chg="add del mod">
          <ac:chgData name="Merwin Dmello" userId="6021cd87-f32b-453d-b595-6a67c089d214" providerId="ADAL" clId="{D2B6511F-5DD6-46C7-82CE-49550252544E}" dt="2024-11-11T15:18:33.874" v="254" actId="478"/>
          <ac:spMkLst>
            <pc:docMk/>
            <pc:sldMk cId="3587522447" sldId="2147483472"/>
            <ac:spMk id="11" creationId="{48B2A9C8-BE65-5385-293A-02E74EA57138}"/>
          </ac:spMkLst>
        </pc:spChg>
        <pc:spChg chg="add del mod">
          <ac:chgData name="Merwin Dmello" userId="6021cd87-f32b-453d-b595-6a67c089d214" providerId="ADAL" clId="{D2B6511F-5DD6-46C7-82CE-49550252544E}" dt="2024-11-11T15:23:38.265" v="267" actId="478"/>
          <ac:spMkLst>
            <pc:docMk/>
            <pc:sldMk cId="3587522447" sldId="2147483472"/>
            <ac:spMk id="12" creationId="{CE266630-A301-8F54-FB21-EB1D0110B834}"/>
          </ac:spMkLst>
        </pc:spChg>
        <pc:spChg chg="add mod">
          <ac:chgData name="Merwin Dmello" userId="6021cd87-f32b-453d-b595-6a67c089d214" providerId="ADAL" clId="{D2B6511F-5DD6-46C7-82CE-49550252544E}" dt="2024-11-11T15:59:22.928" v="857" actId="20577"/>
          <ac:spMkLst>
            <pc:docMk/>
            <pc:sldMk cId="3587522447" sldId="2147483472"/>
            <ac:spMk id="13" creationId="{053C04F2-0708-122B-1010-D036968CB621}"/>
          </ac:spMkLst>
        </pc:spChg>
        <pc:spChg chg="add del mod">
          <ac:chgData name="Merwin Dmello" userId="6021cd87-f32b-453d-b595-6a67c089d214" providerId="ADAL" clId="{D2B6511F-5DD6-46C7-82CE-49550252544E}" dt="2024-11-11T15:54:24.889" v="737" actId="478"/>
          <ac:spMkLst>
            <pc:docMk/>
            <pc:sldMk cId="3587522447" sldId="2147483472"/>
            <ac:spMk id="14" creationId="{E6992AF4-ECBB-6EFB-63C6-7C7336C229F9}"/>
          </ac:spMkLst>
        </pc:spChg>
        <pc:spChg chg="add mod">
          <ac:chgData name="Merwin Dmello" userId="6021cd87-f32b-453d-b595-6a67c089d214" providerId="ADAL" clId="{D2B6511F-5DD6-46C7-82CE-49550252544E}" dt="2024-11-11T15:57:30.210" v="845" actId="12789"/>
          <ac:spMkLst>
            <pc:docMk/>
            <pc:sldMk cId="3587522447" sldId="2147483472"/>
            <ac:spMk id="15" creationId="{D6F595FF-2267-D52B-6D7E-3CB2E720067C}"/>
          </ac:spMkLst>
        </pc:spChg>
        <pc:spChg chg="add mod">
          <ac:chgData name="Merwin Dmello" userId="6021cd87-f32b-453d-b595-6a67c089d214" providerId="ADAL" clId="{D2B6511F-5DD6-46C7-82CE-49550252544E}" dt="2024-11-11T15:57:37.745" v="847" actId="12789"/>
          <ac:spMkLst>
            <pc:docMk/>
            <pc:sldMk cId="3587522447" sldId="2147483472"/>
            <ac:spMk id="16" creationId="{3732DECF-138E-45AD-232A-56982F3715AC}"/>
          </ac:spMkLst>
        </pc:spChg>
        <pc:spChg chg="add mod">
          <ac:chgData name="Merwin Dmello" userId="6021cd87-f32b-453d-b595-6a67c089d214" providerId="ADAL" clId="{D2B6511F-5DD6-46C7-82CE-49550252544E}" dt="2024-11-11T15:57:50.359" v="849" actId="12789"/>
          <ac:spMkLst>
            <pc:docMk/>
            <pc:sldMk cId="3587522447" sldId="2147483472"/>
            <ac:spMk id="17" creationId="{D40E46F7-3A39-0F6B-6BF5-0FE6DB0210FF}"/>
          </ac:spMkLst>
        </pc:spChg>
        <pc:spChg chg="add del mod">
          <ac:chgData name="Merwin Dmello" userId="6021cd87-f32b-453d-b595-6a67c089d214" providerId="ADAL" clId="{D2B6511F-5DD6-46C7-82CE-49550252544E}" dt="2024-11-11T15:29:48.125" v="310" actId="478"/>
          <ac:spMkLst>
            <pc:docMk/>
            <pc:sldMk cId="3587522447" sldId="2147483472"/>
            <ac:spMk id="18" creationId="{A7F01C22-F1C8-DE11-4C47-9F1A7B2EDB70}"/>
          </ac:spMkLst>
        </pc:spChg>
        <pc:spChg chg="add del mod">
          <ac:chgData name="Merwin Dmello" userId="6021cd87-f32b-453d-b595-6a67c089d214" providerId="ADAL" clId="{D2B6511F-5DD6-46C7-82CE-49550252544E}" dt="2024-11-11T15:23:38.265" v="267" actId="478"/>
          <ac:spMkLst>
            <pc:docMk/>
            <pc:sldMk cId="3587522447" sldId="2147483472"/>
            <ac:spMk id="19" creationId="{C001296B-0581-952C-D185-4EF6D33DF5A5}"/>
          </ac:spMkLst>
        </pc:spChg>
        <pc:spChg chg="add del mod">
          <ac:chgData name="Merwin Dmello" userId="6021cd87-f32b-453d-b595-6a67c089d214" providerId="ADAL" clId="{D2B6511F-5DD6-46C7-82CE-49550252544E}" dt="2024-11-11T15:29:48.125" v="310" actId="478"/>
          <ac:spMkLst>
            <pc:docMk/>
            <pc:sldMk cId="3587522447" sldId="2147483472"/>
            <ac:spMk id="20" creationId="{B54F0B10-59C3-D826-DF26-6346DCE062B6}"/>
          </ac:spMkLst>
        </pc:spChg>
        <pc:spChg chg="add del mod">
          <ac:chgData name="Merwin Dmello" userId="6021cd87-f32b-453d-b595-6a67c089d214" providerId="ADAL" clId="{D2B6511F-5DD6-46C7-82CE-49550252544E}" dt="2024-11-11T15:29:48.125" v="310" actId="478"/>
          <ac:spMkLst>
            <pc:docMk/>
            <pc:sldMk cId="3587522447" sldId="2147483472"/>
            <ac:spMk id="21" creationId="{62FD8699-9C4D-A943-2C1B-D1A2088B10C7}"/>
          </ac:spMkLst>
        </pc:spChg>
        <pc:spChg chg="add del mod">
          <ac:chgData name="Merwin Dmello" userId="6021cd87-f32b-453d-b595-6a67c089d214" providerId="ADAL" clId="{D2B6511F-5DD6-46C7-82CE-49550252544E}" dt="2024-11-11T15:29:48.125" v="310" actId="478"/>
          <ac:spMkLst>
            <pc:docMk/>
            <pc:sldMk cId="3587522447" sldId="2147483472"/>
            <ac:spMk id="22" creationId="{798B1442-7A58-5BDE-F805-0320F7D576CE}"/>
          </ac:spMkLst>
        </pc:spChg>
        <pc:spChg chg="add del mod">
          <ac:chgData name="Merwin Dmello" userId="6021cd87-f32b-453d-b595-6a67c089d214" providerId="ADAL" clId="{D2B6511F-5DD6-46C7-82CE-49550252544E}" dt="2024-11-11T15:29:48.125" v="310" actId="478"/>
          <ac:spMkLst>
            <pc:docMk/>
            <pc:sldMk cId="3587522447" sldId="2147483472"/>
            <ac:spMk id="23" creationId="{FC3051FA-591D-7C1B-716A-3F4666C31782}"/>
          </ac:spMkLst>
        </pc:spChg>
        <pc:spChg chg="add mod">
          <ac:chgData name="Merwin Dmello" userId="6021cd87-f32b-453d-b595-6a67c089d214" providerId="ADAL" clId="{D2B6511F-5DD6-46C7-82CE-49550252544E}" dt="2024-11-11T16:32:40.562" v="1591" actId="1036"/>
          <ac:spMkLst>
            <pc:docMk/>
            <pc:sldMk cId="3587522447" sldId="2147483472"/>
            <ac:spMk id="25" creationId="{0C8615FB-0823-DC66-B9BD-67DED643CE48}"/>
          </ac:spMkLst>
        </pc:spChg>
        <pc:spChg chg="add mod">
          <ac:chgData name="Merwin Dmello" userId="6021cd87-f32b-453d-b595-6a67c089d214" providerId="ADAL" clId="{D2B6511F-5DD6-46C7-82CE-49550252544E}" dt="2024-11-11T16:32:40.562" v="1591" actId="1036"/>
          <ac:spMkLst>
            <pc:docMk/>
            <pc:sldMk cId="3587522447" sldId="2147483472"/>
            <ac:spMk id="26" creationId="{6C81277F-8B08-F460-1A61-25AB92942DD0}"/>
          </ac:spMkLst>
        </pc:spChg>
        <pc:spChg chg="add mod">
          <ac:chgData name="Merwin Dmello" userId="6021cd87-f32b-453d-b595-6a67c089d214" providerId="ADAL" clId="{D2B6511F-5DD6-46C7-82CE-49550252544E}" dt="2024-11-11T16:32:40.562" v="1591" actId="1036"/>
          <ac:spMkLst>
            <pc:docMk/>
            <pc:sldMk cId="3587522447" sldId="2147483472"/>
            <ac:spMk id="27" creationId="{87183130-6AF6-BD76-4247-43B11168620B}"/>
          </ac:spMkLst>
        </pc:spChg>
        <pc:spChg chg="add mod">
          <ac:chgData name="Merwin Dmello" userId="6021cd87-f32b-453d-b595-6a67c089d214" providerId="ADAL" clId="{D2B6511F-5DD6-46C7-82CE-49550252544E}" dt="2024-11-11T16:32:40.562" v="1591" actId="1036"/>
          <ac:spMkLst>
            <pc:docMk/>
            <pc:sldMk cId="3587522447" sldId="2147483472"/>
            <ac:spMk id="28" creationId="{6AC5B395-2EA7-F348-A209-68CBD238393D}"/>
          </ac:spMkLst>
        </pc:spChg>
        <pc:spChg chg="add mod">
          <ac:chgData name="Merwin Dmello" userId="6021cd87-f32b-453d-b595-6a67c089d214" providerId="ADAL" clId="{D2B6511F-5DD6-46C7-82CE-49550252544E}" dt="2024-11-11T15:57:15.396" v="841" actId="12789"/>
          <ac:spMkLst>
            <pc:docMk/>
            <pc:sldMk cId="3587522447" sldId="2147483472"/>
            <ac:spMk id="30" creationId="{F030D6ED-9B9C-24C8-6E5D-9F902699FCE5}"/>
          </ac:spMkLst>
        </pc:spChg>
        <pc:spChg chg="add del mod">
          <ac:chgData name="Merwin Dmello" userId="6021cd87-f32b-453d-b595-6a67c089d214" providerId="ADAL" clId="{D2B6511F-5DD6-46C7-82CE-49550252544E}" dt="2024-11-11T15:54:24.889" v="737" actId="478"/>
          <ac:spMkLst>
            <pc:docMk/>
            <pc:sldMk cId="3587522447" sldId="2147483472"/>
            <ac:spMk id="31" creationId="{EC3B785D-A937-4580-452B-0D9BA51B6848}"/>
          </ac:spMkLst>
        </pc:spChg>
        <pc:spChg chg="add mod">
          <ac:chgData name="Merwin Dmello" userId="6021cd87-f32b-453d-b595-6a67c089d214" providerId="ADAL" clId="{D2B6511F-5DD6-46C7-82CE-49550252544E}" dt="2024-11-11T16:08:16.169" v="983" actId="108"/>
          <ac:spMkLst>
            <pc:docMk/>
            <pc:sldMk cId="3587522447" sldId="2147483472"/>
            <ac:spMk id="32" creationId="{EBCC5AF6-BEF6-4534-1DB3-1F3F9A6FE401}"/>
          </ac:spMkLst>
        </pc:spChg>
        <pc:spChg chg="add mod">
          <ac:chgData name="Merwin Dmello" userId="6021cd87-f32b-453d-b595-6a67c089d214" providerId="ADAL" clId="{D2B6511F-5DD6-46C7-82CE-49550252544E}" dt="2024-11-11T15:57:37.745" v="847" actId="12789"/>
          <ac:spMkLst>
            <pc:docMk/>
            <pc:sldMk cId="3587522447" sldId="2147483472"/>
            <ac:spMk id="33" creationId="{E68EC800-E213-0078-5241-FD139C11B488}"/>
          </ac:spMkLst>
        </pc:spChg>
        <pc:spChg chg="add mod">
          <ac:chgData name="Merwin Dmello" userId="6021cd87-f32b-453d-b595-6a67c089d214" providerId="ADAL" clId="{D2B6511F-5DD6-46C7-82CE-49550252544E}" dt="2024-11-11T15:57:50.359" v="849" actId="12789"/>
          <ac:spMkLst>
            <pc:docMk/>
            <pc:sldMk cId="3587522447" sldId="2147483472"/>
            <ac:spMk id="34" creationId="{1DAF4975-1A3B-7A8D-5DB5-57543E6EFD10}"/>
          </ac:spMkLst>
        </pc:spChg>
        <pc:spChg chg="add mod">
          <ac:chgData name="Merwin Dmello" userId="6021cd87-f32b-453d-b595-6a67c089d214" providerId="ADAL" clId="{D2B6511F-5DD6-46C7-82CE-49550252544E}" dt="2024-11-11T16:00:14.523" v="886" actId="1038"/>
          <ac:spMkLst>
            <pc:docMk/>
            <pc:sldMk cId="3587522447" sldId="2147483472"/>
            <ac:spMk id="35" creationId="{C9C23ACC-F5D8-3FCF-A355-2454F83D70FD}"/>
          </ac:spMkLst>
        </pc:spChg>
        <pc:spChg chg="add mod">
          <ac:chgData name="Merwin Dmello" userId="6021cd87-f32b-453d-b595-6a67c089d214" providerId="ADAL" clId="{D2B6511F-5DD6-46C7-82CE-49550252544E}" dt="2024-11-11T15:58:43.692" v="850" actId="552"/>
          <ac:spMkLst>
            <pc:docMk/>
            <pc:sldMk cId="3587522447" sldId="2147483472"/>
            <ac:spMk id="36" creationId="{D7173C90-C21E-BE97-4C6B-204165E763D5}"/>
          </ac:spMkLst>
        </pc:spChg>
        <pc:spChg chg="add mod">
          <ac:chgData name="Merwin Dmello" userId="6021cd87-f32b-453d-b595-6a67c089d214" providerId="ADAL" clId="{D2B6511F-5DD6-46C7-82CE-49550252544E}" dt="2024-11-11T15:59:31.705" v="858" actId="554"/>
          <ac:spMkLst>
            <pc:docMk/>
            <pc:sldMk cId="3587522447" sldId="2147483472"/>
            <ac:spMk id="37" creationId="{A176D9B6-275E-1AE0-3763-C986BDAE08F5}"/>
          </ac:spMkLst>
        </pc:spChg>
        <pc:spChg chg="add mod">
          <ac:chgData name="Merwin Dmello" userId="6021cd87-f32b-453d-b595-6a67c089d214" providerId="ADAL" clId="{D2B6511F-5DD6-46C7-82CE-49550252544E}" dt="2024-11-11T16:01:27.350" v="887" actId="14100"/>
          <ac:spMkLst>
            <pc:docMk/>
            <pc:sldMk cId="3587522447" sldId="2147483472"/>
            <ac:spMk id="38" creationId="{A3525768-7547-4D03-0ACB-31B999051FE9}"/>
          </ac:spMkLst>
        </pc:spChg>
        <pc:spChg chg="add del mod">
          <ac:chgData name="Merwin Dmello" userId="6021cd87-f32b-453d-b595-6a67c089d214" providerId="ADAL" clId="{D2B6511F-5DD6-46C7-82CE-49550252544E}" dt="2024-11-11T15:43:06.970" v="702" actId="478"/>
          <ac:spMkLst>
            <pc:docMk/>
            <pc:sldMk cId="3587522447" sldId="2147483472"/>
            <ac:spMk id="39" creationId="{6C449468-2285-A310-7E1D-7D702A2D4829}"/>
          </ac:spMkLst>
        </pc:spChg>
        <pc:spChg chg="add mod">
          <ac:chgData name="Merwin Dmello" userId="6021cd87-f32b-453d-b595-6a67c089d214" providerId="ADAL" clId="{D2B6511F-5DD6-46C7-82CE-49550252544E}" dt="2024-11-11T15:43:09.565" v="703"/>
          <ac:spMkLst>
            <pc:docMk/>
            <pc:sldMk cId="3587522447" sldId="2147483472"/>
            <ac:spMk id="40" creationId="{451E9360-9F92-10A8-0F17-4D97A0D568BA}"/>
          </ac:spMkLst>
        </pc:spChg>
        <pc:spChg chg="add mod">
          <ac:chgData name="Merwin Dmello" userId="6021cd87-f32b-453d-b595-6a67c089d214" providerId="ADAL" clId="{D2B6511F-5DD6-46C7-82CE-49550252544E}" dt="2024-11-11T15:43:09.565" v="703"/>
          <ac:spMkLst>
            <pc:docMk/>
            <pc:sldMk cId="3587522447" sldId="2147483472"/>
            <ac:spMk id="41" creationId="{CAC423C3-2A28-EC50-7783-0E9694BF894C}"/>
          </ac:spMkLst>
        </pc:spChg>
        <pc:spChg chg="add mod">
          <ac:chgData name="Merwin Dmello" userId="6021cd87-f32b-453d-b595-6a67c089d214" providerId="ADAL" clId="{D2B6511F-5DD6-46C7-82CE-49550252544E}" dt="2024-11-11T16:29:44.410" v="1546" actId="14100"/>
          <ac:spMkLst>
            <pc:docMk/>
            <pc:sldMk cId="3587522447" sldId="2147483472"/>
            <ac:spMk id="42" creationId="{1F0B8D7B-51CB-CD5B-DB4F-80F4D9E796F1}"/>
          </ac:spMkLst>
        </pc:spChg>
        <pc:spChg chg="add del mod">
          <ac:chgData name="Merwin Dmello" userId="6021cd87-f32b-453d-b595-6a67c089d214" providerId="ADAL" clId="{D2B6511F-5DD6-46C7-82CE-49550252544E}" dt="2024-11-11T16:28:12.341" v="1511" actId="478"/>
          <ac:spMkLst>
            <pc:docMk/>
            <pc:sldMk cId="3587522447" sldId="2147483472"/>
            <ac:spMk id="43" creationId="{EF217D89-CB44-E673-90A1-622413509255}"/>
          </ac:spMkLst>
        </pc:spChg>
        <pc:spChg chg="add del mod">
          <ac:chgData name="Merwin Dmello" userId="6021cd87-f32b-453d-b595-6a67c089d214" providerId="ADAL" clId="{D2B6511F-5DD6-46C7-82CE-49550252544E}" dt="2024-11-11T16:04:21.178" v="909" actId="478"/>
          <ac:spMkLst>
            <pc:docMk/>
            <pc:sldMk cId="3587522447" sldId="2147483472"/>
            <ac:spMk id="44" creationId="{3B256538-541F-56E0-193C-B06BF85B1920}"/>
          </ac:spMkLst>
        </pc:spChg>
        <pc:spChg chg="add mod">
          <ac:chgData name="Merwin Dmello" userId="6021cd87-f32b-453d-b595-6a67c089d214" providerId="ADAL" clId="{D2B6511F-5DD6-46C7-82CE-49550252544E}" dt="2024-11-11T16:29:34.983" v="1544" actId="20577"/>
          <ac:spMkLst>
            <pc:docMk/>
            <pc:sldMk cId="3587522447" sldId="2147483472"/>
            <ac:spMk id="45" creationId="{B4757DA3-0236-85B6-706F-C94E6495987C}"/>
          </ac:spMkLst>
        </pc:spChg>
        <pc:spChg chg="add mod">
          <ac:chgData name="Merwin Dmello" userId="6021cd87-f32b-453d-b595-6a67c089d214" providerId="ADAL" clId="{D2B6511F-5DD6-46C7-82CE-49550252544E}" dt="2024-11-11T16:11:39.767" v="1146" actId="255"/>
          <ac:spMkLst>
            <pc:docMk/>
            <pc:sldMk cId="3587522447" sldId="2147483472"/>
            <ac:spMk id="46" creationId="{02540F94-DFD3-01FB-F9B7-2C4B0DFBDE18}"/>
          </ac:spMkLst>
        </pc:spChg>
        <pc:spChg chg="add mod">
          <ac:chgData name="Merwin Dmello" userId="6021cd87-f32b-453d-b595-6a67c089d214" providerId="ADAL" clId="{D2B6511F-5DD6-46C7-82CE-49550252544E}" dt="2024-11-11T16:12:48.973" v="1277" actId="14100"/>
          <ac:spMkLst>
            <pc:docMk/>
            <pc:sldMk cId="3587522447" sldId="2147483472"/>
            <ac:spMk id="47" creationId="{3AEC6FAC-64AE-163B-D1F9-AB5FE99EAF7D}"/>
          </ac:spMkLst>
        </pc:spChg>
        <pc:spChg chg="add mod">
          <ac:chgData name="Merwin Dmello" userId="6021cd87-f32b-453d-b595-6a67c089d214" providerId="ADAL" clId="{D2B6511F-5DD6-46C7-82CE-49550252544E}" dt="2024-11-11T16:17:14.212" v="1351" actId="20577"/>
          <ac:spMkLst>
            <pc:docMk/>
            <pc:sldMk cId="3587522447" sldId="2147483472"/>
            <ac:spMk id="48" creationId="{40BE989A-A9A7-CB1C-740B-78D30D7367FA}"/>
          </ac:spMkLst>
        </pc:spChg>
        <pc:spChg chg="add mod">
          <ac:chgData name="Merwin Dmello" userId="6021cd87-f32b-453d-b595-6a67c089d214" providerId="ADAL" clId="{D2B6511F-5DD6-46C7-82CE-49550252544E}" dt="2024-11-11T16:17:17.588" v="1353" actId="20577"/>
          <ac:spMkLst>
            <pc:docMk/>
            <pc:sldMk cId="3587522447" sldId="2147483472"/>
            <ac:spMk id="49" creationId="{FFB907E9-A130-0997-69B7-06B12784FAED}"/>
          </ac:spMkLst>
        </pc:spChg>
        <pc:spChg chg="add mod">
          <ac:chgData name="Merwin Dmello" userId="6021cd87-f32b-453d-b595-6a67c089d214" providerId="ADAL" clId="{D2B6511F-5DD6-46C7-82CE-49550252544E}" dt="2024-11-11T16:17:10.072" v="1350" actId="20577"/>
          <ac:spMkLst>
            <pc:docMk/>
            <pc:sldMk cId="3587522447" sldId="2147483472"/>
            <ac:spMk id="50" creationId="{9E3DBE23-6693-97FE-452A-8E5DD7A6BAAE}"/>
          </ac:spMkLst>
        </pc:spChg>
        <pc:spChg chg="add mod">
          <ac:chgData name="Merwin Dmello" userId="6021cd87-f32b-453d-b595-6a67c089d214" providerId="ADAL" clId="{D2B6511F-5DD6-46C7-82CE-49550252544E}" dt="2024-11-11T16:17:56.336" v="1361" actId="20577"/>
          <ac:spMkLst>
            <pc:docMk/>
            <pc:sldMk cId="3587522447" sldId="2147483472"/>
            <ac:spMk id="51" creationId="{A9999BF4-2F20-DC6C-5C6E-73BA0588663F}"/>
          </ac:spMkLst>
        </pc:spChg>
        <pc:spChg chg="add mod">
          <ac:chgData name="Merwin Dmello" userId="6021cd87-f32b-453d-b595-6a67c089d214" providerId="ADAL" clId="{D2B6511F-5DD6-46C7-82CE-49550252544E}" dt="2024-11-11T16:22:24.551" v="1437" actId="554"/>
          <ac:spMkLst>
            <pc:docMk/>
            <pc:sldMk cId="3587522447" sldId="2147483472"/>
            <ac:spMk id="52" creationId="{AC4F2C73-D205-016A-828B-565B96A08702}"/>
          </ac:spMkLst>
        </pc:spChg>
        <pc:spChg chg="add mod">
          <ac:chgData name="Merwin Dmello" userId="6021cd87-f32b-453d-b595-6a67c089d214" providerId="ADAL" clId="{D2B6511F-5DD6-46C7-82CE-49550252544E}" dt="2024-11-11T16:19:40.213" v="1401" actId="465"/>
          <ac:spMkLst>
            <pc:docMk/>
            <pc:sldMk cId="3587522447" sldId="2147483472"/>
            <ac:spMk id="53" creationId="{D958DFAB-CB90-A694-B60A-A0C80ABACD77}"/>
          </ac:spMkLst>
        </pc:spChg>
        <pc:spChg chg="add mod">
          <ac:chgData name="Merwin Dmello" userId="6021cd87-f32b-453d-b595-6a67c089d214" providerId="ADAL" clId="{D2B6511F-5DD6-46C7-82CE-49550252544E}" dt="2024-11-11T16:22:13.378" v="1433" actId="555"/>
          <ac:spMkLst>
            <pc:docMk/>
            <pc:sldMk cId="3587522447" sldId="2147483472"/>
            <ac:spMk id="54" creationId="{7ED620F6-E1D0-AD92-94BC-34A7BC7594EA}"/>
          </ac:spMkLst>
        </pc:spChg>
        <pc:spChg chg="add mod">
          <ac:chgData name="Merwin Dmello" userId="6021cd87-f32b-453d-b595-6a67c089d214" providerId="ADAL" clId="{D2B6511F-5DD6-46C7-82CE-49550252544E}" dt="2024-11-11T16:26:20.263" v="1500" actId="20577"/>
          <ac:spMkLst>
            <pc:docMk/>
            <pc:sldMk cId="3587522447" sldId="2147483472"/>
            <ac:spMk id="55" creationId="{4FA5472C-2E6A-609F-13AC-B22EA8912C76}"/>
          </ac:spMkLst>
        </pc:spChg>
        <pc:spChg chg="add mod">
          <ac:chgData name="Merwin Dmello" userId="6021cd87-f32b-453d-b595-6a67c089d214" providerId="ADAL" clId="{D2B6511F-5DD6-46C7-82CE-49550252544E}" dt="2024-11-11T16:28:42.454" v="1516" actId="554"/>
          <ac:spMkLst>
            <pc:docMk/>
            <pc:sldMk cId="3587522447" sldId="2147483472"/>
            <ac:spMk id="56" creationId="{3CBA4C1D-132B-B8C7-BAAF-F5BABBC80482}"/>
          </ac:spMkLst>
        </pc:spChg>
        <pc:spChg chg="add mod">
          <ac:chgData name="Merwin Dmello" userId="6021cd87-f32b-453d-b595-6a67c089d214" providerId="ADAL" clId="{D2B6511F-5DD6-46C7-82CE-49550252544E}" dt="2024-11-11T16:24:43.238" v="1483" actId="14100"/>
          <ac:spMkLst>
            <pc:docMk/>
            <pc:sldMk cId="3587522447" sldId="2147483472"/>
            <ac:spMk id="57" creationId="{D9F3E5B9-28C6-E060-0617-6E0263F99C75}"/>
          </ac:spMkLst>
        </pc:spChg>
        <pc:spChg chg="add mod">
          <ac:chgData name="Merwin Dmello" userId="6021cd87-f32b-453d-b595-6a67c089d214" providerId="ADAL" clId="{D2B6511F-5DD6-46C7-82CE-49550252544E}" dt="2024-11-11T16:31:09.061" v="1554" actId="555"/>
          <ac:spMkLst>
            <pc:docMk/>
            <pc:sldMk cId="3587522447" sldId="2147483472"/>
            <ac:spMk id="58" creationId="{3912791E-6BA4-FE21-A33D-525F3E8CB00F}"/>
          </ac:spMkLst>
        </pc:spChg>
        <pc:spChg chg="add mod">
          <ac:chgData name="Merwin Dmello" userId="6021cd87-f32b-453d-b595-6a67c089d214" providerId="ADAL" clId="{D2B6511F-5DD6-46C7-82CE-49550252544E}" dt="2024-11-11T16:31:15.026" v="1555" actId="552"/>
          <ac:spMkLst>
            <pc:docMk/>
            <pc:sldMk cId="3587522447" sldId="2147483472"/>
            <ac:spMk id="59" creationId="{721864BB-C045-4B7B-12F5-5A4106E34524}"/>
          </ac:spMkLst>
        </pc:spChg>
        <pc:spChg chg="add mod">
          <ac:chgData name="Merwin Dmello" userId="6021cd87-f32b-453d-b595-6a67c089d214" providerId="ADAL" clId="{D2B6511F-5DD6-46C7-82CE-49550252544E}" dt="2024-11-11T16:31:35.434" v="1581" actId="20577"/>
          <ac:spMkLst>
            <pc:docMk/>
            <pc:sldMk cId="3587522447" sldId="2147483472"/>
            <ac:spMk id="60" creationId="{D21FBF71-BB0A-4790-AB19-84BD41FB7731}"/>
          </ac:spMkLst>
        </pc:spChg>
        <pc:graphicFrameChg chg="add mod modGraphic">
          <ac:chgData name="Merwin Dmello" userId="6021cd87-f32b-453d-b595-6a67c089d214" providerId="ADAL" clId="{D2B6511F-5DD6-46C7-82CE-49550252544E}" dt="2024-11-11T16:26:34.006" v="1501"/>
          <ac:graphicFrameMkLst>
            <pc:docMk/>
            <pc:sldMk cId="3587522447" sldId="2147483472"/>
            <ac:graphicFrameMk id="24" creationId="{571534D3-B811-A82B-3465-B8245EFADE05}"/>
          </ac:graphicFrameMkLst>
        </pc:graphicFrameChg>
        <pc:graphicFrameChg chg="add del mod">
          <ac:chgData name="Merwin Dmello" userId="6021cd87-f32b-453d-b595-6a67c089d214" providerId="ADAL" clId="{D2B6511F-5DD6-46C7-82CE-49550252544E}" dt="2024-11-11T15:36:02.555" v="430" actId="478"/>
          <ac:graphicFrameMkLst>
            <pc:docMk/>
            <pc:sldMk cId="3587522447" sldId="2147483472"/>
            <ac:graphicFrameMk id="29" creationId="{69F26AA7-44C2-5906-410D-607E8B843E40}"/>
          </ac:graphicFrameMkLst>
        </pc:graphicFrameChg>
        <pc:picChg chg="del">
          <ac:chgData name="Merwin Dmello" userId="6021cd87-f32b-453d-b595-6a67c089d214" providerId="ADAL" clId="{D2B6511F-5DD6-46C7-82CE-49550252544E}" dt="2024-11-11T14:35:35.940" v="2" actId="478"/>
          <ac:picMkLst>
            <pc:docMk/>
            <pc:sldMk cId="3587522447" sldId="2147483472"/>
            <ac:picMk id="5" creationId="{B6B32C54-5486-32B4-27BF-BA2F4297246C}"/>
          </ac:picMkLst>
        </pc:picChg>
      </pc:sldChg>
      <pc:sldChg chg="del">
        <pc:chgData name="Merwin Dmello" userId="6021cd87-f32b-453d-b595-6a67c089d214" providerId="ADAL" clId="{D2B6511F-5DD6-46C7-82CE-49550252544E}" dt="2024-11-11T14:41:40.632" v="17" actId="47"/>
        <pc:sldMkLst>
          <pc:docMk/>
          <pc:sldMk cId="3534878753" sldId="2147483473"/>
        </pc:sldMkLst>
      </pc:sldChg>
      <pc:sldChg chg="addSp delSp modSp del mod">
        <pc:chgData name="Merwin Dmello" userId="6021cd87-f32b-453d-b595-6a67c089d214" providerId="ADAL" clId="{D2B6511F-5DD6-46C7-82CE-49550252544E}" dt="2024-11-11T15:00:29.800" v="184" actId="47"/>
        <pc:sldMkLst>
          <pc:docMk/>
          <pc:sldMk cId="3811552593" sldId="2147483474"/>
        </pc:sldMkLst>
        <pc:spChg chg="add mod">
          <ac:chgData name="Merwin Dmello" userId="6021cd87-f32b-453d-b595-6a67c089d214" providerId="ADAL" clId="{D2B6511F-5DD6-46C7-82CE-49550252544E}" dt="2024-11-11T14:41:58.872" v="18" actId="478"/>
          <ac:spMkLst>
            <pc:docMk/>
            <pc:sldMk cId="3811552593" sldId="2147483474"/>
            <ac:spMk id="3" creationId="{ADFB4BBF-3730-3670-DBA4-128B25A25671}"/>
          </ac:spMkLst>
        </pc:spChg>
        <pc:spChg chg="del mod">
          <ac:chgData name="Merwin Dmello" userId="6021cd87-f32b-453d-b595-6a67c089d214" providerId="ADAL" clId="{D2B6511F-5DD6-46C7-82CE-49550252544E}" dt="2024-11-11T14:41:58.872" v="18" actId="478"/>
          <ac:spMkLst>
            <pc:docMk/>
            <pc:sldMk cId="3811552593" sldId="2147483474"/>
            <ac:spMk id="7" creationId="{C454AC74-CDEB-79F4-3746-BA4CC9311016}"/>
          </ac:spMkLst>
        </pc:spChg>
        <pc:spChg chg="del mod">
          <ac:chgData name="Merwin Dmello" userId="6021cd87-f32b-453d-b595-6a67c089d214" providerId="ADAL" clId="{D2B6511F-5DD6-46C7-82CE-49550252544E}" dt="2024-11-11T14:41:58.872" v="18" actId="478"/>
          <ac:spMkLst>
            <pc:docMk/>
            <pc:sldMk cId="3811552593" sldId="2147483474"/>
            <ac:spMk id="8" creationId="{641B19D3-8580-632E-73B4-4970B269876C}"/>
          </ac:spMkLst>
        </pc:spChg>
        <pc:spChg chg="del mod">
          <ac:chgData name="Merwin Dmello" userId="6021cd87-f32b-453d-b595-6a67c089d214" providerId="ADAL" clId="{D2B6511F-5DD6-46C7-82CE-49550252544E}" dt="2024-11-11T14:41:58.872" v="18" actId="478"/>
          <ac:spMkLst>
            <pc:docMk/>
            <pc:sldMk cId="3811552593" sldId="2147483474"/>
            <ac:spMk id="9" creationId="{59FF97E7-D450-EF96-6366-012D2CE1AD74}"/>
          </ac:spMkLst>
        </pc:spChg>
        <pc:spChg chg="del mod">
          <ac:chgData name="Merwin Dmello" userId="6021cd87-f32b-453d-b595-6a67c089d214" providerId="ADAL" clId="{D2B6511F-5DD6-46C7-82CE-49550252544E}" dt="2024-11-11T14:41:58.872" v="18" actId="478"/>
          <ac:spMkLst>
            <pc:docMk/>
            <pc:sldMk cId="3811552593" sldId="2147483474"/>
            <ac:spMk id="10" creationId="{01980599-298E-F217-D088-A3E581F6C5E6}"/>
          </ac:spMkLst>
        </pc:spChg>
        <pc:spChg chg="del mod">
          <ac:chgData name="Merwin Dmello" userId="6021cd87-f32b-453d-b595-6a67c089d214" providerId="ADAL" clId="{D2B6511F-5DD6-46C7-82CE-49550252544E}" dt="2024-11-11T14:41:58.872" v="18" actId="478"/>
          <ac:spMkLst>
            <pc:docMk/>
            <pc:sldMk cId="3811552593" sldId="2147483474"/>
            <ac:spMk id="11" creationId="{5825650D-3350-7D8F-80F0-8982784383E1}"/>
          </ac:spMkLst>
        </pc:spChg>
        <pc:spChg chg="del mod">
          <ac:chgData name="Merwin Dmello" userId="6021cd87-f32b-453d-b595-6a67c089d214" providerId="ADAL" clId="{D2B6511F-5DD6-46C7-82CE-49550252544E}" dt="2024-11-11T14:41:58.872" v="18" actId="478"/>
          <ac:spMkLst>
            <pc:docMk/>
            <pc:sldMk cId="3811552593" sldId="2147483474"/>
            <ac:spMk id="12" creationId="{6843DC7D-5BEE-BE09-DB13-DFE249EFA2EA}"/>
          </ac:spMkLst>
        </pc:spChg>
        <pc:spChg chg="del mod">
          <ac:chgData name="Merwin Dmello" userId="6021cd87-f32b-453d-b595-6a67c089d214" providerId="ADAL" clId="{D2B6511F-5DD6-46C7-82CE-49550252544E}" dt="2024-11-11T14:41:58.872" v="18" actId="478"/>
          <ac:spMkLst>
            <pc:docMk/>
            <pc:sldMk cId="3811552593" sldId="2147483474"/>
            <ac:spMk id="13" creationId="{BAFA0D81-BECB-CA8E-E8C8-F1DAA04081B4}"/>
          </ac:spMkLst>
        </pc:spChg>
        <pc:spChg chg="del">
          <ac:chgData name="Merwin Dmello" userId="6021cd87-f32b-453d-b595-6a67c089d214" providerId="ADAL" clId="{D2B6511F-5DD6-46C7-82CE-49550252544E}" dt="2024-11-11T14:41:58.872" v="18" actId="478"/>
          <ac:spMkLst>
            <pc:docMk/>
            <pc:sldMk cId="3811552593" sldId="2147483474"/>
            <ac:spMk id="14" creationId="{DEEC35C6-D501-B0E7-C124-96C46E3EAC39}"/>
          </ac:spMkLst>
        </pc:spChg>
        <pc:spChg chg="add mod">
          <ac:chgData name="Merwin Dmello" userId="6021cd87-f32b-453d-b595-6a67c089d214" providerId="ADAL" clId="{D2B6511F-5DD6-46C7-82CE-49550252544E}" dt="2024-11-11T14:41:58.872" v="18" actId="478"/>
          <ac:spMkLst>
            <pc:docMk/>
            <pc:sldMk cId="3811552593" sldId="2147483474"/>
            <ac:spMk id="15" creationId="{3B1C1764-4E8C-084D-E531-2B71E50D20BC}"/>
          </ac:spMkLst>
        </pc:spChg>
        <pc:spChg chg="add mod">
          <ac:chgData name="Merwin Dmello" userId="6021cd87-f32b-453d-b595-6a67c089d214" providerId="ADAL" clId="{D2B6511F-5DD6-46C7-82CE-49550252544E}" dt="2024-11-11T14:41:58.872" v="18" actId="478"/>
          <ac:spMkLst>
            <pc:docMk/>
            <pc:sldMk cId="3811552593" sldId="2147483474"/>
            <ac:spMk id="17" creationId="{F92FB846-54D3-45CF-BAB9-53B558692A1F}"/>
          </ac:spMkLst>
        </pc:spChg>
        <pc:spChg chg="add mod">
          <ac:chgData name="Merwin Dmello" userId="6021cd87-f32b-453d-b595-6a67c089d214" providerId="ADAL" clId="{D2B6511F-5DD6-46C7-82CE-49550252544E}" dt="2024-11-11T14:41:58.872" v="18" actId="478"/>
          <ac:spMkLst>
            <pc:docMk/>
            <pc:sldMk cId="3811552593" sldId="2147483474"/>
            <ac:spMk id="19" creationId="{C21C6D6F-53CE-951B-398E-FF08CB77191F}"/>
          </ac:spMkLst>
        </pc:spChg>
        <pc:spChg chg="add mod">
          <ac:chgData name="Merwin Dmello" userId="6021cd87-f32b-453d-b595-6a67c089d214" providerId="ADAL" clId="{D2B6511F-5DD6-46C7-82CE-49550252544E}" dt="2024-11-11T14:41:58.872" v="18" actId="478"/>
          <ac:spMkLst>
            <pc:docMk/>
            <pc:sldMk cId="3811552593" sldId="2147483474"/>
            <ac:spMk id="21" creationId="{1A74FCD6-C745-DA09-B4A3-8CBFF5A4A707}"/>
          </ac:spMkLst>
        </pc:spChg>
        <pc:spChg chg="add mod">
          <ac:chgData name="Merwin Dmello" userId="6021cd87-f32b-453d-b595-6a67c089d214" providerId="ADAL" clId="{D2B6511F-5DD6-46C7-82CE-49550252544E}" dt="2024-11-11T14:41:58.872" v="18" actId="478"/>
          <ac:spMkLst>
            <pc:docMk/>
            <pc:sldMk cId="3811552593" sldId="2147483474"/>
            <ac:spMk id="23" creationId="{E759B0FE-D0A8-C1D6-21C6-188D011A84FC}"/>
          </ac:spMkLst>
        </pc:spChg>
        <pc:spChg chg="add mod">
          <ac:chgData name="Merwin Dmello" userId="6021cd87-f32b-453d-b595-6a67c089d214" providerId="ADAL" clId="{D2B6511F-5DD6-46C7-82CE-49550252544E}" dt="2024-11-11T14:41:58.872" v="18" actId="478"/>
          <ac:spMkLst>
            <pc:docMk/>
            <pc:sldMk cId="3811552593" sldId="2147483474"/>
            <ac:spMk id="25" creationId="{53069458-7BAC-7F81-CA68-8C72206BDCD5}"/>
          </ac:spMkLst>
        </pc:spChg>
        <pc:spChg chg="add mod">
          <ac:chgData name="Merwin Dmello" userId="6021cd87-f32b-453d-b595-6a67c089d214" providerId="ADAL" clId="{D2B6511F-5DD6-46C7-82CE-49550252544E}" dt="2024-11-11T14:41:58.872" v="18" actId="478"/>
          <ac:spMkLst>
            <pc:docMk/>
            <pc:sldMk cId="3811552593" sldId="2147483474"/>
            <ac:spMk id="27" creationId="{47075A0F-8324-37ED-0847-307FAD0D393A}"/>
          </ac:spMkLst>
        </pc:spChg>
      </pc:sldChg>
      <pc:sldChg chg="modSp del">
        <pc:chgData name="Merwin Dmello" userId="6021cd87-f32b-453d-b595-6a67c089d214" providerId="ADAL" clId="{D2B6511F-5DD6-46C7-82CE-49550252544E}" dt="2024-11-11T14:43:17.652" v="32" actId="47"/>
        <pc:sldMkLst>
          <pc:docMk/>
          <pc:sldMk cId="1333792876" sldId="2147483476"/>
        </pc:sldMkLst>
        <pc:spChg chg="mod">
          <ac:chgData name="Merwin Dmello" userId="6021cd87-f32b-453d-b595-6a67c089d214" providerId="ADAL" clId="{D2B6511F-5DD6-46C7-82CE-49550252544E}" dt="2024-11-11T14:39:34.579" v="4"/>
          <ac:spMkLst>
            <pc:docMk/>
            <pc:sldMk cId="1333792876" sldId="2147483476"/>
            <ac:spMk id="2" creationId="{CB0CB17F-0B49-DD73-4895-1C7D72F52F2A}"/>
          </ac:spMkLst>
        </pc:spChg>
      </pc:sldChg>
      <pc:sldChg chg="del">
        <pc:chgData name="Merwin Dmello" userId="6021cd87-f32b-453d-b595-6a67c089d214" providerId="ADAL" clId="{D2B6511F-5DD6-46C7-82CE-49550252544E}" dt="2024-11-11T14:42:29.732" v="28" actId="47"/>
        <pc:sldMkLst>
          <pc:docMk/>
          <pc:sldMk cId="185031250" sldId="2147483477"/>
        </pc:sldMkLst>
      </pc:sldChg>
      <pc:sldChg chg="modSp del">
        <pc:chgData name="Merwin Dmello" userId="6021cd87-f32b-453d-b595-6a67c089d214" providerId="ADAL" clId="{D2B6511F-5DD6-46C7-82CE-49550252544E}" dt="2024-11-11T14:41:37.010" v="16" actId="47"/>
        <pc:sldMkLst>
          <pc:docMk/>
          <pc:sldMk cId="1176359209" sldId="2147483478"/>
        </pc:sldMkLst>
        <pc:spChg chg="mod">
          <ac:chgData name="Merwin Dmello" userId="6021cd87-f32b-453d-b595-6a67c089d214" providerId="ADAL" clId="{D2B6511F-5DD6-46C7-82CE-49550252544E}" dt="2024-11-11T14:39:34.579" v="4"/>
          <ac:spMkLst>
            <pc:docMk/>
            <pc:sldMk cId="1176359209" sldId="2147483478"/>
            <ac:spMk id="2" creationId="{7A3328F0-0EC2-866C-BBCA-4B4B796EDE22}"/>
          </ac:spMkLst>
        </pc:spChg>
        <pc:spChg chg="mod">
          <ac:chgData name="Merwin Dmello" userId="6021cd87-f32b-453d-b595-6a67c089d214" providerId="ADAL" clId="{D2B6511F-5DD6-46C7-82CE-49550252544E}" dt="2024-11-11T14:39:48.161" v="8"/>
          <ac:spMkLst>
            <pc:docMk/>
            <pc:sldMk cId="1176359209" sldId="2147483478"/>
            <ac:spMk id="3" creationId="{1BF8EDE9-43D0-81E9-B591-EE03F73C01A2}"/>
          </ac:spMkLst>
        </pc:spChg>
      </pc:sldChg>
      <pc:sldChg chg="modSp del">
        <pc:chgData name="Merwin Dmello" userId="6021cd87-f32b-453d-b595-6a67c089d214" providerId="ADAL" clId="{D2B6511F-5DD6-46C7-82CE-49550252544E}" dt="2024-11-11T14:42:32.247" v="29" actId="47"/>
        <pc:sldMkLst>
          <pc:docMk/>
          <pc:sldMk cId="2335192597" sldId="2147483480"/>
        </pc:sldMkLst>
        <pc:spChg chg="mod">
          <ac:chgData name="Merwin Dmello" userId="6021cd87-f32b-453d-b595-6a67c089d214" providerId="ADAL" clId="{D2B6511F-5DD6-46C7-82CE-49550252544E}" dt="2024-11-11T14:39:34.579" v="4"/>
          <ac:spMkLst>
            <pc:docMk/>
            <pc:sldMk cId="2335192597" sldId="2147483480"/>
            <ac:spMk id="2" creationId="{7489DAA1-B49C-3798-5E9E-A5C7467DCE9E}"/>
          </ac:spMkLst>
        </pc:spChg>
        <pc:spChg chg="mod">
          <ac:chgData name="Merwin Dmello" userId="6021cd87-f32b-453d-b595-6a67c089d214" providerId="ADAL" clId="{D2B6511F-5DD6-46C7-82CE-49550252544E}" dt="2024-11-11T14:39:48.161" v="8"/>
          <ac:spMkLst>
            <pc:docMk/>
            <pc:sldMk cId="2335192597" sldId="2147483480"/>
            <ac:spMk id="3" creationId="{C510AA31-E26C-1625-9200-0074EF0D5828}"/>
          </ac:spMkLst>
        </pc:spChg>
      </pc:sldChg>
      <pc:sldChg chg="modSp del">
        <pc:chgData name="Merwin Dmello" userId="6021cd87-f32b-453d-b595-6a67c089d214" providerId="ADAL" clId="{D2B6511F-5DD6-46C7-82CE-49550252544E}" dt="2024-11-11T14:41:31.765" v="14" actId="47"/>
        <pc:sldMkLst>
          <pc:docMk/>
          <pc:sldMk cId="1889433416" sldId="2147483481"/>
        </pc:sldMkLst>
        <pc:spChg chg="mod">
          <ac:chgData name="Merwin Dmello" userId="6021cd87-f32b-453d-b595-6a67c089d214" providerId="ADAL" clId="{D2B6511F-5DD6-46C7-82CE-49550252544E}" dt="2024-11-11T14:39:34.579" v="4"/>
          <ac:spMkLst>
            <pc:docMk/>
            <pc:sldMk cId="1889433416" sldId="2147483481"/>
            <ac:spMk id="2" creationId="{C9C96D3F-857A-EDC2-41E3-EFC725865A39}"/>
          </ac:spMkLst>
        </pc:spChg>
        <pc:spChg chg="mod">
          <ac:chgData name="Merwin Dmello" userId="6021cd87-f32b-453d-b595-6a67c089d214" providerId="ADAL" clId="{D2B6511F-5DD6-46C7-82CE-49550252544E}" dt="2024-11-11T14:39:48.161" v="8"/>
          <ac:spMkLst>
            <pc:docMk/>
            <pc:sldMk cId="1889433416" sldId="2147483481"/>
            <ac:spMk id="3" creationId="{5A0C4FFA-8B76-E814-4CA8-BD6D88E18A54}"/>
          </ac:spMkLst>
        </pc:spChg>
      </pc:sldChg>
      <pc:sldChg chg="modSp mod ord">
        <pc:chgData name="Merwin Dmello" userId="6021cd87-f32b-453d-b595-6a67c089d214" providerId="ADAL" clId="{D2B6511F-5DD6-46C7-82CE-49550252544E}" dt="2024-11-11T17:21:15.275" v="1887" actId="20577"/>
        <pc:sldMkLst>
          <pc:docMk/>
          <pc:sldMk cId="159674045" sldId="2147483482"/>
        </pc:sldMkLst>
        <pc:spChg chg="mod">
          <ac:chgData name="Merwin Dmello" userId="6021cd87-f32b-453d-b595-6a67c089d214" providerId="ADAL" clId="{D2B6511F-5DD6-46C7-82CE-49550252544E}" dt="2024-11-11T15:05:24.407" v="222" actId="20577"/>
          <ac:spMkLst>
            <pc:docMk/>
            <pc:sldMk cId="159674045" sldId="2147483482"/>
            <ac:spMk id="2" creationId="{D9A016B3-4BF3-06D2-13E7-340EDE0197C1}"/>
          </ac:spMkLst>
        </pc:spChg>
        <pc:spChg chg="mod">
          <ac:chgData name="Merwin Dmello" userId="6021cd87-f32b-453d-b595-6a67c089d214" providerId="ADAL" clId="{D2B6511F-5DD6-46C7-82CE-49550252544E}" dt="2024-11-11T17:21:15.275" v="1887" actId="20577"/>
          <ac:spMkLst>
            <pc:docMk/>
            <pc:sldMk cId="159674045" sldId="2147483482"/>
            <ac:spMk id="3" creationId="{249899B4-CBD3-2579-A588-B692ADBEE60A}"/>
          </ac:spMkLst>
        </pc:spChg>
      </pc:sldChg>
      <pc:sldChg chg="del">
        <pc:chgData name="Merwin Dmello" userId="6021cd87-f32b-453d-b595-6a67c089d214" providerId="ADAL" clId="{D2B6511F-5DD6-46C7-82CE-49550252544E}" dt="2024-11-11T14:43:17.652" v="32" actId="47"/>
        <pc:sldMkLst>
          <pc:docMk/>
          <pc:sldMk cId="2924199222" sldId="2147483611"/>
        </pc:sldMkLst>
      </pc:sldChg>
      <pc:sldChg chg="modSp del">
        <pc:chgData name="Merwin Dmello" userId="6021cd87-f32b-453d-b595-6a67c089d214" providerId="ADAL" clId="{D2B6511F-5DD6-46C7-82CE-49550252544E}" dt="2024-11-11T14:43:17.652" v="32" actId="47"/>
        <pc:sldMkLst>
          <pc:docMk/>
          <pc:sldMk cId="562009256" sldId="2147483624"/>
        </pc:sldMkLst>
        <pc:spChg chg="mod">
          <ac:chgData name="Merwin Dmello" userId="6021cd87-f32b-453d-b595-6a67c089d214" providerId="ADAL" clId="{D2B6511F-5DD6-46C7-82CE-49550252544E}" dt="2024-11-11T14:39:34.579" v="4"/>
          <ac:spMkLst>
            <pc:docMk/>
            <pc:sldMk cId="562009256" sldId="2147483624"/>
            <ac:spMk id="2" creationId="{AA25C9CD-F925-249D-2C16-053188FD8D84}"/>
          </ac:spMkLst>
        </pc:spChg>
      </pc:sldChg>
      <pc:sldChg chg="modSp del">
        <pc:chgData name="Merwin Dmello" userId="6021cd87-f32b-453d-b595-6a67c089d214" providerId="ADAL" clId="{D2B6511F-5DD6-46C7-82CE-49550252544E}" dt="2024-11-11T14:43:17.652" v="32" actId="47"/>
        <pc:sldMkLst>
          <pc:docMk/>
          <pc:sldMk cId="2308022306" sldId="2147483636"/>
        </pc:sldMkLst>
        <pc:spChg chg="mod">
          <ac:chgData name="Merwin Dmello" userId="6021cd87-f32b-453d-b595-6a67c089d214" providerId="ADAL" clId="{D2B6511F-5DD6-46C7-82CE-49550252544E}" dt="2024-11-11T14:39:34.579" v="4"/>
          <ac:spMkLst>
            <pc:docMk/>
            <pc:sldMk cId="2308022306" sldId="2147483636"/>
            <ac:spMk id="2" creationId="{3FB29F05-5DB2-4A79-3876-24DDEB751D38}"/>
          </ac:spMkLst>
        </pc:spChg>
        <pc:spChg chg="mod">
          <ac:chgData name="Merwin Dmello" userId="6021cd87-f32b-453d-b595-6a67c089d214" providerId="ADAL" clId="{D2B6511F-5DD6-46C7-82CE-49550252544E}" dt="2024-11-11T14:39:48.161" v="8"/>
          <ac:spMkLst>
            <pc:docMk/>
            <pc:sldMk cId="2308022306" sldId="2147483636"/>
            <ac:spMk id="3" creationId="{2F943AF8-ACAD-61F2-E754-7486D15E08CC}"/>
          </ac:spMkLst>
        </pc:spChg>
        <pc:spChg chg="mod">
          <ac:chgData name="Merwin Dmello" userId="6021cd87-f32b-453d-b595-6a67c089d214" providerId="ADAL" clId="{D2B6511F-5DD6-46C7-82CE-49550252544E}" dt="2024-11-11T14:39:48.161" v="8"/>
          <ac:spMkLst>
            <pc:docMk/>
            <pc:sldMk cId="2308022306" sldId="2147483636"/>
            <ac:spMk id="4" creationId="{44BAEC06-8BBD-02EF-4FF3-5B79E452FBC4}"/>
          </ac:spMkLst>
        </pc:spChg>
      </pc:sldChg>
      <pc:sldChg chg="delSp modSp mod modShow">
        <pc:chgData name="Merwin Dmello" userId="6021cd87-f32b-453d-b595-6a67c089d214" providerId="ADAL" clId="{D2B6511F-5DD6-46C7-82CE-49550252544E}" dt="2024-11-11T14:52:16.482" v="140" actId="478"/>
        <pc:sldMkLst>
          <pc:docMk/>
          <pc:sldMk cId="2533951136" sldId="2147483637"/>
        </pc:sldMkLst>
        <pc:spChg chg="mod">
          <ac:chgData name="Merwin Dmello" userId="6021cd87-f32b-453d-b595-6a67c089d214" providerId="ADAL" clId="{D2B6511F-5DD6-46C7-82CE-49550252544E}" dt="2024-11-11T14:52:05.746" v="139" actId="20577"/>
          <ac:spMkLst>
            <pc:docMk/>
            <pc:sldMk cId="2533951136" sldId="2147483637"/>
            <ac:spMk id="2" creationId="{04812360-7802-1BE2-F75F-1B949F7AEF57}"/>
          </ac:spMkLst>
        </pc:spChg>
        <pc:spChg chg="del mod">
          <ac:chgData name="Merwin Dmello" userId="6021cd87-f32b-453d-b595-6a67c089d214" providerId="ADAL" clId="{D2B6511F-5DD6-46C7-82CE-49550252544E}" dt="2024-11-11T14:52:16.482" v="140" actId="478"/>
          <ac:spMkLst>
            <pc:docMk/>
            <pc:sldMk cId="2533951136" sldId="2147483637"/>
            <ac:spMk id="3" creationId="{57D1775D-7B7E-5A9C-54B2-777653BEAB58}"/>
          </ac:spMkLst>
        </pc:spChg>
      </pc:sldChg>
      <pc:sldChg chg="addSp delSp modSp add mod ord">
        <pc:chgData name="Merwin Dmello" userId="6021cd87-f32b-453d-b595-6a67c089d214" providerId="ADAL" clId="{D2B6511F-5DD6-46C7-82CE-49550252544E}" dt="2024-11-11T15:15:51.348" v="243"/>
        <pc:sldMkLst>
          <pc:docMk/>
          <pc:sldMk cId="3910197325" sldId="2147483638"/>
        </pc:sldMkLst>
        <pc:spChg chg="add del mod">
          <ac:chgData name="Merwin Dmello" userId="6021cd87-f32b-453d-b595-6a67c089d214" providerId="ADAL" clId="{D2B6511F-5DD6-46C7-82CE-49550252544E}" dt="2024-11-11T14:52:53.009" v="148" actId="478"/>
          <ac:spMkLst>
            <pc:docMk/>
            <pc:sldMk cId="3910197325" sldId="2147483638"/>
            <ac:spMk id="3" creationId="{A3DDB500-5961-DC0D-B152-A8D9AB843DC5}"/>
          </ac:spMkLst>
        </pc:spChg>
        <pc:spChg chg="del">
          <ac:chgData name="Merwin Dmello" userId="6021cd87-f32b-453d-b595-6a67c089d214" providerId="ADAL" clId="{D2B6511F-5DD6-46C7-82CE-49550252544E}" dt="2024-11-11T14:52:50.564" v="147" actId="478"/>
          <ac:spMkLst>
            <pc:docMk/>
            <pc:sldMk cId="3910197325" sldId="2147483638"/>
            <ac:spMk id="4" creationId="{46290E72-B0DA-53FA-1B81-E5E7D16C0608}"/>
          </ac:spMkLst>
        </pc:spChg>
        <pc:spChg chg="add mod">
          <ac:chgData name="Merwin Dmello" userId="6021cd87-f32b-453d-b595-6a67c089d214" providerId="ADAL" clId="{D2B6511F-5DD6-46C7-82CE-49550252544E}" dt="2024-11-11T14:56:49.343" v="183" actId="2711"/>
          <ac:spMkLst>
            <pc:docMk/>
            <pc:sldMk cId="3910197325" sldId="2147483638"/>
            <ac:spMk id="7" creationId="{94A71494-E772-5B57-EB59-D8F3DC7E8B91}"/>
          </ac:spMkLst>
        </pc:spChg>
        <pc:spChg chg="mod">
          <ac:chgData name="Merwin Dmello" userId="6021cd87-f32b-453d-b595-6a67c089d214" providerId="ADAL" clId="{D2B6511F-5DD6-46C7-82CE-49550252544E}" dt="2024-11-11T14:56:05.094" v="179"/>
          <ac:spMkLst>
            <pc:docMk/>
            <pc:sldMk cId="3910197325" sldId="2147483638"/>
            <ac:spMk id="8" creationId="{11C5C38C-E2E3-2AE0-831E-DC532D0D9FD7}"/>
          </ac:spMkLst>
        </pc:spChg>
        <pc:spChg chg="del">
          <ac:chgData name="Merwin Dmello" userId="6021cd87-f32b-453d-b595-6a67c089d214" providerId="ADAL" clId="{D2B6511F-5DD6-46C7-82CE-49550252544E}" dt="2024-11-11T14:53:06.867" v="149" actId="478"/>
          <ac:spMkLst>
            <pc:docMk/>
            <pc:sldMk cId="3910197325" sldId="2147483638"/>
            <ac:spMk id="9" creationId="{523F5680-241E-7AD4-CCC7-88D8E6C4B04B}"/>
          </ac:spMkLst>
        </pc:spChg>
        <pc:picChg chg="add del mod">
          <ac:chgData name="Merwin Dmello" userId="6021cd87-f32b-453d-b595-6a67c089d214" providerId="ADAL" clId="{D2B6511F-5DD6-46C7-82CE-49550252544E}" dt="2024-11-11T14:56:18.596" v="180" actId="478"/>
          <ac:picMkLst>
            <pc:docMk/>
            <pc:sldMk cId="3910197325" sldId="2147483638"/>
            <ac:picMk id="5" creationId="{4E7A9BB4-964D-C700-21B3-18061CD7FE5C}"/>
          </ac:picMkLst>
        </pc:picChg>
        <pc:picChg chg="add mod">
          <ac:chgData name="Merwin Dmello" userId="6021cd87-f32b-453d-b595-6a67c089d214" providerId="ADAL" clId="{D2B6511F-5DD6-46C7-82CE-49550252544E}" dt="2024-11-11T14:56:25.629" v="181"/>
          <ac:picMkLst>
            <pc:docMk/>
            <pc:sldMk cId="3910197325" sldId="2147483638"/>
            <ac:picMk id="6" creationId="{AB9AED99-E774-E9B9-A64D-11744E5E2E1C}"/>
          </ac:picMkLst>
        </pc:picChg>
      </pc:sldChg>
      <pc:sldChg chg="modSp add mod ord">
        <pc:chgData name="Merwin Dmello" userId="6021cd87-f32b-453d-b595-6a67c089d214" providerId="ADAL" clId="{D2B6511F-5DD6-46C7-82CE-49550252544E}" dt="2024-11-11T18:24:36.704" v="3645" actId="20577"/>
        <pc:sldMkLst>
          <pc:docMk/>
          <pc:sldMk cId="3930151645" sldId="2147483639"/>
        </pc:sldMkLst>
        <pc:spChg chg="mod">
          <ac:chgData name="Merwin Dmello" userId="6021cd87-f32b-453d-b595-6a67c089d214" providerId="ADAL" clId="{D2B6511F-5DD6-46C7-82CE-49550252544E}" dt="2024-11-11T18:24:36.704" v="3645" actId="20577"/>
          <ac:spMkLst>
            <pc:docMk/>
            <pc:sldMk cId="3930151645" sldId="2147483639"/>
            <ac:spMk id="2" creationId="{D9A016B3-4BF3-06D2-13E7-340EDE0197C1}"/>
          </ac:spMkLst>
        </pc:spChg>
        <pc:spChg chg="mod">
          <ac:chgData name="Merwin Dmello" userId="6021cd87-f32b-453d-b595-6a67c089d214" providerId="ADAL" clId="{D2B6511F-5DD6-46C7-82CE-49550252544E}" dt="2024-11-11T15:06:11.515" v="241" actId="20577"/>
          <ac:spMkLst>
            <pc:docMk/>
            <pc:sldMk cId="3930151645" sldId="2147483639"/>
            <ac:spMk id="3" creationId="{249899B4-CBD3-2579-A588-B692ADBEE60A}"/>
          </ac:spMkLst>
        </pc:spChg>
      </pc:sldChg>
      <pc:sldChg chg="add">
        <pc:chgData name="Merwin Dmello" userId="6021cd87-f32b-453d-b595-6a67c089d214" providerId="ADAL" clId="{D2B6511F-5DD6-46C7-82CE-49550252544E}" dt="2024-11-11T14:55:31.322" v="173" actId="2890"/>
        <pc:sldMkLst>
          <pc:docMk/>
          <pc:sldMk cId="3508957579" sldId="2147483640"/>
        </pc:sldMkLst>
      </pc:sldChg>
      <pc:sldChg chg="modSp add mod ord">
        <pc:chgData name="Merwin Dmello" userId="6021cd87-f32b-453d-b595-6a67c089d214" providerId="ADAL" clId="{D2B6511F-5DD6-46C7-82CE-49550252544E}" dt="2024-11-11T17:21:11.651" v="1886" actId="20577"/>
        <pc:sldMkLst>
          <pc:docMk/>
          <pc:sldMk cId="1969300794" sldId="2147483641"/>
        </pc:sldMkLst>
        <pc:spChg chg="mod">
          <ac:chgData name="Merwin Dmello" userId="6021cd87-f32b-453d-b595-6a67c089d214" providerId="ADAL" clId="{D2B6511F-5DD6-46C7-82CE-49550252544E}" dt="2024-11-11T15:05:35.603" v="230" actId="20577"/>
          <ac:spMkLst>
            <pc:docMk/>
            <pc:sldMk cId="1969300794" sldId="2147483641"/>
            <ac:spMk id="2" creationId="{D9A016B3-4BF3-06D2-13E7-340EDE0197C1}"/>
          </ac:spMkLst>
        </pc:spChg>
        <pc:spChg chg="mod">
          <ac:chgData name="Merwin Dmello" userId="6021cd87-f32b-453d-b595-6a67c089d214" providerId="ADAL" clId="{D2B6511F-5DD6-46C7-82CE-49550252544E}" dt="2024-11-11T17:21:11.651" v="1886" actId="20577"/>
          <ac:spMkLst>
            <pc:docMk/>
            <pc:sldMk cId="1969300794" sldId="2147483641"/>
            <ac:spMk id="3" creationId="{249899B4-CBD3-2579-A588-B692ADBEE60A}"/>
          </ac:spMkLst>
        </pc:spChg>
      </pc:sldChg>
      <pc:sldChg chg="addSp delSp modSp add mod ord">
        <pc:chgData name="Merwin Dmello" userId="6021cd87-f32b-453d-b595-6a67c089d214" providerId="ADAL" clId="{D2B6511F-5DD6-46C7-82CE-49550252544E}" dt="2024-11-11T18:00:54.218" v="3007" actId="20577"/>
        <pc:sldMkLst>
          <pc:docMk/>
          <pc:sldMk cId="328479281" sldId="2147483642"/>
        </pc:sldMkLst>
        <pc:spChg chg="add del mod">
          <ac:chgData name="Merwin Dmello" userId="6021cd87-f32b-453d-b595-6a67c089d214" providerId="ADAL" clId="{D2B6511F-5DD6-46C7-82CE-49550252544E}" dt="2024-11-11T16:40:42.940" v="1596" actId="478"/>
          <ac:spMkLst>
            <pc:docMk/>
            <pc:sldMk cId="328479281" sldId="2147483642"/>
            <ac:spMk id="3" creationId="{89D3294D-8E82-17B1-0B23-9C9482A66509}"/>
          </ac:spMkLst>
        </pc:spChg>
        <pc:spChg chg="del">
          <ac:chgData name="Merwin Dmello" userId="6021cd87-f32b-453d-b595-6a67c089d214" providerId="ADAL" clId="{D2B6511F-5DD6-46C7-82CE-49550252544E}" dt="2024-11-11T16:40:37.751" v="1595" actId="478"/>
          <ac:spMkLst>
            <pc:docMk/>
            <pc:sldMk cId="328479281" sldId="2147483642"/>
            <ac:spMk id="4" creationId="{46290E72-B0DA-53FA-1B81-E5E7D16C0608}"/>
          </ac:spMkLst>
        </pc:spChg>
        <pc:spChg chg="add del mod">
          <ac:chgData name="Merwin Dmello" userId="6021cd87-f32b-453d-b595-6a67c089d214" providerId="ADAL" clId="{D2B6511F-5DD6-46C7-82CE-49550252544E}" dt="2024-11-11T17:14:10.353" v="1766" actId="478"/>
          <ac:spMkLst>
            <pc:docMk/>
            <pc:sldMk cId="328479281" sldId="2147483642"/>
            <ac:spMk id="5" creationId="{98068D75-09BE-D847-03C2-807F05ADE960}"/>
          </ac:spMkLst>
        </pc:spChg>
        <pc:spChg chg="add del mod">
          <ac:chgData name="Merwin Dmello" userId="6021cd87-f32b-453d-b595-6a67c089d214" providerId="ADAL" clId="{D2B6511F-5DD6-46C7-82CE-49550252544E}" dt="2024-11-11T17:14:10.353" v="1766" actId="478"/>
          <ac:spMkLst>
            <pc:docMk/>
            <pc:sldMk cId="328479281" sldId="2147483642"/>
            <ac:spMk id="6" creationId="{097C627F-EDF8-B222-2F23-F29B5D0950A5}"/>
          </ac:spMkLst>
        </pc:spChg>
        <pc:spChg chg="add del mod">
          <ac:chgData name="Merwin Dmello" userId="6021cd87-f32b-453d-b595-6a67c089d214" providerId="ADAL" clId="{D2B6511F-5DD6-46C7-82CE-49550252544E}" dt="2024-11-11T17:14:10.353" v="1766" actId="478"/>
          <ac:spMkLst>
            <pc:docMk/>
            <pc:sldMk cId="328479281" sldId="2147483642"/>
            <ac:spMk id="7" creationId="{63033A43-F02C-DA03-25D9-50A9DABED8BE}"/>
          </ac:spMkLst>
        </pc:spChg>
        <pc:spChg chg="mod">
          <ac:chgData name="Merwin Dmello" userId="6021cd87-f32b-453d-b595-6a67c089d214" providerId="ADAL" clId="{D2B6511F-5DD6-46C7-82CE-49550252544E}" dt="2024-11-11T17:18:47.162" v="1844" actId="20577"/>
          <ac:spMkLst>
            <pc:docMk/>
            <pc:sldMk cId="328479281" sldId="2147483642"/>
            <ac:spMk id="8" creationId="{11C5C38C-E2E3-2AE0-831E-DC532D0D9FD7}"/>
          </ac:spMkLst>
        </pc:spChg>
        <pc:spChg chg="del">
          <ac:chgData name="Merwin Dmello" userId="6021cd87-f32b-453d-b595-6a67c089d214" providerId="ADAL" clId="{D2B6511F-5DD6-46C7-82CE-49550252544E}" dt="2024-11-11T16:40:45.070" v="1597" actId="478"/>
          <ac:spMkLst>
            <pc:docMk/>
            <pc:sldMk cId="328479281" sldId="2147483642"/>
            <ac:spMk id="9" creationId="{523F5680-241E-7AD4-CCC7-88D8E6C4B04B}"/>
          </ac:spMkLst>
        </pc:spChg>
        <pc:spChg chg="add del mod">
          <ac:chgData name="Merwin Dmello" userId="6021cd87-f32b-453d-b595-6a67c089d214" providerId="ADAL" clId="{D2B6511F-5DD6-46C7-82CE-49550252544E}" dt="2024-11-11T17:14:10.353" v="1766" actId="478"/>
          <ac:spMkLst>
            <pc:docMk/>
            <pc:sldMk cId="328479281" sldId="2147483642"/>
            <ac:spMk id="10" creationId="{42A0D8BB-F0B5-386D-B2EB-2BBD28574A2D}"/>
          </ac:spMkLst>
        </pc:spChg>
        <pc:spChg chg="add del mod">
          <ac:chgData name="Merwin Dmello" userId="6021cd87-f32b-453d-b595-6a67c089d214" providerId="ADAL" clId="{D2B6511F-5DD6-46C7-82CE-49550252544E}" dt="2024-11-11T17:03:07.892" v="1656" actId="478"/>
          <ac:spMkLst>
            <pc:docMk/>
            <pc:sldMk cId="328479281" sldId="2147483642"/>
            <ac:spMk id="11" creationId="{2BA3A669-DE72-118E-9634-AD1FF41999FB}"/>
          </ac:spMkLst>
        </pc:spChg>
        <pc:spChg chg="add del mod">
          <ac:chgData name="Merwin Dmello" userId="6021cd87-f32b-453d-b595-6a67c089d214" providerId="ADAL" clId="{D2B6511F-5DD6-46C7-82CE-49550252544E}" dt="2024-11-11T17:03:07.892" v="1656" actId="478"/>
          <ac:spMkLst>
            <pc:docMk/>
            <pc:sldMk cId="328479281" sldId="2147483642"/>
            <ac:spMk id="12" creationId="{666C8131-1BB2-92CA-A5C6-54F140B8E192}"/>
          </ac:spMkLst>
        </pc:spChg>
        <pc:spChg chg="add del mod">
          <ac:chgData name="Merwin Dmello" userId="6021cd87-f32b-453d-b595-6a67c089d214" providerId="ADAL" clId="{D2B6511F-5DD6-46C7-82CE-49550252544E}" dt="2024-11-11T17:14:10.353" v="1766" actId="478"/>
          <ac:spMkLst>
            <pc:docMk/>
            <pc:sldMk cId="328479281" sldId="2147483642"/>
            <ac:spMk id="13" creationId="{4280E5AF-BC0D-77C1-94CC-98C2A860FB6C}"/>
          </ac:spMkLst>
        </pc:spChg>
        <pc:spChg chg="add del mod">
          <ac:chgData name="Merwin Dmello" userId="6021cd87-f32b-453d-b595-6a67c089d214" providerId="ADAL" clId="{D2B6511F-5DD6-46C7-82CE-49550252544E}" dt="2024-11-11T17:14:10.353" v="1766" actId="478"/>
          <ac:spMkLst>
            <pc:docMk/>
            <pc:sldMk cId="328479281" sldId="2147483642"/>
            <ac:spMk id="14" creationId="{A566CCC2-3BED-F459-18C2-9B92EFD16B44}"/>
          </ac:spMkLst>
        </pc:spChg>
        <pc:spChg chg="add mod">
          <ac:chgData name="Merwin Dmello" userId="6021cd87-f32b-453d-b595-6a67c089d214" providerId="ADAL" clId="{D2B6511F-5DD6-46C7-82CE-49550252544E}" dt="2024-11-11T17:13:57.298" v="1764"/>
          <ac:spMkLst>
            <pc:docMk/>
            <pc:sldMk cId="328479281" sldId="2147483642"/>
            <ac:spMk id="15" creationId="{C64BF3B6-D452-FAD3-3949-EB31DD0104EB}"/>
          </ac:spMkLst>
        </pc:spChg>
        <pc:spChg chg="add mod">
          <ac:chgData name="Merwin Dmello" userId="6021cd87-f32b-453d-b595-6a67c089d214" providerId="ADAL" clId="{D2B6511F-5DD6-46C7-82CE-49550252544E}" dt="2024-11-11T17:19:43.162" v="1863" actId="207"/>
          <ac:spMkLst>
            <pc:docMk/>
            <pc:sldMk cId="328479281" sldId="2147483642"/>
            <ac:spMk id="16" creationId="{EF43B883-3331-1248-4ECA-044903D51C1B}"/>
          </ac:spMkLst>
        </pc:spChg>
        <pc:spChg chg="add mod">
          <ac:chgData name="Merwin Dmello" userId="6021cd87-f32b-453d-b595-6a67c089d214" providerId="ADAL" clId="{D2B6511F-5DD6-46C7-82CE-49550252544E}" dt="2024-11-11T17:59:03.531" v="3006" actId="20577"/>
          <ac:spMkLst>
            <pc:docMk/>
            <pc:sldMk cId="328479281" sldId="2147483642"/>
            <ac:spMk id="17" creationId="{389E9F1E-902B-902B-5404-BA6017F0C12E}"/>
          </ac:spMkLst>
        </pc:spChg>
        <pc:spChg chg="add mod">
          <ac:chgData name="Merwin Dmello" userId="6021cd87-f32b-453d-b595-6a67c089d214" providerId="ADAL" clId="{D2B6511F-5DD6-46C7-82CE-49550252544E}" dt="2024-11-11T17:20:28.967" v="1882" actId="20577"/>
          <ac:spMkLst>
            <pc:docMk/>
            <pc:sldMk cId="328479281" sldId="2147483642"/>
            <ac:spMk id="18" creationId="{141237E8-AA71-23EE-1C91-983D239F295D}"/>
          </ac:spMkLst>
        </pc:spChg>
        <pc:spChg chg="add mod">
          <ac:chgData name="Merwin Dmello" userId="6021cd87-f32b-453d-b595-6a67c089d214" providerId="ADAL" clId="{D2B6511F-5DD6-46C7-82CE-49550252544E}" dt="2024-11-11T18:00:54.218" v="3007" actId="20577"/>
          <ac:spMkLst>
            <pc:docMk/>
            <pc:sldMk cId="328479281" sldId="2147483642"/>
            <ac:spMk id="19" creationId="{B39FDBB3-AD5D-C68B-E47A-6EAE62E82228}"/>
          </ac:spMkLst>
        </pc:spChg>
      </pc:sldChg>
      <pc:sldChg chg="add">
        <pc:chgData name="Merwin Dmello" userId="6021cd87-f32b-453d-b595-6a67c089d214" providerId="ADAL" clId="{D2B6511F-5DD6-46C7-82CE-49550252544E}" dt="2024-11-11T16:40:21.361" v="1592" actId="2890"/>
        <pc:sldMkLst>
          <pc:docMk/>
          <pc:sldMk cId="3450985928" sldId="2147483643"/>
        </pc:sldMkLst>
      </pc:sldChg>
      <pc:sldChg chg="modSp add mod">
        <pc:chgData name="Merwin Dmello" userId="6021cd87-f32b-453d-b595-6a67c089d214" providerId="ADAL" clId="{D2B6511F-5DD6-46C7-82CE-49550252544E}" dt="2024-11-11T17:51:27.639" v="2877" actId="20577"/>
        <pc:sldMkLst>
          <pc:docMk/>
          <pc:sldMk cId="400268493" sldId="2147483644"/>
        </pc:sldMkLst>
        <pc:spChg chg="mod">
          <ac:chgData name="Merwin Dmello" userId="6021cd87-f32b-453d-b595-6a67c089d214" providerId="ADAL" clId="{D2B6511F-5DD6-46C7-82CE-49550252544E}" dt="2024-11-11T17:17:47.546" v="1806" actId="2711"/>
          <ac:spMkLst>
            <pc:docMk/>
            <pc:sldMk cId="400268493" sldId="2147483644"/>
            <ac:spMk id="5" creationId="{98068D75-09BE-D847-03C2-807F05ADE960}"/>
          </ac:spMkLst>
        </pc:spChg>
        <pc:spChg chg="mod">
          <ac:chgData name="Merwin Dmello" userId="6021cd87-f32b-453d-b595-6a67c089d214" providerId="ADAL" clId="{D2B6511F-5DD6-46C7-82CE-49550252544E}" dt="2024-11-11T17:17:50.039" v="1807" actId="108"/>
          <ac:spMkLst>
            <pc:docMk/>
            <pc:sldMk cId="400268493" sldId="2147483644"/>
            <ac:spMk id="7" creationId="{63033A43-F02C-DA03-25D9-50A9DABED8BE}"/>
          </ac:spMkLst>
        </pc:spChg>
        <pc:spChg chg="mod">
          <ac:chgData name="Merwin Dmello" userId="6021cd87-f32b-453d-b595-6a67c089d214" providerId="ADAL" clId="{D2B6511F-5DD6-46C7-82CE-49550252544E}" dt="2024-11-11T17:17:58.361" v="1808" actId="108"/>
          <ac:spMkLst>
            <pc:docMk/>
            <pc:sldMk cId="400268493" sldId="2147483644"/>
            <ac:spMk id="13" creationId="{4280E5AF-BC0D-77C1-94CC-98C2A860FB6C}"/>
          </ac:spMkLst>
        </pc:spChg>
        <pc:spChg chg="mod">
          <ac:chgData name="Merwin Dmello" userId="6021cd87-f32b-453d-b595-6a67c089d214" providerId="ADAL" clId="{D2B6511F-5DD6-46C7-82CE-49550252544E}" dt="2024-11-11T17:51:27.639" v="2877" actId="20577"/>
          <ac:spMkLst>
            <pc:docMk/>
            <pc:sldMk cId="400268493" sldId="2147483644"/>
            <ac:spMk id="14" creationId="{A566CCC2-3BED-F459-18C2-9B92EFD16B44}"/>
          </ac:spMkLst>
        </pc:spChg>
      </pc:sldChg>
      <pc:sldChg chg="addSp delSp modSp add mod">
        <pc:chgData name="Merwin Dmello" userId="6021cd87-f32b-453d-b595-6a67c089d214" providerId="ADAL" clId="{D2B6511F-5DD6-46C7-82CE-49550252544E}" dt="2024-11-11T18:24:30.514" v="3634" actId="20577"/>
        <pc:sldMkLst>
          <pc:docMk/>
          <pc:sldMk cId="1324971586" sldId="2147483645"/>
        </pc:sldMkLst>
        <pc:spChg chg="add del mod">
          <ac:chgData name="Merwin Dmello" userId="6021cd87-f32b-453d-b595-6a67c089d214" providerId="ADAL" clId="{D2B6511F-5DD6-46C7-82CE-49550252544E}" dt="2024-11-11T17:57:01.104" v="2973" actId="478"/>
          <ac:spMkLst>
            <pc:docMk/>
            <pc:sldMk cId="1324971586" sldId="2147483645"/>
            <ac:spMk id="3" creationId="{7478C2D2-D647-0AB5-14A1-37EA5A2B677D}"/>
          </ac:spMkLst>
        </pc:spChg>
        <pc:spChg chg="del">
          <ac:chgData name="Merwin Dmello" userId="6021cd87-f32b-453d-b595-6a67c089d214" providerId="ADAL" clId="{D2B6511F-5DD6-46C7-82CE-49550252544E}" dt="2024-11-11T17:56:58.570" v="2972" actId="478"/>
          <ac:spMkLst>
            <pc:docMk/>
            <pc:sldMk cId="1324971586" sldId="2147483645"/>
            <ac:spMk id="4" creationId="{46290E72-B0DA-53FA-1B81-E5E7D16C0608}"/>
          </ac:spMkLst>
        </pc:spChg>
        <pc:spChg chg="mod">
          <ac:chgData name="Merwin Dmello" userId="6021cd87-f32b-453d-b595-6a67c089d214" providerId="ADAL" clId="{D2B6511F-5DD6-46C7-82CE-49550252544E}" dt="2024-11-11T18:24:30.514" v="3634" actId="20577"/>
          <ac:spMkLst>
            <pc:docMk/>
            <pc:sldMk cId="1324971586" sldId="2147483645"/>
            <ac:spMk id="8" creationId="{11C5C38C-E2E3-2AE0-831E-DC532D0D9FD7}"/>
          </ac:spMkLst>
        </pc:spChg>
        <pc:spChg chg="del">
          <ac:chgData name="Merwin Dmello" userId="6021cd87-f32b-453d-b595-6a67c089d214" providerId="ADAL" clId="{D2B6511F-5DD6-46C7-82CE-49550252544E}" dt="2024-11-11T17:56:55.276" v="2971" actId="478"/>
          <ac:spMkLst>
            <pc:docMk/>
            <pc:sldMk cId="1324971586" sldId="2147483645"/>
            <ac:spMk id="9" creationId="{523F5680-241E-7AD4-CCC7-88D8E6C4B04B}"/>
          </ac:spMkLst>
        </pc:spChg>
        <pc:graphicFrameChg chg="add mod modGraphic">
          <ac:chgData name="Merwin Dmello" userId="6021cd87-f32b-453d-b595-6a67c089d214" providerId="ADAL" clId="{D2B6511F-5DD6-46C7-82CE-49550252544E}" dt="2024-11-11T18:24:17.004" v="3623" actId="20577"/>
          <ac:graphicFrameMkLst>
            <pc:docMk/>
            <pc:sldMk cId="1324971586" sldId="2147483645"/>
            <ac:graphicFrameMk id="5" creationId="{D03D5D35-2D69-714B-5275-6C90CEB80640}"/>
          </ac:graphicFrameMkLst>
        </pc:graphicFrameChg>
        <pc:graphicFrameChg chg="add del mod modGraphic">
          <ac:chgData name="Merwin Dmello" userId="6021cd87-f32b-453d-b595-6a67c089d214" providerId="ADAL" clId="{D2B6511F-5DD6-46C7-82CE-49550252544E}" dt="2024-11-11T18:12:19.091" v="3143" actId="478"/>
          <ac:graphicFrameMkLst>
            <pc:docMk/>
            <pc:sldMk cId="1324971586" sldId="2147483645"/>
            <ac:graphicFrameMk id="6" creationId="{510E64C2-99FE-E396-E4CA-962A59B712A5}"/>
          </ac:graphicFrameMkLst>
        </pc:graphicFrameChg>
        <pc:graphicFrameChg chg="add mod modGraphic">
          <ac:chgData name="Merwin Dmello" userId="6021cd87-f32b-453d-b595-6a67c089d214" providerId="ADAL" clId="{D2B6511F-5DD6-46C7-82CE-49550252544E}" dt="2024-11-11T18:22:21.639" v="3559" actId="20577"/>
          <ac:graphicFrameMkLst>
            <pc:docMk/>
            <pc:sldMk cId="1324971586" sldId="2147483645"/>
            <ac:graphicFrameMk id="7" creationId="{C4ACA49B-CBCB-F8C2-F65F-7D6F4D4CFD43}"/>
          </ac:graphicFrameMkLst>
        </pc:graphicFrameChg>
      </pc:sldChg>
      <pc:sldMasterChg chg="modSldLayout">
        <pc:chgData name="Merwin Dmello" userId="6021cd87-f32b-453d-b595-6a67c089d214" providerId="ADAL" clId="{D2B6511F-5DD6-46C7-82CE-49550252544E}" dt="2024-11-11T14:39:37.867" v="7"/>
        <pc:sldMasterMkLst>
          <pc:docMk/>
          <pc:sldMasterMk cId="1091939" sldId="2147483648"/>
        </pc:sldMasterMkLst>
        <pc:sldLayoutChg chg="delSp mod">
          <pc:chgData name="Merwin Dmello" userId="6021cd87-f32b-453d-b595-6a67c089d214" providerId="ADAL" clId="{D2B6511F-5DD6-46C7-82CE-49550252544E}" dt="2024-11-11T14:36:11.368" v="3" actId="478"/>
          <pc:sldLayoutMkLst>
            <pc:docMk/>
            <pc:sldMasterMk cId="1091939" sldId="2147483648"/>
            <pc:sldLayoutMk cId="550994748" sldId="2147483650"/>
          </pc:sldLayoutMkLst>
          <pc:picChg chg="del">
            <ac:chgData name="Merwin Dmello" userId="6021cd87-f32b-453d-b595-6a67c089d214" providerId="ADAL" clId="{D2B6511F-5DD6-46C7-82CE-49550252544E}" dt="2024-11-11T14:36:11.368" v="3" actId="478"/>
            <ac:picMkLst>
              <pc:docMk/>
              <pc:sldMasterMk cId="1091939" sldId="2147483648"/>
              <pc:sldLayoutMk cId="550994748" sldId="2147483650"/>
              <ac:picMk id="3" creationId="{4ADF974E-A7C1-9AFA-45A0-A7CB4E7D5FEE}"/>
            </ac:picMkLst>
          </pc:picChg>
        </pc:sldLayoutChg>
        <pc:sldLayoutChg chg="addSp delSp modSp">
          <pc:chgData name="Merwin Dmello" userId="6021cd87-f32b-453d-b595-6a67c089d214" providerId="ADAL" clId="{D2B6511F-5DD6-46C7-82CE-49550252544E}" dt="2024-11-11T14:39:37.867" v="7"/>
          <pc:sldLayoutMkLst>
            <pc:docMk/>
            <pc:sldMasterMk cId="480010880" sldId="2147483700"/>
            <pc:sldLayoutMk cId="347564332" sldId="2147483676"/>
          </pc:sldLayoutMkLst>
          <pc:spChg chg="del">
            <ac:chgData name="Merwin Dmello" userId="6021cd87-f32b-453d-b595-6a67c089d214" providerId="ADAL" clId="{D2B6511F-5DD6-46C7-82CE-49550252544E}" dt="2024-11-11T14:39:34.579" v="4"/>
            <ac:spMkLst>
              <pc:docMk/>
              <pc:sldMasterMk cId="480010880" sldId="2147483700"/>
              <pc:sldLayoutMk cId="347564332" sldId="2147483676"/>
              <ac:spMk id="2" creationId="{F4096816-C8D8-4D33-ADC6-A0DDE3C6E31E}"/>
            </ac:spMkLst>
          </pc:spChg>
          <pc:spChg chg="add del mod">
            <ac:chgData name="Merwin Dmello" userId="6021cd87-f32b-453d-b595-6a67c089d214" providerId="ADAL" clId="{D2B6511F-5DD6-46C7-82CE-49550252544E}" dt="2024-11-11T14:39:36.838" v="6"/>
            <ac:spMkLst>
              <pc:docMk/>
              <pc:sldMasterMk cId="480010880" sldId="2147483700"/>
              <pc:sldLayoutMk cId="347564332" sldId="2147483676"/>
              <ac:spMk id="3" creationId="{AF3B45D1-14FD-292C-8434-A2D548A659CA}"/>
            </ac:spMkLst>
          </pc:spChg>
          <pc:spChg chg="add mod">
            <ac:chgData name="Merwin Dmello" userId="6021cd87-f32b-453d-b595-6a67c089d214" providerId="ADAL" clId="{D2B6511F-5DD6-46C7-82CE-49550252544E}" dt="2024-11-11T14:39:37.867" v="7"/>
            <ac:spMkLst>
              <pc:docMk/>
              <pc:sldMasterMk cId="480010880" sldId="2147483700"/>
              <pc:sldLayoutMk cId="347564332" sldId="2147483676"/>
              <ac:spMk id="4" creationId="{5A78E046-592A-E6CF-53D8-364CBA86E82D}"/>
            </ac:spMkLst>
          </pc:spChg>
        </pc:sldLayoutChg>
      </pc:sldMasterChg>
      <pc:sldMasterChg chg="delSldLayout modSldLayout">
        <pc:chgData name="Merwin Dmello" userId="6021cd87-f32b-453d-b595-6a67c089d214" providerId="ADAL" clId="{D2B6511F-5DD6-46C7-82CE-49550252544E}" dt="2024-11-11T15:00:29.800" v="184" actId="47"/>
        <pc:sldMasterMkLst>
          <pc:docMk/>
          <pc:sldMasterMk cId="480010880" sldId="2147483700"/>
        </pc:sldMasterMkLst>
        <pc:sldLayoutChg chg="addSp delSp mod">
          <pc:chgData name="Merwin Dmello" userId="6021cd87-f32b-453d-b595-6a67c089d214" providerId="ADAL" clId="{D2B6511F-5DD6-46C7-82CE-49550252544E}" dt="2024-11-11T14:40:08.725" v="12"/>
          <pc:sldLayoutMkLst>
            <pc:docMk/>
            <pc:sldMasterMk cId="480010880" sldId="2147483700"/>
            <pc:sldLayoutMk cId="347564332" sldId="2147483676"/>
          </pc:sldLayoutMkLst>
          <pc:spChg chg="add del">
            <ac:chgData name="Merwin Dmello" userId="6021cd87-f32b-453d-b595-6a67c089d214" providerId="ADAL" clId="{D2B6511F-5DD6-46C7-82CE-49550252544E}" dt="2024-11-11T14:40:08.725" v="12"/>
            <ac:spMkLst>
              <pc:docMk/>
              <pc:sldMasterMk cId="480010880" sldId="2147483700"/>
              <pc:sldLayoutMk cId="347564332" sldId="2147483676"/>
              <ac:spMk id="4" creationId="{5A78E046-592A-E6CF-53D8-364CBA86E82D}"/>
            </ac:spMkLst>
          </pc:spChg>
        </pc:sldLayoutChg>
        <pc:sldLayoutChg chg="modSp mod">
          <pc:chgData name="Merwin Dmello" userId="6021cd87-f32b-453d-b595-6a67c089d214" providerId="ADAL" clId="{D2B6511F-5DD6-46C7-82CE-49550252544E}" dt="2024-11-11T14:45:28.625" v="61" actId="20577"/>
          <pc:sldLayoutMkLst>
            <pc:docMk/>
            <pc:sldMasterMk cId="480010880" sldId="2147483700"/>
            <pc:sldLayoutMk cId="636022555" sldId="2147483938"/>
          </pc:sldLayoutMkLst>
          <pc:spChg chg="mod">
            <ac:chgData name="Merwin Dmello" userId="6021cd87-f32b-453d-b595-6a67c089d214" providerId="ADAL" clId="{D2B6511F-5DD6-46C7-82CE-49550252544E}" dt="2024-11-11T14:45:28.625" v="61" actId="20577"/>
            <ac:spMkLst>
              <pc:docMk/>
              <pc:sldMasterMk cId="480010880" sldId="2147483700"/>
              <pc:sldLayoutMk cId="636022555" sldId="2147483938"/>
              <ac:spMk id="7" creationId="{C06D46CF-8691-F3FA-BDB9-F212D56DCF49}"/>
            </ac:spMkLst>
          </pc:spChg>
        </pc:sldLayoutChg>
        <pc:sldLayoutChg chg="del">
          <pc:chgData name="Merwin Dmello" userId="6021cd87-f32b-453d-b595-6a67c089d214" providerId="ADAL" clId="{D2B6511F-5DD6-46C7-82CE-49550252544E}" dt="2024-11-11T15:00:29.800" v="184" actId="47"/>
          <pc:sldLayoutMkLst>
            <pc:docMk/>
            <pc:sldMasterMk cId="480010880" sldId="2147483700"/>
            <pc:sldLayoutMk cId="1600538618" sldId="2147483940"/>
          </pc:sldLayoutMkLst>
        </pc:sldLayoutChg>
        <pc:sldLayoutChg chg="del">
          <pc:chgData name="Merwin Dmello" userId="6021cd87-f32b-453d-b595-6a67c089d214" providerId="ADAL" clId="{D2B6511F-5DD6-46C7-82CE-49550252544E}" dt="2024-11-11T14:43:17.652" v="32" actId="47"/>
          <pc:sldLayoutMkLst>
            <pc:docMk/>
            <pc:sldMasterMk cId="480010880" sldId="2147483700"/>
            <pc:sldLayoutMk cId="2118273226" sldId="2147483941"/>
          </pc:sldLayoutMkLst>
        </pc:sldLayoutChg>
        <pc:sldLayoutChg chg="modSp mod">
          <pc:chgData name="Merwin Dmello" userId="6021cd87-f32b-453d-b595-6a67c089d214" providerId="ADAL" clId="{D2B6511F-5DD6-46C7-82CE-49550252544E}" dt="2024-11-11T14:44:58.200" v="49" actId="20577"/>
          <pc:sldLayoutMkLst>
            <pc:docMk/>
            <pc:sldMasterMk cId="480010880" sldId="2147483700"/>
            <pc:sldLayoutMk cId="4167350026" sldId="2147483943"/>
          </pc:sldLayoutMkLst>
          <pc:spChg chg="mod">
            <ac:chgData name="Merwin Dmello" userId="6021cd87-f32b-453d-b595-6a67c089d214" providerId="ADAL" clId="{D2B6511F-5DD6-46C7-82CE-49550252544E}" dt="2024-11-11T14:44:58.200" v="49" actId="20577"/>
            <ac:spMkLst>
              <pc:docMk/>
              <pc:sldMasterMk cId="480010880" sldId="2147483700"/>
              <pc:sldLayoutMk cId="4167350026" sldId="2147483943"/>
              <ac:spMk id="6" creationId="{6523DCEE-0520-74FC-2CD6-08812A8B9955}"/>
            </ac:spMkLst>
          </pc:spChg>
        </pc:sldLayoutChg>
      </pc:sldMasterChg>
      <pc:sldMasterChg chg="delSldLayout">
        <pc:chgData name="Merwin Dmello" userId="6021cd87-f32b-453d-b595-6a67c089d214" providerId="ADAL" clId="{D2B6511F-5DD6-46C7-82CE-49550252544E}" dt="2024-11-11T14:42:20.713" v="27" actId="47"/>
        <pc:sldMasterMkLst>
          <pc:docMk/>
          <pc:sldMasterMk cId="553069353" sldId="2147483872"/>
        </pc:sldMasterMkLst>
        <pc:sldLayoutChg chg="del">
          <pc:chgData name="Merwin Dmello" userId="6021cd87-f32b-453d-b595-6a67c089d214" providerId="ADAL" clId="{D2B6511F-5DD6-46C7-82CE-49550252544E}" dt="2024-11-11T14:42:11.184" v="19" actId="47"/>
          <pc:sldLayoutMkLst>
            <pc:docMk/>
            <pc:sldMasterMk cId="553069353" sldId="2147483872"/>
            <pc:sldLayoutMk cId="1984859387" sldId="2147483936"/>
          </pc:sldLayoutMkLst>
        </pc:sldLayoutChg>
        <pc:sldLayoutChg chg="del">
          <pc:chgData name="Merwin Dmello" userId="6021cd87-f32b-453d-b595-6a67c089d214" providerId="ADAL" clId="{D2B6511F-5DD6-46C7-82CE-49550252544E}" dt="2024-11-11T14:42:20.713" v="27" actId="47"/>
          <pc:sldLayoutMkLst>
            <pc:docMk/>
            <pc:sldMasterMk cId="553069353" sldId="2147483872"/>
            <pc:sldLayoutMk cId="2717647471" sldId="2147483937"/>
          </pc:sldLayoutMkLst>
        </pc:sldLayoutChg>
      </pc:sldMasterChg>
    </pc:docChg>
  </pc:docChgLst>
  <pc:docChgLst>
    <pc:chgData name="Merwin Dmello" userId="6021cd87-f32b-453d-b595-6a67c089d214" providerId="ADAL" clId="{EB28A545-125B-4F42-9F39-77DDC21E2992}"/>
    <pc:docChg chg="undo custSel addSld delSld modSld modSection">
      <pc:chgData name="Merwin Dmello" userId="6021cd87-f32b-453d-b595-6a67c089d214" providerId="ADAL" clId="{EB28A545-125B-4F42-9F39-77DDC21E2992}" dt="2024-12-06T16:53:46.614" v="684" actId="1076"/>
      <pc:docMkLst>
        <pc:docMk/>
      </pc:docMkLst>
      <pc:sldChg chg="modSp mod">
        <pc:chgData name="Merwin Dmello" userId="6021cd87-f32b-453d-b595-6a67c089d214" providerId="ADAL" clId="{EB28A545-125B-4F42-9F39-77DDC21E2992}" dt="2024-12-06T15:39:09.783" v="32" actId="14100"/>
        <pc:sldMkLst>
          <pc:docMk/>
          <pc:sldMk cId="3207797959" sldId="291"/>
        </pc:sldMkLst>
        <pc:spChg chg="mod">
          <ac:chgData name="Merwin Dmello" userId="6021cd87-f32b-453d-b595-6a67c089d214" providerId="ADAL" clId="{EB28A545-125B-4F42-9F39-77DDC21E2992}" dt="2024-12-06T15:39:09.783" v="32" actId="14100"/>
          <ac:spMkLst>
            <pc:docMk/>
            <pc:sldMk cId="3207797959" sldId="291"/>
            <ac:spMk id="2" creationId="{1A2C3857-00EE-F5D7-89C8-23FC76EB25C0}"/>
          </ac:spMkLst>
        </pc:spChg>
        <pc:spChg chg="mod">
          <ac:chgData name="Merwin Dmello" userId="6021cd87-f32b-453d-b595-6a67c089d214" providerId="ADAL" clId="{EB28A545-125B-4F42-9F39-77DDC21E2992}" dt="2024-12-06T15:38:17.854" v="4" actId="20577"/>
          <ac:spMkLst>
            <pc:docMk/>
            <pc:sldMk cId="3207797959" sldId="291"/>
            <ac:spMk id="3" creationId="{F0EA66C1-B27C-E676-4206-E0C419F4F028}"/>
          </ac:spMkLst>
        </pc:spChg>
      </pc:sldChg>
      <pc:sldChg chg="del">
        <pc:chgData name="Merwin Dmello" userId="6021cd87-f32b-453d-b595-6a67c089d214" providerId="ADAL" clId="{EB28A545-125B-4F42-9F39-77DDC21E2992}" dt="2024-12-06T15:37:59.927" v="0" actId="47"/>
        <pc:sldMkLst>
          <pc:docMk/>
          <pc:sldMk cId="3005132231" sldId="292"/>
        </pc:sldMkLst>
      </pc:sldChg>
      <pc:sldChg chg="del">
        <pc:chgData name="Merwin Dmello" userId="6021cd87-f32b-453d-b595-6a67c089d214" providerId="ADAL" clId="{EB28A545-125B-4F42-9F39-77DDC21E2992}" dt="2024-12-06T15:37:59.927" v="0" actId="47"/>
        <pc:sldMkLst>
          <pc:docMk/>
          <pc:sldMk cId="333119147" sldId="293"/>
        </pc:sldMkLst>
      </pc:sldChg>
      <pc:sldChg chg="del">
        <pc:chgData name="Merwin Dmello" userId="6021cd87-f32b-453d-b595-6a67c089d214" providerId="ADAL" clId="{EB28A545-125B-4F42-9F39-77DDC21E2992}" dt="2024-12-06T15:37:59.927" v="0" actId="47"/>
        <pc:sldMkLst>
          <pc:docMk/>
          <pc:sldMk cId="2991785468" sldId="294"/>
        </pc:sldMkLst>
      </pc:sldChg>
      <pc:sldChg chg="del">
        <pc:chgData name="Merwin Dmello" userId="6021cd87-f32b-453d-b595-6a67c089d214" providerId="ADAL" clId="{EB28A545-125B-4F42-9F39-77DDC21E2992}" dt="2024-12-06T15:58:19.228" v="222" actId="47"/>
        <pc:sldMkLst>
          <pc:docMk/>
          <pc:sldMk cId="3587522447" sldId="2147483472"/>
        </pc:sldMkLst>
      </pc:sldChg>
      <pc:sldChg chg="modSp add del mod">
        <pc:chgData name="Merwin Dmello" userId="6021cd87-f32b-453d-b595-6a67c089d214" providerId="ADAL" clId="{EB28A545-125B-4F42-9F39-77DDC21E2992}" dt="2024-12-06T15:49:07.388" v="108" actId="6549"/>
        <pc:sldMkLst>
          <pc:docMk/>
          <pc:sldMk cId="328479281" sldId="2147483642"/>
        </pc:sldMkLst>
        <pc:graphicFrameChg chg="mod modGraphic">
          <ac:chgData name="Merwin Dmello" userId="6021cd87-f32b-453d-b595-6a67c089d214" providerId="ADAL" clId="{EB28A545-125B-4F42-9F39-77DDC21E2992}" dt="2024-12-06T15:49:07.388" v="108" actId="6549"/>
          <ac:graphicFrameMkLst>
            <pc:docMk/>
            <pc:sldMk cId="328479281" sldId="2147483642"/>
            <ac:graphicFrameMk id="4" creationId="{7F4D6FB4-C837-A589-EBA0-1DD158A29F40}"/>
          </ac:graphicFrameMkLst>
        </pc:graphicFrameChg>
      </pc:sldChg>
      <pc:sldChg chg="addSp delSp modSp mod">
        <pc:chgData name="Merwin Dmello" userId="6021cd87-f32b-453d-b595-6a67c089d214" providerId="ADAL" clId="{EB28A545-125B-4F42-9F39-77DDC21E2992}" dt="2024-12-06T16:53:46.614" v="684" actId="1076"/>
        <pc:sldMkLst>
          <pc:docMk/>
          <pc:sldMk cId="457313198" sldId="2147483643"/>
        </pc:sldMkLst>
        <pc:spChg chg="add mod">
          <ac:chgData name="Merwin Dmello" userId="6021cd87-f32b-453d-b595-6a67c089d214" providerId="ADAL" clId="{EB28A545-125B-4F42-9F39-77DDC21E2992}" dt="2024-12-06T16:51:20.019" v="570" actId="1036"/>
          <ac:spMkLst>
            <pc:docMk/>
            <pc:sldMk cId="457313198" sldId="2147483643"/>
            <ac:spMk id="2" creationId="{123B2F03-4C81-7475-1F59-9D354A7B4BB4}"/>
          </ac:spMkLst>
        </pc:spChg>
        <pc:spChg chg="add mod">
          <ac:chgData name="Merwin Dmello" userId="6021cd87-f32b-453d-b595-6a67c089d214" providerId="ADAL" clId="{EB28A545-125B-4F42-9F39-77DDC21E2992}" dt="2024-12-06T16:51:20.019" v="570" actId="1036"/>
          <ac:spMkLst>
            <pc:docMk/>
            <pc:sldMk cId="457313198" sldId="2147483643"/>
            <ac:spMk id="3" creationId="{93696E69-67EC-0B0E-4A67-EC8695031EEB}"/>
          </ac:spMkLst>
        </pc:spChg>
        <pc:spChg chg="add mod">
          <ac:chgData name="Merwin Dmello" userId="6021cd87-f32b-453d-b595-6a67c089d214" providerId="ADAL" clId="{EB28A545-125B-4F42-9F39-77DDC21E2992}" dt="2024-12-06T16:52:14.491" v="591" actId="20577"/>
          <ac:spMkLst>
            <pc:docMk/>
            <pc:sldMk cId="457313198" sldId="2147483643"/>
            <ac:spMk id="4" creationId="{27A8BF1D-9E65-95AD-D3E8-B59F572B8FAF}"/>
          </ac:spMkLst>
        </pc:spChg>
        <pc:spChg chg="add mod">
          <ac:chgData name="Merwin Dmello" userId="6021cd87-f32b-453d-b595-6a67c089d214" providerId="ADAL" clId="{EB28A545-125B-4F42-9F39-77DDC21E2992}" dt="2024-12-06T16:51:20.019" v="570" actId="1036"/>
          <ac:spMkLst>
            <pc:docMk/>
            <pc:sldMk cId="457313198" sldId="2147483643"/>
            <ac:spMk id="5" creationId="{35ADB8D7-D682-7D82-2BFC-1451D57A3121}"/>
          </ac:spMkLst>
        </pc:spChg>
        <pc:spChg chg="mod">
          <ac:chgData name="Merwin Dmello" userId="6021cd87-f32b-453d-b595-6a67c089d214" providerId="ADAL" clId="{EB28A545-125B-4F42-9F39-77DDC21E2992}" dt="2024-12-06T16:51:03.334" v="552" actId="554"/>
          <ac:spMkLst>
            <pc:docMk/>
            <pc:sldMk cId="457313198" sldId="2147483643"/>
            <ac:spMk id="7" creationId="{7AC687DF-1A3C-0E8D-2D7A-0B96103183C8}"/>
          </ac:spMkLst>
        </pc:spChg>
        <pc:spChg chg="mod">
          <ac:chgData name="Merwin Dmello" userId="6021cd87-f32b-453d-b595-6a67c089d214" providerId="ADAL" clId="{EB28A545-125B-4F42-9F39-77DDC21E2992}" dt="2024-12-06T16:39:55.924" v="289" actId="20577"/>
          <ac:spMkLst>
            <pc:docMk/>
            <pc:sldMk cId="457313198" sldId="2147483643"/>
            <ac:spMk id="8" creationId="{11C5C38C-E2E3-2AE0-831E-DC532D0D9FD7}"/>
          </ac:spMkLst>
        </pc:spChg>
        <pc:spChg chg="mod">
          <ac:chgData name="Merwin Dmello" userId="6021cd87-f32b-453d-b595-6a67c089d214" providerId="ADAL" clId="{EB28A545-125B-4F42-9F39-77DDC21E2992}" dt="2024-12-06T16:51:03.334" v="552" actId="554"/>
          <ac:spMkLst>
            <pc:docMk/>
            <pc:sldMk cId="457313198" sldId="2147483643"/>
            <ac:spMk id="10" creationId="{EE206B07-7299-8247-F292-9C7389158195}"/>
          </ac:spMkLst>
        </pc:spChg>
        <pc:spChg chg="mod">
          <ac:chgData name="Merwin Dmello" userId="6021cd87-f32b-453d-b595-6a67c089d214" providerId="ADAL" clId="{EB28A545-125B-4F42-9F39-77DDC21E2992}" dt="2024-12-06T16:51:20.019" v="570" actId="1036"/>
          <ac:spMkLst>
            <pc:docMk/>
            <pc:sldMk cId="457313198" sldId="2147483643"/>
            <ac:spMk id="17" creationId="{B06572B0-D675-AF3C-DAEB-422A563059AC}"/>
          </ac:spMkLst>
        </pc:spChg>
        <pc:spChg chg="mod">
          <ac:chgData name="Merwin Dmello" userId="6021cd87-f32b-453d-b595-6a67c089d214" providerId="ADAL" clId="{EB28A545-125B-4F42-9F39-77DDC21E2992}" dt="2024-12-06T16:51:20.019" v="570" actId="1036"/>
          <ac:spMkLst>
            <pc:docMk/>
            <pc:sldMk cId="457313198" sldId="2147483643"/>
            <ac:spMk id="18" creationId="{DA8B6758-3F7A-B93A-8419-05BBA59D8256}"/>
          </ac:spMkLst>
        </pc:spChg>
        <pc:spChg chg="mod">
          <ac:chgData name="Merwin Dmello" userId="6021cd87-f32b-453d-b595-6a67c089d214" providerId="ADAL" clId="{EB28A545-125B-4F42-9F39-77DDC21E2992}" dt="2024-12-06T16:51:20.019" v="570" actId="1036"/>
          <ac:spMkLst>
            <pc:docMk/>
            <pc:sldMk cId="457313198" sldId="2147483643"/>
            <ac:spMk id="19" creationId="{A3EDFBDB-08FC-A245-E0DE-E4DAA50F84F2}"/>
          </ac:spMkLst>
        </pc:spChg>
        <pc:spChg chg="add mod">
          <ac:chgData name="Merwin Dmello" userId="6021cd87-f32b-453d-b595-6a67c089d214" providerId="ADAL" clId="{EB28A545-125B-4F42-9F39-77DDC21E2992}" dt="2024-12-06T16:53:46.614" v="684" actId="1076"/>
          <ac:spMkLst>
            <pc:docMk/>
            <pc:sldMk cId="457313198" sldId="2147483643"/>
            <ac:spMk id="25" creationId="{99A635BF-F818-A646-58EC-B2B9CD9F7DDA}"/>
          </ac:spMkLst>
        </pc:spChg>
        <pc:spChg chg="del mod">
          <ac:chgData name="Merwin Dmello" userId="6021cd87-f32b-453d-b595-6a67c089d214" providerId="ADAL" clId="{EB28A545-125B-4F42-9F39-77DDC21E2992}" dt="2024-12-06T16:45:48.032" v="416" actId="478"/>
          <ac:spMkLst>
            <pc:docMk/>
            <pc:sldMk cId="457313198" sldId="2147483643"/>
            <ac:spMk id="33" creationId="{7C294D8D-826F-B55E-5AA4-A2001C7DFFCE}"/>
          </ac:spMkLst>
        </pc:spChg>
        <pc:spChg chg="mod">
          <ac:chgData name="Merwin Dmello" userId="6021cd87-f32b-453d-b595-6a67c089d214" providerId="ADAL" clId="{EB28A545-125B-4F42-9F39-77DDC21E2992}" dt="2024-12-06T16:51:20.019" v="570" actId="1036"/>
          <ac:spMkLst>
            <pc:docMk/>
            <pc:sldMk cId="457313198" sldId="2147483643"/>
            <ac:spMk id="35" creationId="{8DAF7BE5-1AB1-9976-3FF0-1C3F8044DCDF}"/>
          </ac:spMkLst>
        </pc:spChg>
        <pc:spChg chg="mod">
          <ac:chgData name="Merwin Dmello" userId="6021cd87-f32b-453d-b595-6a67c089d214" providerId="ADAL" clId="{EB28A545-125B-4F42-9F39-77DDC21E2992}" dt="2024-12-06T16:51:20.019" v="570" actId="1036"/>
          <ac:spMkLst>
            <pc:docMk/>
            <pc:sldMk cId="457313198" sldId="2147483643"/>
            <ac:spMk id="36" creationId="{89ED17BF-E0D5-F164-4CB6-B361AFC55EE4}"/>
          </ac:spMkLst>
        </pc:spChg>
        <pc:spChg chg="del mod">
          <ac:chgData name="Merwin Dmello" userId="6021cd87-f32b-453d-b595-6a67c089d214" providerId="ADAL" clId="{EB28A545-125B-4F42-9F39-77DDC21E2992}" dt="2024-12-06T16:45:48.032" v="416" actId="478"/>
          <ac:spMkLst>
            <pc:docMk/>
            <pc:sldMk cId="457313198" sldId="2147483643"/>
            <ac:spMk id="37" creationId="{C6E4AD94-0E6D-244C-9BC8-30F3FB11CC8E}"/>
          </ac:spMkLst>
        </pc:spChg>
        <pc:spChg chg="del">
          <ac:chgData name="Merwin Dmello" userId="6021cd87-f32b-453d-b595-6a67c089d214" providerId="ADAL" clId="{EB28A545-125B-4F42-9F39-77DDC21E2992}" dt="2024-12-06T16:39:34.714" v="261" actId="478"/>
          <ac:spMkLst>
            <pc:docMk/>
            <pc:sldMk cId="457313198" sldId="2147483643"/>
            <ac:spMk id="45" creationId="{40201B94-3722-688E-257D-F778DFBAEC8B}"/>
          </ac:spMkLst>
        </pc:spChg>
        <pc:spChg chg="del mod">
          <ac:chgData name="Merwin Dmello" userId="6021cd87-f32b-453d-b595-6a67c089d214" providerId="ADAL" clId="{EB28A545-125B-4F42-9F39-77DDC21E2992}" dt="2024-12-06T16:53:33.481" v="683" actId="478"/>
          <ac:spMkLst>
            <pc:docMk/>
            <pc:sldMk cId="457313198" sldId="2147483643"/>
            <ac:spMk id="46" creationId="{7B17048E-BD10-73FE-5E8A-2F464414D3E4}"/>
          </ac:spMkLst>
        </pc:spChg>
        <pc:spChg chg="mod">
          <ac:chgData name="Merwin Dmello" userId="6021cd87-f32b-453d-b595-6a67c089d214" providerId="ADAL" clId="{EB28A545-125B-4F42-9F39-77DDC21E2992}" dt="2024-12-06T16:51:20.019" v="570" actId="1036"/>
          <ac:spMkLst>
            <pc:docMk/>
            <pc:sldMk cId="457313198" sldId="2147483643"/>
            <ac:spMk id="53" creationId="{5DDE68EB-0C91-EA7C-820C-58E1162F423E}"/>
          </ac:spMkLst>
        </pc:spChg>
        <pc:spChg chg="mod">
          <ac:chgData name="Merwin Dmello" userId="6021cd87-f32b-453d-b595-6a67c089d214" providerId="ADAL" clId="{EB28A545-125B-4F42-9F39-77DDC21E2992}" dt="2024-12-06T16:51:20.019" v="570" actId="1036"/>
          <ac:spMkLst>
            <pc:docMk/>
            <pc:sldMk cId="457313198" sldId="2147483643"/>
            <ac:spMk id="54" creationId="{41B03610-5637-ACD4-EEA1-FC852FFA5E63}"/>
          </ac:spMkLst>
        </pc:spChg>
        <pc:spChg chg="mod">
          <ac:chgData name="Merwin Dmello" userId="6021cd87-f32b-453d-b595-6a67c089d214" providerId="ADAL" clId="{EB28A545-125B-4F42-9F39-77DDC21E2992}" dt="2024-12-06T16:51:20.019" v="570" actId="1036"/>
          <ac:spMkLst>
            <pc:docMk/>
            <pc:sldMk cId="457313198" sldId="2147483643"/>
            <ac:spMk id="55" creationId="{E760C35A-B987-E56F-49F2-B0A275AE826D}"/>
          </ac:spMkLst>
        </pc:spChg>
        <pc:spChg chg="del mod">
          <ac:chgData name="Merwin Dmello" userId="6021cd87-f32b-453d-b595-6a67c089d214" providerId="ADAL" clId="{EB28A545-125B-4F42-9F39-77DDC21E2992}" dt="2024-12-06T16:45:48.032" v="416" actId="478"/>
          <ac:spMkLst>
            <pc:docMk/>
            <pc:sldMk cId="457313198" sldId="2147483643"/>
            <ac:spMk id="56" creationId="{57079208-8780-0E0A-10BB-C0617489AE74}"/>
          </ac:spMkLst>
        </pc:spChg>
        <pc:spChg chg="del mod">
          <ac:chgData name="Merwin Dmello" userId="6021cd87-f32b-453d-b595-6a67c089d214" providerId="ADAL" clId="{EB28A545-125B-4F42-9F39-77DDC21E2992}" dt="2024-12-06T16:46:40.469" v="435" actId="478"/>
          <ac:spMkLst>
            <pc:docMk/>
            <pc:sldMk cId="457313198" sldId="2147483643"/>
            <ac:spMk id="57" creationId="{92E50374-0401-7406-3893-1EF578E3C7CB}"/>
          </ac:spMkLst>
        </pc:spChg>
        <pc:spChg chg="del mod">
          <ac:chgData name="Merwin Dmello" userId="6021cd87-f32b-453d-b595-6a67c089d214" providerId="ADAL" clId="{EB28A545-125B-4F42-9F39-77DDC21E2992}" dt="2024-12-06T16:46:40.469" v="435" actId="478"/>
          <ac:spMkLst>
            <pc:docMk/>
            <pc:sldMk cId="457313198" sldId="2147483643"/>
            <ac:spMk id="58" creationId="{8C3CBB59-F29B-357F-4F89-4CB652475DFC}"/>
          </ac:spMkLst>
        </pc:spChg>
        <pc:spChg chg="del mod">
          <ac:chgData name="Merwin Dmello" userId="6021cd87-f32b-453d-b595-6a67c089d214" providerId="ADAL" clId="{EB28A545-125B-4F42-9F39-77DDC21E2992}" dt="2024-12-06T16:45:48.032" v="416" actId="478"/>
          <ac:spMkLst>
            <pc:docMk/>
            <pc:sldMk cId="457313198" sldId="2147483643"/>
            <ac:spMk id="59" creationId="{98B0A0EB-EADF-37FA-1DAD-37ACA639B52F}"/>
          </ac:spMkLst>
        </pc:spChg>
        <pc:cxnChg chg="del">
          <ac:chgData name="Merwin Dmello" userId="6021cd87-f32b-453d-b595-6a67c089d214" providerId="ADAL" clId="{EB28A545-125B-4F42-9F39-77DDC21E2992}" dt="2024-12-06T16:39:42.322" v="262" actId="478"/>
          <ac:cxnSpMkLst>
            <pc:docMk/>
            <pc:sldMk cId="457313198" sldId="2147483643"/>
            <ac:cxnSpMk id="6" creationId="{515E7FA4-C91F-72A1-C4F4-2B7BDEFAF86D}"/>
          </ac:cxnSpMkLst>
        </pc:cxnChg>
        <pc:cxnChg chg="add mod">
          <ac:chgData name="Merwin Dmello" userId="6021cd87-f32b-453d-b595-6a67c089d214" providerId="ADAL" clId="{EB28A545-125B-4F42-9F39-77DDC21E2992}" dt="2024-12-06T16:51:20.019" v="570" actId="1036"/>
          <ac:cxnSpMkLst>
            <pc:docMk/>
            <pc:sldMk cId="457313198" sldId="2147483643"/>
            <ac:cxnSpMk id="14" creationId="{D16D8BCF-6F81-4C2C-7C15-47F19C07DC22}"/>
          </ac:cxnSpMkLst>
        </pc:cxnChg>
        <pc:cxnChg chg="add mod">
          <ac:chgData name="Merwin Dmello" userId="6021cd87-f32b-453d-b595-6a67c089d214" providerId="ADAL" clId="{EB28A545-125B-4F42-9F39-77DDC21E2992}" dt="2024-12-06T16:51:20.019" v="570" actId="1036"/>
          <ac:cxnSpMkLst>
            <pc:docMk/>
            <pc:sldMk cId="457313198" sldId="2147483643"/>
            <ac:cxnSpMk id="20" creationId="{75AC3832-2FF4-FE26-73ED-2612A904BF10}"/>
          </ac:cxnSpMkLst>
        </pc:cxnChg>
        <pc:cxnChg chg="mod">
          <ac:chgData name="Merwin Dmello" userId="6021cd87-f32b-453d-b595-6a67c089d214" providerId="ADAL" clId="{EB28A545-125B-4F42-9F39-77DDC21E2992}" dt="2024-12-06T16:51:20.019" v="570" actId="1036"/>
          <ac:cxnSpMkLst>
            <pc:docMk/>
            <pc:sldMk cId="457313198" sldId="2147483643"/>
            <ac:cxnSpMk id="21" creationId="{5D20C7A3-FA58-F9F5-26CF-595AA1897988}"/>
          </ac:cxnSpMkLst>
        </pc:cxnChg>
        <pc:cxnChg chg="mod">
          <ac:chgData name="Merwin Dmello" userId="6021cd87-f32b-453d-b595-6a67c089d214" providerId="ADAL" clId="{EB28A545-125B-4F42-9F39-77DDC21E2992}" dt="2024-12-06T16:51:20.019" v="570" actId="1036"/>
          <ac:cxnSpMkLst>
            <pc:docMk/>
            <pc:sldMk cId="457313198" sldId="2147483643"/>
            <ac:cxnSpMk id="22" creationId="{FC54BA81-36C9-B207-71EE-9188E1F6EDBD}"/>
          </ac:cxnSpMkLst>
        </pc:cxnChg>
        <pc:cxnChg chg="del">
          <ac:chgData name="Merwin Dmello" userId="6021cd87-f32b-453d-b595-6a67c089d214" providerId="ADAL" clId="{EB28A545-125B-4F42-9F39-77DDC21E2992}" dt="2024-12-06T16:44:30.474" v="335" actId="478"/>
          <ac:cxnSpMkLst>
            <pc:docMk/>
            <pc:sldMk cId="457313198" sldId="2147483643"/>
            <ac:cxnSpMk id="38" creationId="{64672EA6-7860-EA7B-9E24-67BABA68EA2D}"/>
          </ac:cxnSpMkLst>
        </pc:cxnChg>
        <pc:cxnChg chg="del">
          <ac:chgData name="Merwin Dmello" userId="6021cd87-f32b-453d-b595-6a67c089d214" providerId="ADAL" clId="{EB28A545-125B-4F42-9F39-77DDC21E2992}" dt="2024-12-06T16:44:30.474" v="335" actId="478"/>
          <ac:cxnSpMkLst>
            <pc:docMk/>
            <pc:sldMk cId="457313198" sldId="2147483643"/>
            <ac:cxnSpMk id="41" creationId="{8D0F36FD-0102-5A62-3632-22ED8BE1185E}"/>
          </ac:cxnSpMkLst>
        </pc:cxnChg>
        <pc:cxnChg chg="del">
          <ac:chgData name="Merwin Dmello" userId="6021cd87-f32b-453d-b595-6a67c089d214" providerId="ADAL" clId="{EB28A545-125B-4F42-9F39-77DDC21E2992}" dt="2024-12-06T16:44:30.474" v="335" actId="478"/>
          <ac:cxnSpMkLst>
            <pc:docMk/>
            <pc:sldMk cId="457313198" sldId="2147483643"/>
            <ac:cxnSpMk id="44" creationId="{8A64EF98-A420-5382-C08E-97D873F42B19}"/>
          </ac:cxnSpMkLst>
        </pc:cxnChg>
      </pc:sldChg>
      <pc:sldChg chg="modSp del mod">
        <pc:chgData name="Merwin Dmello" userId="6021cd87-f32b-453d-b595-6a67c089d214" providerId="ADAL" clId="{EB28A545-125B-4F42-9F39-77DDC21E2992}" dt="2024-12-06T15:45:03.561" v="62" actId="47"/>
        <pc:sldMkLst>
          <pc:docMk/>
          <pc:sldMk cId="400268493" sldId="2147483644"/>
        </pc:sldMkLst>
        <pc:spChg chg="mod">
          <ac:chgData name="Merwin Dmello" userId="6021cd87-f32b-453d-b595-6a67c089d214" providerId="ADAL" clId="{EB28A545-125B-4F42-9F39-77DDC21E2992}" dt="2024-12-06T15:43:27.463" v="56" actId="6549"/>
          <ac:spMkLst>
            <pc:docMk/>
            <pc:sldMk cId="400268493" sldId="2147483644"/>
            <ac:spMk id="6" creationId="{097C627F-EDF8-B222-2F23-F29B5D0950A5}"/>
          </ac:spMkLst>
        </pc:spChg>
      </pc:sldChg>
      <pc:sldChg chg="addSp modSp mod">
        <pc:chgData name="Merwin Dmello" userId="6021cd87-f32b-453d-b595-6a67c089d214" providerId="ADAL" clId="{EB28A545-125B-4F42-9F39-77DDC21E2992}" dt="2024-12-06T15:57:30.162" v="221" actId="20577"/>
        <pc:sldMkLst>
          <pc:docMk/>
          <pc:sldMk cId="1324971586" sldId="2147483645"/>
        </pc:sldMkLst>
        <pc:graphicFrameChg chg="add mod">
          <ac:chgData name="Merwin Dmello" userId="6021cd87-f32b-453d-b595-6a67c089d214" providerId="ADAL" clId="{EB28A545-125B-4F42-9F39-77DDC21E2992}" dt="2024-12-06T15:52:42.086" v="132"/>
          <ac:graphicFrameMkLst>
            <pc:docMk/>
            <pc:sldMk cId="1324971586" sldId="2147483645"/>
            <ac:graphicFrameMk id="3" creationId="{97B49BDD-2526-572C-4F23-106246395192}"/>
          </ac:graphicFrameMkLst>
        </pc:graphicFrameChg>
        <pc:graphicFrameChg chg="modGraphic">
          <ac:chgData name="Merwin Dmello" userId="6021cd87-f32b-453d-b595-6a67c089d214" providerId="ADAL" clId="{EB28A545-125B-4F42-9F39-77DDC21E2992}" dt="2024-12-06T15:51:30.133" v="126" actId="20577"/>
          <ac:graphicFrameMkLst>
            <pc:docMk/>
            <pc:sldMk cId="1324971586" sldId="2147483645"/>
            <ac:graphicFrameMk id="5" creationId="{D03D5D35-2D69-714B-5275-6C90CEB80640}"/>
          </ac:graphicFrameMkLst>
        </pc:graphicFrameChg>
        <pc:graphicFrameChg chg="mod modGraphic">
          <ac:chgData name="Merwin Dmello" userId="6021cd87-f32b-453d-b595-6a67c089d214" providerId="ADAL" clId="{EB28A545-125B-4F42-9F39-77DDC21E2992}" dt="2024-12-06T15:57:30.162" v="221" actId="20577"/>
          <ac:graphicFrameMkLst>
            <pc:docMk/>
            <pc:sldMk cId="1324971586" sldId="2147483645"/>
            <ac:graphicFrameMk id="7" creationId="{C4ACA49B-CBCB-F8C2-F65F-7D6F4D4CFD43}"/>
          </ac:graphicFrameMkLst>
        </pc:graphicFrameChg>
      </pc:sldChg>
      <pc:sldChg chg="modSp mod">
        <pc:chgData name="Merwin Dmello" userId="6021cd87-f32b-453d-b595-6a67c089d214" providerId="ADAL" clId="{EB28A545-125B-4F42-9F39-77DDC21E2992}" dt="2024-12-06T15:47:16.672" v="86"/>
        <pc:sldMkLst>
          <pc:docMk/>
          <pc:sldMk cId="1671566234" sldId="2147483646"/>
        </pc:sldMkLst>
        <pc:spChg chg="mod">
          <ac:chgData name="Merwin Dmello" userId="6021cd87-f32b-453d-b595-6a67c089d214" providerId="ADAL" clId="{EB28A545-125B-4F42-9F39-77DDC21E2992}" dt="2024-12-06T15:40:38.367" v="35" actId="6549"/>
          <ac:spMkLst>
            <pc:docMk/>
            <pc:sldMk cId="1671566234" sldId="2147483646"/>
            <ac:spMk id="17" creationId="{389E9F1E-902B-902B-5404-BA6017F0C12E}"/>
          </ac:spMkLst>
        </pc:spChg>
        <pc:spChg chg="mod">
          <ac:chgData name="Merwin Dmello" userId="6021cd87-f32b-453d-b595-6a67c089d214" providerId="ADAL" clId="{EB28A545-125B-4F42-9F39-77DDC21E2992}" dt="2024-12-06T15:40:59.367" v="45" actId="20577"/>
          <ac:spMkLst>
            <pc:docMk/>
            <pc:sldMk cId="1671566234" sldId="2147483646"/>
            <ac:spMk id="18" creationId="{141237E8-AA71-23EE-1C91-983D239F295D}"/>
          </ac:spMkLst>
        </pc:spChg>
        <pc:spChg chg="mod">
          <ac:chgData name="Merwin Dmello" userId="6021cd87-f32b-453d-b595-6a67c089d214" providerId="ADAL" clId="{EB28A545-125B-4F42-9F39-77DDC21E2992}" dt="2024-12-06T15:47:16.672" v="86"/>
          <ac:spMkLst>
            <pc:docMk/>
            <pc:sldMk cId="1671566234" sldId="2147483646"/>
            <ac:spMk id="19" creationId="{B39FDBB3-AD5D-C68B-E47A-6EAE62E82228}"/>
          </ac:spMkLst>
        </pc:spChg>
      </pc:sldChg>
      <pc:sldChg chg="del">
        <pc:chgData name="Merwin Dmello" userId="6021cd87-f32b-453d-b595-6a67c089d214" providerId="ADAL" clId="{EB28A545-125B-4F42-9F39-77DDC21E2992}" dt="2024-12-06T16:51:27.469" v="571" actId="47"/>
        <pc:sldMkLst>
          <pc:docMk/>
          <pc:sldMk cId="626592014" sldId="2147483647"/>
        </pc:sldMkLst>
      </pc:sldChg>
      <pc:sldMasterChg chg="delSldLayout">
        <pc:chgData name="Merwin Dmello" userId="6021cd87-f32b-453d-b595-6a67c089d214" providerId="ADAL" clId="{EB28A545-125B-4F42-9F39-77DDC21E2992}" dt="2024-12-06T16:51:27.469" v="571" actId="47"/>
        <pc:sldMasterMkLst>
          <pc:docMk/>
          <pc:sldMasterMk cId="480010880" sldId="2147483700"/>
        </pc:sldMasterMkLst>
        <pc:sldLayoutChg chg="del">
          <pc:chgData name="Merwin Dmello" userId="6021cd87-f32b-453d-b595-6a67c089d214" providerId="ADAL" clId="{EB28A545-125B-4F42-9F39-77DDC21E2992}" dt="2024-12-06T16:51:27.469" v="571" actId="47"/>
          <pc:sldLayoutMkLst>
            <pc:docMk/>
            <pc:sldMasterMk cId="480010880" sldId="2147483700"/>
            <pc:sldLayoutMk cId="2154709889" sldId="2147483944"/>
          </pc:sldLayoutMkLst>
        </pc:sldLayoutChg>
      </pc:sldMasterChg>
    </pc:docChg>
  </pc:docChgLst>
  <pc:docChgLst>
    <pc:chgData name="Merwin Dmello" userId="6021cd87-f32b-453d-b595-6a67c089d214" providerId="ADAL" clId="{21DAE62F-ED67-45A5-B7CA-F4C00D381B2C}"/>
    <pc:docChg chg="undo custSel addSld modSld sldOrd">
      <pc:chgData name="Merwin Dmello" userId="6021cd87-f32b-453d-b595-6a67c089d214" providerId="ADAL" clId="{21DAE62F-ED67-45A5-B7CA-F4C00D381B2C}" dt="2024-12-05T04:12:34.402" v="1264" actId="20577"/>
      <pc:docMkLst>
        <pc:docMk/>
      </pc:docMkLst>
      <pc:sldChg chg="addSp modSp add mod modAnim">
        <pc:chgData name="Merwin Dmello" userId="6021cd87-f32b-453d-b595-6a67c089d214" providerId="ADAL" clId="{21DAE62F-ED67-45A5-B7CA-F4C00D381B2C}" dt="2024-12-04T18:39:31.170" v="1037" actId="14100"/>
        <pc:sldMkLst>
          <pc:docMk/>
          <pc:sldMk cId="3005132231" sldId="292"/>
        </pc:sldMkLst>
        <pc:spChg chg="mod">
          <ac:chgData name="Merwin Dmello" userId="6021cd87-f32b-453d-b595-6a67c089d214" providerId="ADAL" clId="{21DAE62F-ED67-45A5-B7CA-F4C00D381B2C}" dt="2024-12-04T18:38:56.053" v="1034" actId="1038"/>
          <ac:spMkLst>
            <pc:docMk/>
            <pc:sldMk cId="3005132231" sldId="292"/>
            <ac:spMk id="4" creationId="{071167AB-6850-4B91-9552-A01FEECED998}"/>
          </ac:spMkLst>
        </pc:spChg>
        <pc:spChg chg="mod">
          <ac:chgData name="Merwin Dmello" userId="6021cd87-f32b-453d-b595-6a67c089d214" providerId="ADAL" clId="{21DAE62F-ED67-45A5-B7CA-F4C00D381B2C}" dt="2024-12-04T18:38:56.053" v="1034" actId="1038"/>
          <ac:spMkLst>
            <pc:docMk/>
            <pc:sldMk cId="3005132231" sldId="292"/>
            <ac:spMk id="13" creationId="{D284C547-941B-4763-BCC2-C947582368DD}"/>
          </ac:spMkLst>
        </pc:spChg>
        <pc:spChg chg="mod">
          <ac:chgData name="Merwin Dmello" userId="6021cd87-f32b-453d-b595-6a67c089d214" providerId="ADAL" clId="{21DAE62F-ED67-45A5-B7CA-F4C00D381B2C}" dt="2024-12-04T18:38:56.053" v="1034" actId="1038"/>
          <ac:spMkLst>
            <pc:docMk/>
            <pc:sldMk cId="3005132231" sldId="292"/>
            <ac:spMk id="14" creationId="{94CBDB6F-0EDF-449A-A13C-A764DD08BA87}"/>
          </ac:spMkLst>
        </pc:spChg>
        <pc:spChg chg="mod">
          <ac:chgData name="Merwin Dmello" userId="6021cd87-f32b-453d-b595-6a67c089d214" providerId="ADAL" clId="{21DAE62F-ED67-45A5-B7CA-F4C00D381B2C}" dt="2024-12-04T18:38:56.053" v="1034" actId="1038"/>
          <ac:spMkLst>
            <pc:docMk/>
            <pc:sldMk cId="3005132231" sldId="292"/>
            <ac:spMk id="15" creationId="{ED888009-8C5D-4B50-9245-1B5E59CD7C0F}"/>
          </ac:spMkLst>
        </pc:spChg>
        <pc:spChg chg="add mod">
          <ac:chgData name="Merwin Dmello" userId="6021cd87-f32b-453d-b595-6a67c089d214" providerId="ADAL" clId="{21DAE62F-ED67-45A5-B7CA-F4C00D381B2C}" dt="2024-12-04T18:38:56.053" v="1034" actId="1038"/>
          <ac:spMkLst>
            <pc:docMk/>
            <pc:sldMk cId="3005132231" sldId="292"/>
            <ac:spMk id="24" creationId="{8CC0FCC4-701C-E29B-A58F-C454FF67FCCF}"/>
          </ac:spMkLst>
        </pc:spChg>
        <pc:spChg chg="mod">
          <ac:chgData name="Merwin Dmello" userId="6021cd87-f32b-453d-b595-6a67c089d214" providerId="ADAL" clId="{21DAE62F-ED67-45A5-B7CA-F4C00D381B2C}" dt="2024-12-04T18:38:56.053" v="1034" actId="1038"/>
          <ac:spMkLst>
            <pc:docMk/>
            <pc:sldMk cId="3005132231" sldId="292"/>
            <ac:spMk id="25" creationId="{AA29184C-1E45-474D-9FB3-AE5D5E37F8E6}"/>
          </ac:spMkLst>
        </pc:spChg>
        <pc:spChg chg="add mod">
          <ac:chgData name="Merwin Dmello" userId="6021cd87-f32b-453d-b595-6a67c089d214" providerId="ADAL" clId="{21DAE62F-ED67-45A5-B7CA-F4C00D381B2C}" dt="2024-12-04T18:39:31.170" v="1037" actId="14100"/>
          <ac:spMkLst>
            <pc:docMk/>
            <pc:sldMk cId="3005132231" sldId="292"/>
            <ac:spMk id="26" creationId="{763191D8-284A-57DF-7D49-136C0F550AAA}"/>
          </ac:spMkLst>
        </pc:spChg>
        <pc:spChg chg="mod">
          <ac:chgData name="Merwin Dmello" userId="6021cd87-f32b-453d-b595-6a67c089d214" providerId="ADAL" clId="{21DAE62F-ED67-45A5-B7CA-F4C00D381B2C}" dt="2024-12-04T18:38:56.053" v="1034" actId="1038"/>
          <ac:spMkLst>
            <pc:docMk/>
            <pc:sldMk cId="3005132231" sldId="292"/>
            <ac:spMk id="27" creationId="{9F9A025F-5C37-4B00-9A43-FCD178756CEB}"/>
          </ac:spMkLst>
        </pc:spChg>
        <pc:spChg chg="mod">
          <ac:chgData name="Merwin Dmello" userId="6021cd87-f32b-453d-b595-6a67c089d214" providerId="ADAL" clId="{21DAE62F-ED67-45A5-B7CA-F4C00D381B2C}" dt="2024-12-04T18:38:56.053" v="1034" actId="1038"/>
          <ac:spMkLst>
            <pc:docMk/>
            <pc:sldMk cId="3005132231" sldId="292"/>
            <ac:spMk id="31" creationId="{062919CE-814C-4CF1-BF55-DCE42C6CDB96}"/>
          </ac:spMkLst>
        </pc:spChg>
        <pc:spChg chg="mod">
          <ac:chgData name="Merwin Dmello" userId="6021cd87-f32b-453d-b595-6a67c089d214" providerId="ADAL" clId="{21DAE62F-ED67-45A5-B7CA-F4C00D381B2C}" dt="2024-12-04T18:38:56.053" v="1034" actId="1038"/>
          <ac:spMkLst>
            <pc:docMk/>
            <pc:sldMk cId="3005132231" sldId="292"/>
            <ac:spMk id="33" creationId="{3E69BE40-7338-427E-B53E-C0229E88912F}"/>
          </ac:spMkLst>
        </pc:spChg>
        <pc:spChg chg="mod">
          <ac:chgData name="Merwin Dmello" userId="6021cd87-f32b-453d-b595-6a67c089d214" providerId="ADAL" clId="{21DAE62F-ED67-45A5-B7CA-F4C00D381B2C}" dt="2024-12-04T18:38:56.053" v="1034" actId="1038"/>
          <ac:spMkLst>
            <pc:docMk/>
            <pc:sldMk cId="3005132231" sldId="292"/>
            <ac:spMk id="55" creationId="{F78758CA-8A59-4F1A-B558-5BEB0C6DA95C}"/>
          </ac:spMkLst>
        </pc:spChg>
        <pc:spChg chg="mod">
          <ac:chgData name="Merwin Dmello" userId="6021cd87-f32b-453d-b595-6a67c089d214" providerId="ADAL" clId="{21DAE62F-ED67-45A5-B7CA-F4C00D381B2C}" dt="2024-12-04T18:38:56.053" v="1034" actId="1038"/>
          <ac:spMkLst>
            <pc:docMk/>
            <pc:sldMk cId="3005132231" sldId="292"/>
            <ac:spMk id="60" creationId="{47331E74-1AB5-433C-9A4F-91C9CA9125C7}"/>
          </ac:spMkLst>
        </pc:spChg>
        <pc:spChg chg="mod">
          <ac:chgData name="Merwin Dmello" userId="6021cd87-f32b-453d-b595-6a67c089d214" providerId="ADAL" clId="{21DAE62F-ED67-45A5-B7CA-F4C00D381B2C}" dt="2024-12-04T18:38:56.053" v="1034" actId="1038"/>
          <ac:spMkLst>
            <pc:docMk/>
            <pc:sldMk cId="3005132231" sldId="292"/>
            <ac:spMk id="63" creationId="{720ABB00-623E-4878-87CF-4A6018BFDD62}"/>
          </ac:spMkLst>
        </pc:spChg>
        <pc:spChg chg="mod">
          <ac:chgData name="Merwin Dmello" userId="6021cd87-f32b-453d-b595-6a67c089d214" providerId="ADAL" clId="{21DAE62F-ED67-45A5-B7CA-F4C00D381B2C}" dt="2024-12-04T18:38:56.053" v="1034" actId="1038"/>
          <ac:spMkLst>
            <pc:docMk/>
            <pc:sldMk cId="3005132231" sldId="292"/>
            <ac:spMk id="65" creationId="{6FBA4916-824E-4D9C-80D2-21529DAF2EB3}"/>
          </ac:spMkLst>
        </pc:spChg>
        <pc:spChg chg="mod">
          <ac:chgData name="Merwin Dmello" userId="6021cd87-f32b-453d-b595-6a67c089d214" providerId="ADAL" clId="{21DAE62F-ED67-45A5-B7CA-F4C00D381B2C}" dt="2024-12-04T18:38:56.053" v="1034" actId="1038"/>
          <ac:spMkLst>
            <pc:docMk/>
            <pc:sldMk cId="3005132231" sldId="292"/>
            <ac:spMk id="66" creationId="{3E35A569-1E6D-4C0D-A1FC-6D8E172F21AD}"/>
          </ac:spMkLst>
        </pc:spChg>
        <pc:spChg chg="mod">
          <ac:chgData name="Merwin Dmello" userId="6021cd87-f32b-453d-b595-6a67c089d214" providerId="ADAL" clId="{21DAE62F-ED67-45A5-B7CA-F4C00D381B2C}" dt="2024-12-04T18:38:56.053" v="1034" actId="1038"/>
          <ac:spMkLst>
            <pc:docMk/>
            <pc:sldMk cId="3005132231" sldId="292"/>
            <ac:spMk id="67" creationId="{8D9342BF-83E3-4E3A-962A-0F9B290C328A}"/>
          </ac:spMkLst>
        </pc:spChg>
        <pc:spChg chg="mod">
          <ac:chgData name="Merwin Dmello" userId="6021cd87-f32b-453d-b595-6a67c089d214" providerId="ADAL" clId="{21DAE62F-ED67-45A5-B7CA-F4C00D381B2C}" dt="2024-12-04T18:38:56.053" v="1034" actId="1038"/>
          <ac:spMkLst>
            <pc:docMk/>
            <pc:sldMk cId="3005132231" sldId="292"/>
            <ac:spMk id="68" creationId="{D2D747AC-A411-491B-AF7F-1C57BFEEFD40}"/>
          </ac:spMkLst>
        </pc:spChg>
        <pc:spChg chg="mod">
          <ac:chgData name="Merwin Dmello" userId="6021cd87-f32b-453d-b595-6a67c089d214" providerId="ADAL" clId="{21DAE62F-ED67-45A5-B7CA-F4C00D381B2C}" dt="2024-12-04T18:38:56.053" v="1034" actId="1038"/>
          <ac:spMkLst>
            <pc:docMk/>
            <pc:sldMk cId="3005132231" sldId="292"/>
            <ac:spMk id="69" creationId="{5DB76892-D2D7-482D-9346-4809991A3A3C}"/>
          </ac:spMkLst>
        </pc:spChg>
        <pc:spChg chg="mod">
          <ac:chgData name="Merwin Dmello" userId="6021cd87-f32b-453d-b595-6a67c089d214" providerId="ADAL" clId="{21DAE62F-ED67-45A5-B7CA-F4C00D381B2C}" dt="2024-12-04T18:38:56.053" v="1034" actId="1038"/>
          <ac:spMkLst>
            <pc:docMk/>
            <pc:sldMk cId="3005132231" sldId="292"/>
            <ac:spMk id="70" creationId="{47E8F069-A6B7-4C0D-BBD1-552C549A2DE2}"/>
          </ac:spMkLst>
        </pc:spChg>
        <pc:spChg chg="mod">
          <ac:chgData name="Merwin Dmello" userId="6021cd87-f32b-453d-b595-6a67c089d214" providerId="ADAL" clId="{21DAE62F-ED67-45A5-B7CA-F4C00D381B2C}" dt="2024-12-04T18:38:56.053" v="1034" actId="1038"/>
          <ac:spMkLst>
            <pc:docMk/>
            <pc:sldMk cId="3005132231" sldId="292"/>
            <ac:spMk id="71" creationId="{83198499-1333-4773-9E6C-8B6FB94CFE33}"/>
          </ac:spMkLst>
        </pc:spChg>
        <pc:spChg chg="mod">
          <ac:chgData name="Merwin Dmello" userId="6021cd87-f32b-453d-b595-6a67c089d214" providerId="ADAL" clId="{21DAE62F-ED67-45A5-B7CA-F4C00D381B2C}" dt="2024-12-04T18:38:56.053" v="1034" actId="1038"/>
          <ac:spMkLst>
            <pc:docMk/>
            <pc:sldMk cId="3005132231" sldId="292"/>
            <ac:spMk id="78" creationId="{206A7C47-E123-4345-A479-A55749E81D63}"/>
          </ac:spMkLst>
        </pc:spChg>
        <pc:spChg chg="mod">
          <ac:chgData name="Merwin Dmello" userId="6021cd87-f32b-453d-b595-6a67c089d214" providerId="ADAL" clId="{21DAE62F-ED67-45A5-B7CA-F4C00D381B2C}" dt="2024-12-04T18:38:56.053" v="1034" actId="1038"/>
          <ac:spMkLst>
            <pc:docMk/>
            <pc:sldMk cId="3005132231" sldId="292"/>
            <ac:spMk id="91" creationId="{63CEDF3C-8EA8-4839-9C3A-14A52E7AF1F6}"/>
          </ac:spMkLst>
        </pc:spChg>
        <pc:spChg chg="mod">
          <ac:chgData name="Merwin Dmello" userId="6021cd87-f32b-453d-b595-6a67c089d214" providerId="ADAL" clId="{21DAE62F-ED67-45A5-B7CA-F4C00D381B2C}" dt="2024-12-04T18:38:56.053" v="1034" actId="1038"/>
          <ac:spMkLst>
            <pc:docMk/>
            <pc:sldMk cId="3005132231" sldId="292"/>
            <ac:spMk id="92" creationId="{82E9BA38-40E8-48DE-9F49-C9FF9ACA6E25}"/>
          </ac:spMkLst>
        </pc:spChg>
        <pc:spChg chg="mod">
          <ac:chgData name="Merwin Dmello" userId="6021cd87-f32b-453d-b595-6a67c089d214" providerId="ADAL" clId="{21DAE62F-ED67-45A5-B7CA-F4C00D381B2C}" dt="2024-12-04T18:38:56.053" v="1034" actId="1038"/>
          <ac:spMkLst>
            <pc:docMk/>
            <pc:sldMk cId="3005132231" sldId="292"/>
            <ac:spMk id="97" creationId="{D0942A7F-4082-4080-8991-12A28F45985F}"/>
          </ac:spMkLst>
        </pc:spChg>
        <pc:spChg chg="mod">
          <ac:chgData name="Merwin Dmello" userId="6021cd87-f32b-453d-b595-6a67c089d214" providerId="ADAL" clId="{21DAE62F-ED67-45A5-B7CA-F4C00D381B2C}" dt="2024-12-04T18:38:56.053" v="1034" actId="1038"/>
          <ac:spMkLst>
            <pc:docMk/>
            <pc:sldMk cId="3005132231" sldId="292"/>
            <ac:spMk id="101" creationId="{82BFD8C5-9027-4663-8F7A-F3095F416BE7}"/>
          </ac:spMkLst>
        </pc:spChg>
        <pc:spChg chg="mod">
          <ac:chgData name="Merwin Dmello" userId="6021cd87-f32b-453d-b595-6a67c089d214" providerId="ADAL" clId="{21DAE62F-ED67-45A5-B7CA-F4C00D381B2C}" dt="2024-12-04T18:38:56.053" v="1034" actId="1038"/>
          <ac:spMkLst>
            <pc:docMk/>
            <pc:sldMk cId="3005132231" sldId="292"/>
            <ac:spMk id="102" creationId="{878A0766-AF12-474D-99BC-D459671C0FD9}"/>
          </ac:spMkLst>
        </pc:spChg>
        <pc:spChg chg="mod">
          <ac:chgData name="Merwin Dmello" userId="6021cd87-f32b-453d-b595-6a67c089d214" providerId="ADAL" clId="{21DAE62F-ED67-45A5-B7CA-F4C00D381B2C}" dt="2024-12-04T18:38:56.053" v="1034" actId="1038"/>
          <ac:spMkLst>
            <pc:docMk/>
            <pc:sldMk cId="3005132231" sldId="292"/>
            <ac:spMk id="116" creationId="{22F6306E-D668-4952-808C-B0012E36283A}"/>
          </ac:spMkLst>
        </pc:spChg>
        <pc:spChg chg="mod">
          <ac:chgData name="Merwin Dmello" userId="6021cd87-f32b-453d-b595-6a67c089d214" providerId="ADAL" clId="{21DAE62F-ED67-45A5-B7CA-F4C00D381B2C}" dt="2024-12-04T18:38:56.053" v="1034" actId="1038"/>
          <ac:spMkLst>
            <pc:docMk/>
            <pc:sldMk cId="3005132231" sldId="292"/>
            <ac:spMk id="120" creationId="{CE64BCA3-7A41-4A9A-997E-3B27DEF46FF6}"/>
          </ac:spMkLst>
        </pc:spChg>
        <pc:spChg chg="mod">
          <ac:chgData name="Merwin Dmello" userId="6021cd87-f32b-453d-b595-6a67c089d214" providerId="ADAL" clId="{21DAE62F-ED67-45A5-B7CA-F4C00D381B2C}" dt="2024-12-04T18:38:56.053" v="1034" actId="1038"/>
          <ac:spMkLst>
            <pc:docMk/>
            <pc:sldMk cId="3005132231" sldId="292"/>
            <ac:spMk id="124" creationId="{BDF4A304-C9CD-4279-9F32-661D814DBC56}"/>
          </ac:spMkLst>
        </pc:spChg>
        <pc:cxnChg chg="mod">
          <ac:chgData name="Merwin Dmello" userId="6021cd87-f32b-453d-b595-6a67c089d214" providerId="ADAL" clId="{21DAE62F-ED67-45A5-B7CA-F4C00D381B2C}" dt="2024-12-04T18:38:56.053" v="1034" actId="1038"/>
          <ac:cxnSpMkLst>
            <pc:docMk/>
            <pc:sldMk cId="3005132231" sldId="292"/>
            <ac:cxnSpMk id="7" creationId="{216AED59-3B0D-414B-8716-DA3A8CF186DD}"/>
          </ac:cxnSpMkLst>
        </pc:cxnChg>
        <pc:cxnChg chg="mod">
          <ac:chgData name="Merwin Dmello" userId="6021cd87-f32b-453d-b595-6a67c089d214" providerId="ADAL" clId="{21DAE62F-ED67-45A5-B7CA-F4C00D381B2C}" dt="2024-12-04T18:38:56.053" v="1034" actId="1038"/>
          <ac:cxnSpMkLst>
            <pc:docMk/>
            <pc:sldMk cId="3005132231" sldId="292"/>
            <ac:cxnSpMk id="34" creationId="{3DEA0E14-C07A-4281-8882-42B50ED80F8B}"/>
          </ac:cxnSpMkLst>
        </pc:cxnChg>
        <pc:cxnChg chg="mod">
          <ac:chgData name="Merwin Dmello" userId="6021cd87-f32b-453d-b595-6a67c089d214" providerId="ADAL" clId="{21DAE62F-ED67-45A5-B7CA-F4C00D381B2C}" dt="2024-12-04T18:38:56.053" v="1034" actId="1038"/>
          <ac:cxnSpMkLst>
            <pc:docMk/>
            <pc:sldMk cId="3005132231" sldId="292"/>
            <ac:cxnSpMk id="39" creationId="{31561E9A-D036-4BFF-8322-6151B7F94A6B}"/>
          </ac:cxnSpMkLst>
        </pc:cxnChg>
        <pc:cxnChg chg="mod">
          <ac:chgData name="Merwin Dmello" userId="6021cd87-f32b-453d-b595-6a67c089d214" providerId="ADAL" clId="{21DAE62F-ED67-45A5-B7CA-F4C00D381B2C}" dt="2024-12-04T18:38:56.053" v="1034" actId="1038"/>
          <ac:cxnSpMkLst>
            <pc:docMk/>
            <pc:sldMk cId="3005132231" sldId="292"/>
            <ac:cxnSpMk id="42" creationId="{FAD6144C-D63B-48FC-8757-7FC517AC3CC4}"/>
          </ac:cxnSpMkLst>
        </pc:cxnChg>
        <pc:cxnChg chg="mod">
          <ac:chgData name="Merwin Dmello" userId="6021cd87-f32b-453d-b595-6a67c089d214" providerId="ADAL" clId="{21DAE62F-ED67-45A5-B7CA-F4C00D381B2C}" dt="2024-12-04T18:38:56.053" v="1034" actId="1038"/>
          <ac:cxnSpMkLst>
            <pc:docMk/>
            <pc:sldMk cId="3005132231" sldId="292"/>
            <ac:cxnSpMk id="46" creationId="{AF2EA56F-DD34-49CE-866F-D27A782EF71D}"/>
          </ac:cxnSpMkLst>
        </pc:cxnChg>
        <pc:cxnChg chg="mod">
          <ac:chgData name="Merwin Dmello" userId="6021cd87-f32b-453d-b595-6a67c089d214" providerId="ADAL" clId="{21DAE62F-ED67-45A5-B7CA-F4C00D381B2C}" dt="2024-12-04T18:38:56.053" v="1034" actId="1038"/>
          <ac:cxnSpMkLst>
            <pc:docMk/>
            <pc:sldMk cId="3005132231" sldId="292"/>
            <ac:cxnSpMk id="47" creationId="{9DC9FC7D-53DE-49C6-AE76-DAF535D79084}"/>
          </ac:cxnSpMkLst>
        </pc:cxnChg>
        <pc:cxnChg chg="mod">
          <ac:chgData name="Merwin Dmello" userId="6021cd87-f32b-453d-b595-6a67c089d214" providerId="ADAL" clId="{21DAE62F-ED67-45A5-B7CA-F4C00D381B2C}" dt="2024-12-04T18:38:56.053" v="1034" actId="1038"/>
          <ac:cxnSpMkLst>
            <pc:docMk/>
            <pc:sldMk cId="3005132231" sldId="292"/>
            <ac:cxnSpMk id="52" creationId="{91D54F56-DECF-4225-B1D4-F740F4861CB7}"/>
          </ac:cxnSpMkLst>
        </pc:cxnChg>
        <pc:cxnChg chg="mod">
          <ac:chgData name="Merwin Dmello" userId="6021cd87-f32b-453d-b595-6a67c089d214" providerId="ADAL" clId="{21DAE62F-ED67-45A5-B7CA-F4C00D381B2C}" dt="2024-12-04T18:38:56.053" v="1034" actId="1038"/>
          <ac:cxnSpMkLst>
            <pc:docMk/>
            <pc:sldMk cId="3005132231" sldId="292"/>
            <ac:cxnSpMk id="57" creationId="{3EC46DFA-464A-499E-B195-5FA4ADD43921}"/>
          </ac:cxnSpMkLst>
        </pc:cxnChg>
        <pc:cxnChg chg="mod">
          <ac:chgData name="Merwin Dmello" userId="6021cd87-f32b-453d-b595-6a67c089d214" providerId="ADAL" clId="{21DAE62F-ED67-45A5-B7CA-F4C00D381B2C}" dt="2024-12-04T18:38:56.053" v="1034" actId="1038"/>
          <ac:cxnSpMkLst>
            <pc:docMk/>
            <pc:sldMk cId="3005132231" sldId="292"/>
            <ac:cxnSpMk id="62" creationId="{A1E04EA9-E9BE-4AC4-90D6-39B795D0FA57}"/>
          </ac:cxnSpMkLst>
        </pc:cxnChg>
        <pc:cxnChg chg="mod">
          <ac:chgData name="Merwin Dmello" userId="6021cd87-f32b-453d-b595-6a67c089d214" providerId="ADAL" clId="{21DAE62F-ED67-45A5-B7CA-F4C00D381B2C}" dt="2024-12-04T18:38:56.053" v="1034" actId="1038"/>
          <ac:cxnSpMkLst>
            <pc:docMk/>
            <pc:sldMk cId="3005132231" sldId="292"/>
            <ac:cxnSpMk id="64" creationId="{ADEB272B-4A1D-473D-BFC3-D1B35BF99D0C}"/>
          </ac:cxnSpMkLst>
        </pc:cxnChg>
        <pc:cxnChg chg="mod">
          <ac:chgData name="Merwin Dmello" userId="6021cd87-f32b-453d-b595-6a67c089d214" providerId="ADAL" clId="{21DAE62F-ED67-45A5-B7CA-F4C00D381B2C}" dt="2024-12-04T18:38:56.053" v="1034" actId="1038"/>
          <ac:cxnSpMkLst>
            <pc:docMk/>
            <pc:sldMk cId="3005132231" sldId="292"/>
            <ac:cxnSpMk id="73" creationId="{B15FA73C-ED0A-4573-A0A8-C277A4A13572}"/>
          </ac:cxnSpMkLst>
        </pc:cxnChg>
        <pc:cxnChg chg="mod">
          <ac:chgData name="Merwin Dmello" userId="6021cd87-f32b-453d-b595-6a67c089d214" providerId="ADAL" clId="{21DAE62F-ED67-45A5-B7CA-F4C00D381B2C}" dt="2024-12-04T18:38:56.053" v="1034" actId="1038"/>
          <ac:cxnSpMkLst>
            <pc:docMk/>
            <pc:sldMk cId="3005132231" sldId="292"/>
            <ac:cxnSpMk id="77" creationId="{25B755AD-6538-4BEF-96B0-664DEF0EE968}"/>
          </ac:cxnSpMkLst>
        </pc:cxnChg>
        <pc:cxnChg chg="mod">
          <ac:chgData name="Merwin Dmello" userId="6021cd87-f32b-453d-b595-6a67c089d214" providerId="ADAL" clId="{21DAE62F-ED67-45A5-B7CA-F4C00D381B2C}" dt="2024-12-04T18:38:56.053" v="1034" actId="1038"/>
          <ac:cxnSpMkLst>
            <pc:docMk/>
            <pc:sldMk cId="3005132231" sldId="292"/>
            <ac:cxnSpMk id="79" creationId="{D5AF1C27-BEE2-4699-9F92-4B0C4A2196F9}"/>
          </ac:cxnSpMkLst>
        </pc:cxnChg>
        <pc:cxnChg chg="mod">
          <ac:chgData name="Merwin Dmello" userId="6021cd87-f32b-453d-b595-6a67c089d214" providerId="ADAL" clId="{21DAE62F-ED67-45A5-B7CA-F4C00D381B2C}" dt="2024-12-04T18:38:56.053" v="1034" actId="1038"/>
          <ac:cxnSpMkLst>
            <pc:docMk/>
            <pc:sldMk cId="3005132231" sldId="292"/>
            <ac:cxnSpMk id="90" creationId="{3F43E8CD-417E-440E-B35D-5F3E8997DD8E}"/>
          </ac:cxnSpMkLst>
        </pc:cxnChg>
        <pc:cxnChg chg="mod">
          <ac:chgData name="Merwin Dmello" userId="6021cd87-f32b-453d-b595-6a67c089d214" providerId="ADAL" clId="{21DAE62F-ED67-45A5-B7CA-F4C00D381B2C}" dt="2024-12-04T18:38:56.053" v="1034" actId="1038"/>
          <ac:cxnSpMkLst>
            <pc:docMk/>
            <pc:sldMk cId="3005132231" sldId="292"/>
            <ac:cxnSpMk id="107" creationId="{D49924F0-6323-4132-9248-9798A3EFFA11}"/>
          </ac:cxnSpMkLst>
        </pc:cxnChg>
        <pc:cxnChg chg="mod">
          <ac:chgData name="Merwin Dmello" userId="6021cd87-f32b-453d-b595-6a67c089d214" providerId="ADAL" clId="{21DAE62F-ED67-45A5-B7CA-F4C00D381B2C}" dt="2024-12-04T18:38:56.053" v="1034" actId="1038"/>
          <ac:cxnSpMkLst>
            <pc:docMk/>
            <pc:sldMk cId="3005132231" sldId="292"/>
            <ac:cxnSpMk id="110" creationId="{78123FD7-FD3E-44D2-8084-9E0AC2D4D756}"/>
          </ac:cxnSpMkLst>
        </pc:cxnChg>
        <pc:cxnChg chg="mod">
          <ac:chgData name="Merwin Dmello" userId="6021cd87-f32b-453d-b595-6a67c089d214" providerId="ADAL" clId="{21DAE62F-ED67-45A5-B7CA-F4C00D381B2C}" dt="2024-12-04T18:38:56.053" v="1034" actId="1038"/>
          <ac:cxnSpMkLst>
            <pc:docMk/>
            <pc:sldMk cId="3005132231" sldId="292"/>
            <ac:cxnSpMk id="113" creationId="{0BA4571E-9B83-4C2F-8F57-1E892F0B3F3B}"/>
          </ac:cxnSpMkLst>
        </pc:cxnChg>
        <pc:cxnChg chg="mod">
          <ac:chgData name="Merwin Dmello" userId="6021cd87-f32b-453d-b595-6a67c089d214" providerId="ADAL" clId="{21DAE62F-ED67-45A5-B7CA-F4C00D381B2C}" dt="2024-12-04T18:38:56.053" v="1034" actId="1038"/>
          <ac:cxnSpMkLst>
            <pc:docMk/>
            <pc:sldMk cId="3005132231" sldId="292"/>
            <ac:cxnSpMk id="117" creationId="{9B1B698D-F0FA-478A-8B6F-92F217F14D03}"/>
          </ac:cxnSpMkLst>
        </pc:cxnChg>
        <pc:cxnChg chg="mod">
          <ac:chgData name="Merwin Dmello" userId="6021cd87-f32b-453d-b595-6a67c089d214" providerId="ADAL" clId="{21DAE62F-ED67-45A5-B7CA-F4C00D381B2C}" dt="2024-12-04T18:38:56.053" v="1034" actId="1038"/>
          <ac:cxnSpMkLst>
            <pc:docMk/>
            <pc:sldMk cId="3005132231" sldId="292"/>
            <ac:cxnSpMk id="125" creationId="{0C7F5CD9-258D-4903-97BE-CE9763245BEA}"/>
          </ac:cxnSpMkLst>
        </pc:cxnChg>
        <pc:cxnChg chg="mod">
          <ac:chgData name="Merwin Dmello" userId="6021cd87-f32b-453d-b595-6a67c089d214" providerId="ADAL" clId="{21DAE62F-ED67-45A5-B7CA-F4C00D381B2C}" dt="2024-12-04T18:38:56.053" v="1034" actId="1038"/>
          <ac:cxnSpMkLst>
            <pc:docMk/>
            <pc:sldMk cId="3005132231" sldId="292"/>
            <ac:cxnSpMk id="128" creationId="{9101A713-A08D-4762-868F-C365CE039775}"/>
          </ac:cxnSpMkLst>
        </pc:cxnChg>
        <pc:cxnChg chg="mod">
          <ac:chgData name="Merwin Dmello" userId="6021cd87-f32b-453d-b595-6a67c089d214" providerId="ADAL" clId="{21DAE62F-ED67-45A5-B7CA-F4C00D381B2C}" dt="2024-12-04T18:38:56.053" v="1034" actId="1038"/>
          <ac:cxnSpMkLst>
            <pc:docMk/>
            <pc:sldMk cId="3005132231" sldId="292"/>
            <ac:cxnSpMk id="131" creationId="{FE56EECC-7564-46C6-897A-00D71DE3F922}"/>
          </ac:cxnSpMkLst>
        </pc:cxnChg>
        <pc:cxnChg chg="mod">
          <ac:chgData name="Merwin Dmello" userId="6021cd87-f32b-453d-b595-6a67c089d214" providerId="ADAL" clId="{21DAE62F-ED67-45A5-B7CA-F4C00D381B2C}" dt="2024-12-04T18:38:56.053" v="1034" actId="1038"/>
          <ac:cxnSpMkLst>
            <pc:docMk/>
            <pc:sldMk cId="3005132231" sldId="292"/>
            <ac:cxnSpMk id="134" creationId="{CB5F9257-02F6-49E5-B8BE-139001E2FC2B}"/>
          </ac:cxnSpMkLst>
        </pc:cxnChg>
      </pc:sldChg>
      <pc:sldChg chg="modSp add mod">
        <pc:chgData name="Merwin Dmello" userId="6021cd87-f32b-453d-b595-6a67c089d214" providerId="ADAL" clId="{21DAE62F-ED67-45A5-B7CA-F4C00D381B2C}" dt="2024-12-04T18:41:30.780" v="1052" actId="14100"/>
        <pc:sldMkLst>
          <pc:docMk/>
          <pc:sldMk cId="333119147" sldId="293"/>
        </pc:sldMkLst>
        <pc:spChg chg="mod">
          <ac:chgData name="Merwin Dmello" userId="6021cd87-f32b-453d-b595-6a67c089d214" providerId="ADAL" clId="{21DAE62F-ED67-45A5-B7CA-F4C00D381B2C}" dt="2024-12-04T18:40:00.221" v="1039" actId="552"/>
          <ac:spMkLst>
            <pc:docMk/>
            <pc:sldMk cId="333119147" sldId="293"/>
            <ac:spMk id="4" creationId="{071167AB-6850-4B91-9552-A01FEECED998}"/>
          </ac:spMkLst>
        </pc:spChg>
        <pc:spChg chg="mod">
          <ac:chgData name="Merwin Dmello" userId="6021cd87-f32b-453d-b595-6a67c089d214" providerId="ADAL" clId="{21DAE62F-ED67-45A5-B7CA-F4C00D381B2C}" dt="2024-12-04T18:39:52.746" v="1038" actId="408"/>
          <ac:spMkLst>
            <pc:docMk/>
            <pc:sldMk cId="333119147" sldId="293"/>
            <ac:spMk id="13" creationId="{D284C547-941B-4763-BCC2-C947582368DD}"/>
          </ac:spMkLst>
        </pc:spChg>
        <pc:spChg chg="mod">
          <ac:chgData name="Merwin Dmello" userId="6021cd87-f32b-453d-b595-6a67c089d214" providerId="ADAL" clId="{21DAE62F-ED67-45A5-B7CA-F4C00D381B2C}" dt="2024-12-04T18:40:08.153" v="1040" actId="555"/>
          <ac:spMkLst>
            <pc:docMk/>
            <pc:sldMk cId="333119147" sldId="293"/>
            <ac:spMk id="31" creationId="{062919CE-814C-4CF1-BF55-DCE42C6CDB96}"/>
          </ac:spMkLst>
        </pc:spChg>
        <pc:spChg chg="mod">
          <ac:chgData name="Merwin Dmello" userId="6021cd87-f32b-453d-b595-6a67c089d214" providerId="ADAL" clId="{21DAE62F-ED67-45A5-B7CA-F4C00D381B2C}" dt="2024-12-04T18:40:08.153" v="1040" actId="555"/>
          <ac:spMkLst>
            <pc:docMk/>
            <pc:sldMk cId="333119147" sldId="293"/>
            <ac:spMk id="33" creationId="{3E69BE40-7338-427E-B53E-C0229E88912F}"/>
          </ac:spMkLst>
        </pc:spChg>
        <pc:spChg chg="mod">
          <ac:chgData name="Merwin Dmello" userId="6021cd87-f32b-453d-b595-6a67c089d214" providerId="ADAL" clId="{21DAE62F-ED67-45A5-B7CA-F4C00D381B2C}" dt="2024-12-04T18:40:08.153" v="1040" actId="555"/>
          <ac:spMkLst>
            <pc:docMk/>
            <pc:sldMk cId="333119147" sldId="293"/>
            <ac:spMk id="55" creationId="{F78758CA-8A59-4F1A-B558-5BEB0C6DA95C}"/>
          </ac:spMkLst>
        </pc:spChg>
        <pc:spChg chg="mod">
          <ac:chgData name="Merwin Dmello" userId="6021cd87-f32b-453d-b595-6a67c089d214" providerId="ADAL" clId="{21DAE62F-ED67-45A5-B7CA-F4C00D381B2C}" dt="2024-12-04T18:41:30.780" v="1052" actId="14100"/>
          <ac:spMkLst>
            <pc:docMk/>
            <pc:sldMk cId="333119147" sldId="293"/>
            <ac:spMk id="66" creationId="{3E35A569-1E6D-4C0D-A1FC-6D8E172F21AD}"/>
          </ac:spMkLst>
        </pc:spChg>
        <pc:spChg chg="mod">
          <ac:chgData name="Merwin Dmello" userId="6021cd87-f32b-453d-b595-6a67c089d214" providerId="ADAL" clId="{21DAE62F-ED67-45A5-B7CA-F4C00D381B2C}" dt="2024-12-04T18:40:35.590" v="1042" actId="553"/>
          <ac:spMkLst>
            <pc:docMk/>
            <pc:sldMk cId="333119147" sldId="293"/>
            <ac:spMk id="67" creationId="{8D9342BF-83E3-4E3A-962A-0F9B290C328A}"/>
          </ac:spMkLst>
        </pc:spChg>
        <pc:spChg chg="mod">
          <ac:chgData name="Merwin Dmello" userId="6021cd87-f32b-453d-b595-6a67c089d214" providerId="ADAL" clId="{21DAE62F-ED67-45A5-B7CA-F4C00D381B2C}" dt="2024-12-04T18:40:35.590" v="1042" actId="553"/>
          <ac:spMkLst>
            <pc:docMk/>
            <pc:sldMk cId="333119147" sldId="293"/>
            <ac:spMk id="68" creationId="{D2D747AC-A411-491B-AF7F-1C57BFEEFD40}"/>
          </ac:spMkLst>
        </pc:spChg>
        <pc:spChg chg="mod">
          <ac:chgData name="Merwin Dmello" userId="6021cd87-f32b-453d-b595-6a67c089d214" providerId="ADAL" clId="{21DAE62F-ED67-45A5-B7CA-F4C00D381B2C}" dt="2024-12-04T18:40:35.590" v="1042" actId="553"/>
          <ac:spMkLst>
            <pc:docMk/>
            <pc:sldMk cId="333119147" sldId="293"/>
            <ac:spMk id="69" creationId="{5DB76892-D2D7-482D-9346-4809991A3A3C}"/>
          </ac:spMkLst>
        </pc:spChg>
        <pc:spChg chg="mod">
          <ac:chgData name="Merwin Dmello" userId="6021cd87-f32b-453d-b595-6a67c089d214" providerId="ADAL" clId="{21DAE62F-ED67-45A5-B7CA-F4C00D381B2C}" dt="2024-12-04T18:41:05.849" v="1048" actId="408"/>
          <ac:spMkLst>
            <pc:docMk/>
            <pc:sldMk cId="333119147" sldId="293"/>
            <ac:spMk id="70" creationId="{47E8F069-A6B7-4C0D-BBD1-552C549A2DE2}"/>
          </ac:spMkLst>
        </pc:spChg>
        <pc:spChg chg="mod">
          <ac:chgData name="Merwin Dmello" userId="6021cd87-f32b-453d-b595-6a67c089d214" providerId="ADAL" clId="{21DAE62F-ED67-45A5-B7CA-F4C00D381B2C}" dt="2024-12-04T18:41:05.849" v="1048" actId="408"/>
          <ac:spMkLst>
            <pc:docMk/>
            <pc:sldMk cId="333119147" sldId="293"/>
            <ac:spMk id="71" creationId="{83198499-1333-4773-9E6C-8B6FB94CFE33}"/>
          </ac:spMkLst>
        </pc:spChg>
        <pc:spChg chg="mod">
          <ac:chgData name="Merwin Dmello" userId="6021cd87-f32b-453d-b595-6a67c089d214" providerId="ADAL" clId="{21DAE62F-ED67-45A5-B7CA-F4C00D381B2C}" dt="2024-12-04T18:30:13.137" v="928" actId="14100"/>
          <ac:spMkLst>
            <pc:docMk/>
            <pc:sldMk cId="333119147" sldId="293"/>
            <ac:spMk id="78" creationId="{206A7C47-E123-4345-A479-A55749E81D63}"/>
          </ac:spMkLst>
        </pc:spChg>
        <pc:spChg chg="mod">
          <ac:chgData name="Merwin Dmello" userId="6021cd87-f32b-453d-b595-6a67c089d214" providerId="ADAL" clId="{21DAE62F-ED67-45A5-B7CA-F4C00D381B2C}" dt="2024-12-04T18:40:49.811" v="1044" actId="14100"/>
          <ac:spMkLst>
            <pc:docMk/>
            <pc:sldMk cId="333119147" sldId="293"/>
            <ac:spMk id="102" creationId="{878A0766-AF12-474D-99BC-D459671C0FD9}"/>
          </ac:spMkLst>
        </pc:spChg>
        <pc:spChg chg="mod">
          <ac:chgData name="Merwin Dmello" userId="6021cd87-f32b-453d-b595-6a67c089d214" providerId="ADAL" clId="{21DAE62F-ED67-45A5-B7CA-F4C00D381B2C}" dt="2024-12-04T18:41:05.849" v="1048" actId="408"/>
          <ac:spMkLst>
            <pc:docMk/>
            <pc:sldMk cId="333119147" sldId="293"/>
            <ac:spMk id="116" creationId="{22F6306E-D668-4952-808C-B0012E36283A}"/>
          </ac:spMkLst>
        </pc:spChg>
        <pc:spChg chg="mod">
          <ac:chgData name="Merwin Dmello" userId="6021cd87-f32b-453d-b595-6a67c089d214" providerId="ADAL" clId="{21DAE62F-ED67-45A5-B7CA-F4C00D381B2C}" dt="2024-12-04T18:41:20.230" v="1050" actId="14100"/>
          <ac:spMkLst>
            <pc:docMk/>
            <pc:sldMk cId="333119147" sldId="293"/>
            <ac:spMk id="120" creationId="{CE64BCA3-7A41-4A9A-997E-3B27DEF46FF6}"/>
          </ac:spMkLst>
        </pc:spChg>
        <pc:spChg chg="mod">
          <ac:chgData name="Merwin Dmello" userId="6021cd87-f32b-453d-b595-6a67c089d214" providerId="ADAL" clId="{21DAE62F-ED67-45A5-B7CA-F4C00D381B2C}" dt="2024-12-04T18:41:05.849" v="1048" actId="408"/>
          <ac:spMkLst>
            <pc:docMk/>
            <pc:sldMk cId="333119147" sldId="293"/>
            <ac:spMk id="124" creationId="{BDF4A304-C9CD-4279-9F32-661D814DBC56}"/>
          </ac:spMkLst>
        </pc:spChg>
        <pc:cxnChg chg="mod">
          <ac:chgData name="Merwin Dmello" userId="6021cd87-f32b-453d-b595-6a67c089d214" providerId="ADAL" clId="{21DAE62F-ED67-45A5-B7CA-F4C00D381B2C}" dt="2024-12-04T18:40:00.221" v="1039" actId="552"/>
          <ac:cxnSpMkLst>
            <pc:docMk/>
            <pc:sldMk cId="333119147" sldId="293"/>
            <ac:cxnSpMk id="7" creationId="{216AED59-3B0D-414B-8716-DA3A8CF186DD}"/>
          </ac:cxnSpMkLst>
        </pc:cxnChg>
        <pc:cxnChg chg="mod">
          <ac:chgData name="Merwin Dmello" userId="6021cd87-f32b-453d-b595-6a67c089d214" providerId="ADAL" clId="{21DAE62F-ED67-45A5-B7CA-F4C00D381B2C}" dt="2024-12-04T18:39:52.746" v="1038" actId="408"/>
          <ac:cxnSpMkLst>
            <pc:docMk/>
            <pc:sldMk cId="333119147" sldId="293"/>
            <ac:cxnSpMk id="39" creationId="{31561E9A-D036-4BFF-8322-6151B7F94A6B}"/>
          </ac:cxnSpMkLst>
        </pc:cxnChg>
        <pc:cxnChg chg="mod">
          <ac:chgData name="Merwin Dmello" userId="6021cd87-f32b-453d-b595-6a67c089d214" providerId="ADAL" clId="{21DAE62F-ED67-45A5-B7CA-F4C00D381B2C}" dt="2024-12-04T18:40:08.153" v="1040" actId="555"/>
          <ac:cxnSpMkLst>
            <pc:docMk/>
            <pc:sldMk cId="333119147" sldId="293"/>
            <ac:cxnSpMk id="52" creationId="{91D54F56-DECF-4225-B1D4-F740F4861CB7}"/>
          </ac:cxnSpMkLst>
        </pc:cxnChg>
        <pc:cxnChg chg="mod">
          <ac:chgData name="Merwin Dmello" userId="6021cd87-f32b-453d-b595-6a67c089d214" providerId="ADAL" clId="{21DAE62F-ED67-45A5-B7CA-F4C00D381B2C}" dt="2024-12-04T18:40:08.153" v="1040" actId="555"/>
          <ac:cxnSpMkLst>
            <pc:docMk/>
            <pc:sldMk cId="333119147" sldId="293"/>
            <ac:cxnSpMk id="57" creationId="{3EC46DFA-464A-499E-B195-5FA4ADD43921}"/>
          </ac:cxnSpMkLst>
        </pc:cxnChg>
        <pc:cxnChg chg="mod">
          <ac:chgData name="Merwin Dmello" userId="6021cd87-f32b-453d-b595-6a67c089d214" providerId="ADAL" clId="{21DAE62F-ED67-45A5-B7CA-F4C00D381B2C}" dt="2024-12-04T18:40:08.153" v="1040" actId="555"/>
          <ac:cxnSpMkLst>
            <pc:docMk/>
            <pc:sldMk cId="333119147" sldId="293"/>
            <ac:cxnSpMk id="72" creationId="{A523CF4F-D8E0-4E61-ADF4-383155B262A3}"/>
          </ac:cxnSpMkLst>
        </pc:cxnChg>
        <pc:cxnChg chg="mod">
          <ac:chgData name="Merwin Dmello" userId="6021cd87-f32b-453d-b595-6a67c089d214" providerId="ADAL" clId="{21DAE62F-ED67-45A5-B7CA-F4C00D381B2C}" dt="2024-12-04T18:41:05.849" v="1048" actId="408"/>
          <ac:cxnSpMkLst>
            <pc:docMk/>
            <pc:sldMk cId="333119147" sldId="293"/>
            <ac:cxnSpMk id="77" creationId="{25B755AD-6538-4BEF-96B0-664DEF0EE968}"/>
          </ac:cxnSpMkLst>
        </pc:cxnChg>
        <pc:cxnChg chg="mod">
          <ac:chgData name="Merwin Dmello" userId="6021cd87-f32b-453d-b595-6a67c089d214" providerId="ADAL" clId="{21DAE62F-ED67-45A5-B7CA-F4C00D381B2C}" dt="2024-12-04T18:41:05.849" v="1048" actId="408"/>
          <ac:cxnSpMkLst>
            <pc:docMk/>
            <pc:sldMk cId="333119147" sldId="293"/>
            <ac:cxnSpMk id="79" creationId="{D5AF1C27-BEE2-4699-9F92-4B0C4A2196F9}"/>
          </ac:cxnSpMkLst>
        </pc:cxnChg>
        <pc:cxnChg chg="mod">
          <ac:chgData name="Merwin Dmello" userId="6021cd87-f32b-453d-b595-6a67c089d214" providerId="ADAL" clId="{21DAE62F-ED67-45A5-B7CA-F4C00D381B2C}" dt="2024-12-04T18:40:55.048" v="1047" actId="1038"/>
          <ac:cxnSpMkLst>
            <pc:docMk/>
            <pc:sldMk cId="333119147" sldId="293"/>
            <ac:cxnSpMk id="90" creationId="{3F43E8CD-417E-440E-B35D-5F3E8997DD8E}"/>
          </ac:cxnSpMkLst>
        </pc:cxnChg>
        <pc:cxnChg chg="mod">
          <ac:chgData name="Merwin Dmello" userId="6021cd87-f32b-453d-b595-6a67c089d214" providerId="ADAL" clId="{21DAE62F-ED67-45A5-B7CA-F4C00D381B2C}" dt="2024-12-04T18:40:49.811" v="1044" actId="14100"/>
          <ac:cxnSpMkLst>
            <pc:docMk/>
            <pc:sldMk cId="333119147" sldId="293"/>
            <ac:cxnSpMk id="107" creationId="{D49924F0-6323-4132-9248-9798A3EFFA11}"/>
          </ac:cxnSpMkLst>
        </pc:cxnChg>
        <pc:cxnChg chg="mod">
          <ac:chgData name="Merwin Dmello" userId="6021cd87-f32b-453d-b595-6a67c089d214" providerId="ADAL" clId="{21DAE62F-ED67-45A5-B7CA-F4C00D381B2C}" dt="2024-12-04T18:40:35.590" v="1042" actId="553"/>
          <ac:cxnSpMkLst>
            <pc:docMk/>
            <pc:sldMk cId="333119147" sldId="293"/>
            <ac:cxnSpMk id="110" creationId="{78123FD7-FD3E-44D2-8084-9E0AC2D4D756}"/>
          </ac:cxnSpMkLst>
        </pc:cxnChg>
        <pc:cxnChg chg="mod">
          <ac:chgData name="Merwin Dmello" userId="6021cd87-f32b-453d-b595-6a67c089d214" providerId="ADAL" clId="{21DAE62F-ED67-45A5-B7CA-F4C00D381B2C}" dt="2024-12-04T18:40:35.590" v="1042" actId="553"/>
          <ac:cxnSpMkLst>
            <pc:docMk/>
            <pc:sldMk cId="333119147" sldId="293"/>
            <ac:cxnSpMk id="113" creationId="{0BA4571E-9B83-4C2F-8F57-1E892F0B3F3B}"/>
          </ac:cxnSpMkLst>
        </pc:cxnChg>
        <pc:cxnChg chg="mod">
          <ac:chgData name="Merwin Dmello" userId="6021cd87-f32b-453d-b595-6a67c089d214" providerId="ADAL" clId="{21DAE62F-ED67-45A5-B7CA-F4C00D381B2C}" dt="2024-12-04T18:41:05.849" v="1048" actId="408"/>
          <ac:cxnSpMkLst>
            <pc:docMk/>
            <pc:sldMk cId="333119147" sldId="293"/>
            <ac:cxnSpMk id="117" creationId="{9B1B698D-F0FA-478A-8B6F-92F217F14D03}"/>
          </ac:cxnSpMkLst>
        </pc:cxnChg>
        <pc:cxnChg chg="mod">
          <ac:chgData name="Merwin Dmello" userId="6021cd87-f32b-453d-b595-6a67c089d214" providerId="ADAL" clId="{21DAE62F-ED67-45A5-B7CA-F4C00D381B2C}" dt="2024-12-04T18:41:30.780" v="1052" actId="14100"/>
          <ac:cxnSpMkLst>
            <pc:docMk/>
            <pc:sldMk cId="333119147" sldId="293"/>
            <ac:cxnSpMk id="125" creationId="{0C7F5CD9-258D-4903-97BE-CE9763245BEA}"/>
          </ac:cxnSpMkLst>
        </pc:cxnChg>
        <pc:cxnChg chg="mod">
          <ac:chgData name="Merwin Dmello" userId="6021cd87-f32b-453d-b595-6a67c089d214" providerId="ADAL" clId="{21DAE62F-ED67-45A5-B7CA-F4C00D381B2C}" dt="2024-12-04T18:41:05.849" v="1048" actId="408"/>
          <ac:cxnSpMkLst>
            <pc:docMk/>
            <pc:sldMk cId="333119147" sldId="293"/>
            <ac:cxnSpMk id="128" creationId="{9101A713-A08D-4762-868F-C365CE039775}"/>
          </ac:cxnSpMkLst>
        </pc:cxnChg>
        <pc:cxnChg chg="mod">
          <ac:chgData name="Merwin Dmello" userId="6021cd87-f32b-453d-b595-6a67c089d214" providerId="ADAL" clId="{21DAE62F-ED67-45A5-B7CA-F4C00D381B2C}" dt="2024-12-04T18:41:05.849" v="1048" actId="408"/>
          <ac:cxnSpMkLst>
            <pc:docMk/>
            <pc:sldMk cId="333119147" sldId="293"/>
            <ac:cxnSpMk id="131" creationId="{FE56EECC-7564-46C6-897A-00D71DE3F922}"/>
          </ac:cxnSpMkLst>
        </pc:cxnChg>
        <pc:cxnChg chg="mod">
          <ac:chgData name="Merwin Dmello" userId="6021cd87-f32b-453d-b595-6a67c089d214" providerId="ADAL" clId="{21DAE62F-ED67-45A5-B7CA-F4C00D381B2C}" dt="2024-12-04T18:41:20.230" v="1050" actId="14100"/>
          <ac:cxnSpMkLst>
            <pc:docMk/>
            <pc:sldMk cId="333119147" sldId="293"/>
            <ac:cxnSpMk id="134" creationId="{CB5F9257-02F6-49E5-B8BE-139001E2FC2B}"/>
          </ac:cxnSpMkLst>
        </pc:cxnChg>
      </pc:sldChg>
      <pc:sldChg chg="modSp add mod">
        <pc:chgData name="Merwin Dmello" userId="6021cd87-f32b-453d-b595-6a67c089d214" providerId="ADAL" clId="{21DAE62F-ED67-45A5-B7CA-F4C00D381B2C}" dt="2024-12-04T18:45:37.551" v="1143" actId="1037"/>
        <pc:sldMkLst>
          <pc:docMk/>
          <pc:sldMk cId="2991785468" sldId="294"/>
        </pc:sldMkLst>
        <pc:spChg chg="mod">
          <ac:chgData name="Merwin Dmello" userId="6021cd87-f32b-453d-b595-6a67c089d214" providerId="ADAL" clId="{21DAE62F-ED67-45A5-B7CA-F4C00D381B2C}" dt="2024-12-04T18:42:04.283" v="1055" actId="553"/>
          <ac:spMkLst>
            <pc:docMk/>
            <pc:sldMk cId="2991785468" sldId="294"/>
            <ac:spMk id="4" creationId="{071167AB-6850-4B91-9552-A01FEECED998}"/>
          </ac:spMkLst>
        </pc:spChg>
        <pc:spChg chg="mod">
          <ac:chgData name="Merwin Dmello" userId="6021cd87-f32b-453d-b595-6a67c089d214" providerId="ADAL" clId="{21DAE62F-ED67-45A5-B7CA-F4C00D381B2C}" dt="2024-12-04T18:44:22.682" v="1132" actId="552"/>
          <ac:spMkLst>
            <pc:docMk/>
            <pc:sldMk cId="2991785468" sldId="294"/>
            <ac:spMk id="11" creationId="{B08F9921-2F58-4C39-8DCD-FF5CA7923F3C}"/>
          </ac:spMkLst>
        </pc:spChg>
        <pc:spChg chg="mod">
          <ac:chgData name="Merwin Dmello" userId="6021cd87-f32b-453d-b595-6a67c089d214" providerId="ADAL" clId="{21DAE62F-ED67-45A5-B7CA-F4C00D381B2C}" dt="2024-12-04T18:43:40.752" v="1064" actId="552"/>
          <ac:spMkLst>
            <pc:docMk/>
            <pc:sldMk cId="2991785468" sldId="294"/>
            <ac:spMk id="13" creationId="{D284C547-941B-4763-BCC2-C947582368DD}"/>
          </ac:spMkLst>
        </pc:spChg>
        <pc:spChg chg="mod">
          <ac:chgData name="Merwin Dmello" userId="6021cd87-f32b-453d-b595-6a67c089d214" providerId="ADAL" clId="{21DAE62F-ED67-45A5-B7CA-F4C00D381B2C}" dt="2024-12-04T18:43:30.276" v="1063" actId="552"/>
          <ac:spMkLst>
            <pc:docMk/>
            <pc:sldMk cId="2991785468" sldId="294"/>
            <ac:spMk id="14" creationId="{94CBDB6F-0EDF-449A-A13C-A764DD08BA87}"/>
          </ac:spMkLst>
        </pc:spChg>
        <pc:spChg chg="mod">
          <ac:chgData name="Merwin Dmello" userId="6021cd87-f32b-453d-b595-6a67c089d214" providerId="ADAL" clId="{21DAE62F-ED67-45A5-B7CA-F4C00D381B2C}" dt="2024-12-04T18:43:23.451" v="1062" actId="14100"/>
          <ac:spMkLst>
            <pc:docMk/>
            <pc:sldMk cId="2991785468" sldId="294"/>
            <ac:spMk id="33" creationId="{3E69BE40-7338-427E-B53E-C0229E88912F}"/>
          </ac:spMkLst>
        </pc:spChg>
        <pc:spChg chg="mod">
          <ac:chgData name="Merwin Dmello" userId="6021cd87-f32b-453d-b595-6a67c089d214" providerId="ADAL" clId="{21DAE62F-ED67-45A5-B7CA-F4C00D381B2C}" dt="2024-12-04T18:43:30.276" v="1063" actId="552"/>
          <ac:spMkLst>
            <pc:docMk/>
            <pc:sldMk cId="2991785468" sldId="294"/>
            <ac:spMk id="55" creationId="{F78758CA-8A59-4F1A-B558-5BEB0C6DA95C}"/>
          </ac:spMkLst>
        </pc:spChg>
        <pc:spChg chg="mod">
          <ac:chgData name="Merwin Dmello" userId="6021cd87-f32b-453d-b595-6a67c089d214" providerId="ADAL" clId="{21DAE62F-ED67-45A5-B7CA-F4C00D381B2C}" dt="2024-12-04T18:43:40.752" v="1064" actId="552"/>
          <ac:spMkLst>
            <pc:docMk/>
            <pc:sldMk cId="2991785468" sldId="294"/>
            <ac:spMk id="61" creationId="{8A0E0A2D-0837-4124-818F-9FF58317AD17}"/>
          </ac:spMkLst>
        </pc:spChg>
        <pc:spChg chg="mod">
          <ac:chgData name="Merwin Dmello" userId="6021cd87-f32b-453d-b595-6a67c089d214" providerId="ADAL" clId="{21DAE62F-ED67-45A5-B7CA-F4C00D381B2C}" dt="2024-12-04T18:42:04.283" v="1055" actId="553"/>
          <ac:spMkLst>
            <pc:docMk/>
            <pc:sldMk cId="2991785468" sldId="294"/>
            <ac:spMk id="63" creationId="{720ABB00-623E-4878-87CF-4A6018BFDD62}"/>
          </ac:spMkLst>
        </pc:spChg>
        <pc:spChg chg="mod">
          <ac:chgData name="Merwin Dmello" userId="6021cd87-f32b-453d-b595-6a67c089d214" providerId="ADAL" clId="{21DAE62F-ED67-45A5-B7CA-F4C00D381B2C}" dt="2024-12-04T18:42:50.840" v="1058" actId="553"/>
          <ac:spMkLst>
            <pc:docMk/>
            <pc:sldMk cId="2991785468" sldId="294"/>
            <ac:spMk id="65" creationId="{6FBA4916-824E-4D9C-80D2-21529DAF2EB3}"/>
          </ac:spMkLst>
        </pc:spChg>
        <pc:spChg chg="mod">
          <ac:chgData name="Merwin Dmello" userId="6021cd87-f32b-453d-b595-6a67c089d214" providerId="ADAL" clId="{21DAE62F-ED67-45A5-B7CA-F4C00D381B2C}" dt="2024-12-04T18:42:26.947" v="1056" actId="408"/>
          <ac:spMkLst>
            <pc:docMk/>
            <pc:sldMk cId="2991785468" sldId="294"/>
            <ac:spMk id="66" creationId="{3E35A569-1E6D-4C0D-A1FC-6D8E172F21AD}"/>
          </ac:spMkLst>
        </pc:spChg>
        <pc:spChg chg="mod">
          <ac:chgData name="Merwin Dmello" userId="6021cd87-f32b-453d-b595-6a67c089d214" providerId="ADAL" clId="{21DAE62F-ED67-45A5-B7CA-F4C00D381B2C}" dt="2024-12-04T18:31:53.278" v="939" actId="14100"/>
          <ac:spMkLst>
            <pc:docMk/>
            <pc:sldMk cId="2991785468" sldId="294"/>
            <ac:spMk id="67" creationId="{8D9342BF-83E3-4E3A-962A-0F9B290C328A}"/>
          </ac:spMkLst>
        </pc:spChg>
        <pc:spChg chg="mod">
          <ac:chgData name="Merwin Dmello" userId="6021cd87-f32b-453d-b595-6a67c089d214" providerId="ADAL" clId="{21DAE62F-ED67-45A5-B7CA-F4C00D381B2C}" dt="2024-12-04T18:31:57.330" v="940" actId="14100"/>
          <ac:spMkLst>
            <pc:docMk/>
            <pc:sldMk cId="2991785468" sldId="294"/>
            <ac:spMk id="68" creationId="{D2D747AC-A411-491B-AF7F-1C57BFEEFD40}"/>
          </ac:spMkLst>
        </pc:spChg>
        <pc:spChg chg="mod">
          <ac:chgData name="Merwin Dmello" userId="6021cd87-f32b-453d-b595-6a67c089d214" providerId="ADAL" clId="{21DAE62F-ED67-45A5-B7CA-F4C00D381B2C}" dt="2024-12-04T18:32:13.121" v="942" actId="555"/>
          <ac:spMkLst>
            <pc:docMk/>
            <pc:sldMk cId="2991785468" sldId="294"/>
            <ac:spMk id="69" creationId="{5DB76892-D2D7-482D-9346-4809991A3A3C}"/>
          </ac:spMkLst>
        </pc:spChg>
        <pc:spChg chg="mod">
          <ac:chgData name="Merwin Dmello" userId="6021cd87-f32b-453d-b595-6a67c089d214" providerId="ADAL" clId="{21DAE62F-ED67-45A5-B7CA-F4C00D381B2C}" dt="2024-12-04T18:42:36.972" v="1057" actId="408"/>
          <ac:spMkLst>
            <pc:docMk/>
            <pc:sldMk cId="2991785468" sldId="294"/>
            <ac:spMk id="70" creationId="{47E8F069-A6B7-4C0D-BBD1-552C549A2DE2}"/>
          </ac:spMkLst>
        </pc:spChg>
        <pc:spChg chg="mod">
          <ac:chgData name="Merwin Dmello" userId="6021cd87-f32b-453d-b595-6a67c089d214" providerId="ADAL" clId="{21DAE62F-ED67-45A5-B7CA-F4C00D381B2C}" dt="2024-12-04T18:42:36.972" v="1057" actId="408"/>
          <ac:spMkLst>
            <pc:docMk/>
            <pc:sldMk cId="2991785468" sldId="294"/>
            <ac:spMk id="71" creationId="{83198499-1333-4773-9E6C-8B6FB94CFE33}"/>
          </ac:spMkLst>
        </pc:spChg>
        <pc:spChg chg="mod">
          <ac:chgData name="Merwin Dmello" userId="6021cd87-f32b-453d-b595-6a67c089d214" providerId="ADAL" clId="{21DAE62F-ED67-45A5-B7CA-F4C00D381B2C}" dt="2024-12-04T18:45:26.269" v="1137" actId="1036"/>
          <ac:spMkLst>
            <pc:docMk/>
            <pc:sldMk cId="2991785468" sldId="294"/>
            <ac:spMk id="74" creationId="{AB3E9253-1372-46B6-A752-0861D95CACB1}"/>
          </ac:spMkLst>
        </pc:spChg>
        <pc:spChg chg="mod">
          <ac:chgData name="Merwin Dmello" userId="6021cd87-f32b-453d-b595-6a67c089d214" providerId="ADAL" clId="{21DAE62F-ED67-45A5-B7CA-F4C00D381B2C}" dt="2024-12-04T18:43:17.674" v="1061" actId="552"/>
          <ac:spMkLst>
            <pc:docMk/>
            <pc:sldMk cId="2991785468" sldId="294"/>
            <ac:spMk id="75" creationId="{D5F692F5-6F02-465C-86EB-A10BB1A66830}"/>
          </ac:spMkLst>
        </pc:spChg>
        <pc:spChg chg="mod">
          <ac:chgData name="Merwin Dmello" userId="6021cd87-f32b-453d-b595-6a67c089d214" providerId="ADAL" clId="{21DAE62F-ED67-45A5-B7CA-F4C00D381B2C}" dt="2024-12-04T18:42:04.283" v="1055" actId="553"/>
          <ac:spMkLst>
            <pc:docMk/>
            <pc:sldMk cId="2991785468" sldId="294"/>
            <ac:spMk id="78" creationId="{206A7C47-E123-4345-A479-A55749E81D63}"/>
          </ac:spMkLst>
        </pc:spChg>
        <pc:spChg chg="mod">
          <ac:chgData name="Merwin Dmello" userId="6021cd87-f32b-453d-b595-6a67c089d214" providerId="ADAL" clId="{21DAE62F-ED67-45A5-B7CA-F4C00D381B2C}" dt="2024-12-04T18:45:37.551" v="1143" actId="1037"/>
          <ac:spMkLst>
            <pc:docMk/>
            <pc:sldMk cId="2991785468" sldId="294"/>
            <ac:spMk id="94" creationId="{830B6C4B-D530-4B1B-9E51-6ED39746B359}"/>
          </ac:spMkLst>
        </pc:spChg>
        <pc:spChg chg="mod">
          <ac:chgData name="Merwin Dmello" userId="6021cd87-f32b-453d-b595-6a67c089d214" providerId="ADAL" clId="{21DAE62F-ED67-45A5-B7CA-F4C00D381B2C}" dt="2024-12-04T18:42:50.840" v="1058" actId="553"/>
          <ac:spMkLst>
            <pc:docMk/>
            <pc:sldMk cId="2991785468" sldId="294"/>
            <ac:spMk id="98" creationId="{C4E6BC7A-DA2F-45B4-BC89-93726D63EA6B}"/>
          </ac:spMkLst>
        </pc:spChg>
        <pc:spChg chg="mod">
          <ac:chgData name="Merwin Dmello" userId="6021cd87-f32b-453d-b595-6a67c089d214" providerId="ADAL" clId="{21DAE62F-ED67-45A5-B7CA-F4C00D381B2C}" dt="2024-12-04T18:44:40.892" v="1134" actId="1076"/>
          <ac:spMkLst>
            <pc:docMk/>
            <pc:sldMk cId="2991785468" sldId="294"/>
            <ac:spMk id="99" creationId="{5AAD3561-95B3-496F-B263-46019FF451AF}"/>
          </ac:spMkLst>
        </pc:spChg>
        <pc:spChg chg="mod">
          <ac:chgData name="Merwin Dmello" userId="6021cd87-f32b-453d-b595-6a67c089d214" providerId="ADAL" clId="{21DAE62F-ED67-45A5-B7CA-F4C00D381B2C}" dt="2024-12-04T18:42:26.947" v="1056" actId="408"/>
          <ac:spMkLst>
            <pc:docMk/>
            <pc:sldMk cId="2991785468" sldId="294"/>
            <ac:spMk id="102" creationId="{878A0766-AF12-474D-99BC-D459671C0FD9}"/>
          </ac:spMkLst>
        </pc:spChg>
        <pc:spChg chg="mod">
          <ac:chgData name="Merwin Dmello" userId="6021cd87-f32b-453d-b595-6a67c089d214" providerId="ADAL" clId="{21DAE62F-ED67-45A5-B7CA-F4C00D381B2C}" dt="2024-12-04T18:42:36.972" v="1057" actId="408"/>
          <ac:spMkLst>
            <pc:docMk/>
            <pc:sldMk cId="2991785468" sldId="294"/>
            <ac:spMk id="116" creationId="{22F6306E-D668-4952-808C-B0012E36283A}"/>
          </ac:spMkLst>
        </pc:spChg>
        <pc:spChg chg="mod">
          <ac:chgData name="Merwin Dmello" userId="6021cd87-f32b-453d-b595-6a67c089d214" providerId="ADAL" clId="{21DAE62F-ED67-45A5-B7CA-F4C00D381B2C}" dt="2024-12-04T18:42:26.947" v="1056" actId="408"/>
          <ac:spMkLst>
            <pc:docMk/>
            <pc:sldMk cId="2991785468" sldId="294"/>
            <ac:spMk id="120" creationId="{CE64BCA3-7A41-4A9A-997E-3B27DEF46FF6}"/>
          </ac:spMkLst>
        </pc:spChg>
        <pc:spChg chg="mod">
          <ac:chgData name="Merwin Dmello" userId="6021cd87-f32b-453d-b595-6a67c089d214" providerId="ADAL" clId="{21DAE62F-ED67-45A5-B7CA-F4C00D381B2C}" dt="2024-12-04T18:42:36.972" v="1057" actId="408"/>
          <ac:spMkLst>
            <pc:docMk/>
            <pc:sldMk cId="2991785468" sldId="294"/>
            <ac:spMk id="124" creationId="{BDF4A304-C9CD-4279-9F32-661D814DBC56}"/>
          </ac:spMkLst>
        </pc:spChg>
        <pc:cxnChg chg="mod">
          <ac:chgData name="Merwin Dmello" userId="6021cd87-f32b-453d-b595-6a67c089d214" providerId="ADAL" clId="{21DAE62F-ED67-45A5-B7CA-F4C00D381B2C}" dt="2024-12-04T18:43:40.752" v="1064" actId="552"/>
          <ac:cxnSpMkLst>
            <pc:docMk/>
            <pc:sldMk cId="2991785468" sldId="294"/>
            <ac:cxnSpMk id="7" creationId="{216AED59-3B0D-414B-8716-DA3A8CF186DD}"/>
          </ac:cxnSpMkLst>
        </pc:cxnChg>
        <pc:cxnChg chg="mod">
          <ac:chgData name="Merwin Dmello" userId="6021cd87-f32b-453d-b595-6a67c089d214" providerId="ADAL" clId="{21DAE62F-ED67-45A5-B7CA-F4C00D381B2C}" dt="2024-12-04T18:43:40.752" v="1064" actId="552"/>
          <ac:cxnSpMkLst>
            <pc:docMk/>
            <pc:sldMk cId="2991785468" sldId="294"/>
            <ac:cxnSpMk id="39" creationId="{31561E9A-D036-4BFF-8322-6151B7F94A6B}"/>
          </ac:cxnSpMkLst>
        </pc:cxnChg>
        <pc:cxnChg chg="mod">
          <ac:chgData name="Merwin Dmello" userId="6021cd87-f32b-453d-b595-6a67c089d214" providerId="ADAL" clId="{21DAE62F-ED67-45A5-B7CA-F4C00D381B2C}" dt="2024-12-04T18:43:30.276" v="1063" actId="552"/>
          <ac:cxnSpMkLst>
            <pc:docMk/>
            <pc:sldMk cId="2991785468" sldId="294"/>
            <ac:cxnSpMk id="42" creationId="{FAD6144C-D63B-48FC-8757-7FC517AC3CC4}"/>
          </ac:cxnSpMkLst>
        </pc:cxnChg>
        <pc:cxnChg chg="mod">
          <ac:chgData name="Merwin Dmello" userId="6021cd87-f32b-453d-b595-6a67c089d214" providerId="ADAL" clId="{21DAE62F-ED67-45A5-B7CA-F4C00D381B2C}" dt="2024-12-04T18:43:30.276" v="1063" actId="552"/>
          <ac:cxnSpMkLst>
            <pc:docMk/>
            <pc:sldMk cId="2991785468" sldId="294"/>
            <ac:cxnSpMk id="57" creationId="{3EC46DFA-464A-499E-B195-5FA4ADD43921}"/>
          </ac:cxnSpMkLst>
        </pc:cxnChg>
        <pc:cxnChg chg="mod">
          <ac:chgData name="Merwin Dmello" userId="6021cd87-f32b-453d-b595-6a67c089d214" providerId="ADAL" clId="{21DAE62F-ED67-45A5-B7CA-F4C00D381B2C}" dt="2024-12-04T18:42:50.840" v="1058" actId="553"/>
          <ac:cxnSpMkLst>
            <pc:docMk/>
            <pc:sldMk cId="2991785468" sldId="294"/>
            <ac:cxnSpMk id="64" creationId="{ADEB272B-4A1D-473D-BFC3-D1B35BF99D0C}"/>
          </ac:cxnSpMkLst>
        </pc:cxnChg>
        <pc:cxnChg chg="mod">
          <ac:chgData name="Merwin Dmello" userId="6021cd87-f32b-453d-b595-6a67c089d214" providerId="ADAL" clId="{21DAE62F-ED67-45A5-B7CA-F4C00D381B2C}" dt="2024-12-04T18:43:40.752" v="1064" actId="552"/>
          <ac:cxnSpMkLst>
            <pc:docMk/>
            <pc:sldMk cId="2991785468" sldId="294"/>
            <ac:cxnSpMk id="72" creationId="{A2124FD3-6E51-40FD-A47B-063DD4ACDD25}"/>
          </ac:cxnSpMkLst>
        </pc:cxnChg>
        <pc:cxnChg chg="mod">
          <ac:chgData name="Merwin Dmello" userId="6021cd87-f32b-453d-b595-6a67c089d214" providerId="ADAL" clId="{21DAE62F-ED67-45A5-B7CA-F4C00D381B2C}" dt="2024-12-04T18:43:17.674" v="1061" actId="552"/>
          <ac:cxnSpMkLst>
            <pc:docMk/>
            <pc:sldMk cId="2991785468" sldId="294"/>
            <ac:cxnSpMk id="76" creationId="{59D1FAE0-88A8-4C57-B92B-FB3E76738918}"/>
          </ac:cxnSpMkLst>
        </pc:cxnChg>
        <pc:cxnChg chg="mod">
          <ac:chgData name="Merwin Dmello" userId="6021cd87-f32b-453d-b595-6a67c089d214" providerId="ADAL" clId="{21DAE62F-ED67-45A5-B7CA-F4C00D381B2C}" dt="2024-12-04T18:42:36.972" v="1057" actId="408"/>
          <ac:cxnSpMkLst>
            <pc:docMk/>
            <pc:sldMk cId="2991785468" sldId="294"/>
            <ac:cxnSpMk id="77" creationId="{25B755AD-6538-4BEF-96B0-664DEF0EE968}"/>
          </ac:cxnSpMkLst>
        </pc:cxnChg>
        <pc:cxnChg chg="mod">
          <ac:chgData name="Merwin Dmello" userId="6021cd87-f32b-453d-b595-6a67c089d214" providerId="ADAL" clId="{21DAE62F-ED67-45A5-B7CA-F4C00D381B2C}" dt="2024-12-04T18:42:36.972" v="1057" actId="408"/>
          <ac:cxnSpMkLst>
            <pc:docMk/>
            <pc:sldMk cId="2991785468" sldId="294"/>
            <ac:cxnSpMk id="79" creationId="{D5AF1C27-BEE2-4699-9F92-4B0C4A2196F9}"/>
          </ac:cxnSpMkLst>
        </pc:cxnChg>
        <pc:cxnChg chg="mod">
          <ac:chgData name="Merwin Dmello" userId="6021cd87-f32b-453d-b595-6a67c089d214" providerId="ADAL" clId="{21DAE62F-ED67-45A5-B7CA-F4C00D381B2C}" dt="2024-12-04T18:43:23.451" v="1062" actId="14100"/>
          <ac:cxnSpMkLst>
            <pc:docMk/>
            <pc:sldMk cId="2991785468" sldId="294"/>
            <ac:cxnSpMk id="93" creationId="{5618AF44-3921-4A63-A795-B95454F1FA48}"/>
          </ac:cxnSpMkLst>
        </pc:cxnChg>
        <pc:cxnChg chg="mod">
          <ac:chgData name="Merwin Dmello" userId="6021cd87-f32b-453d-b595-6a67c089d214" providerId="ADAL" clId="{21DAE62F-ED67-45A5-B7CA-F4C00D381B2C}" dt="2024-12-04T18:42:50.840" v="1058" actId="553"/>
          <ac:cxnSpMkLst>
            <pc:docMk/>
            <pc:sldMk cId="2991785468" sldId="294"/>
            <ac:cxnSpMk id="95" creationId="{104A6EDD-80AF-4F68-9BF1-4D9E4DD81E0A}"/>
          </ac:cxnSpMkLst>
        </pc:cxnChg>
        <pc:cxnChg chg="mod">
          <ac:chgData name="Merwin Dmello" userId="6021cd87-f32b-453d-b595-6a67c089d214" providerId="ADAL" clId="{21DAE62F-ED67-45A5-B7CA-F4C00D381B2C}" dt="2024-12-04T18:42:50.840" v="1058" actId="553"/>
          <ac:cxnSpMkLst>
            <pc:docMk/>
            <pc:sldMk cId="2991785468" sldId="294"/>
            <ac:cxnSpMk id="96" creationId="{C228BFFB-F48A-449E-B470-4471E836BCBE}"/>
          </ac:cxnSpMkLst>
        </pc:cxnChg>
        <pc:cxnChg chg="mod">
          <ac:chgData name="Merwin Dmello" userId="6021cd87-f32b-453d-b595-6a67c089d214" providerId="ADAL" clId="{21DAE62F-ED67-45A5-B7CA-F4C00D381B2C}" dt="2024-12-04T18:42:36.972" v="1057" actId="408"/>
          <ac:cxnSpMkLst>
            <pc:docMk/>
            <pc:sldMk cId="2991785468" sldId="294"/>
            <ac:cxnSpMk id="100" creationId="{2E819AAE-9F6A-4B3A-9D97-8398DB4AB597}"/>
          </ac:cxnSpMkLst>
        </pc:cxnChg>
        <pc:cxnChg chg="mod">
          <ac:chgData name="Merwin Dmello" userId="6021cd87-f32b-453d-b595-6a67c089d214" providerId="ADAL" clId="{21DAE62F-ED67-45A5-B7CA-F4C00D381B2C}" dt="2024-12-04T18:42:26.947" v="1056" actId="408"/>
          <ac:cxnSpMkLst>
            <pc:docMk/>
            <pc:sldMk cId="2991785468" sldId="294"/>
            <ac:cxnSpMk id="107" creationId="{D49924F0-6323-4132-9248-9798A3EFFA11}"/>
          </ac:cxnSpMkLst>
        </pc:cxnChg>
        <pc:cxnChg chg="mod">
          <ac:chgData name="Merwin Dmello" userId="6021cd87-f32b-453d-b595-6a67c089d214" providerId="ADAL" clId="{21DAE62F-ED67-45A5-B7CA-F4C00D381B2C}" dt="2024-12-04T18:31:57.330" v="940" actId="14100"/>
          <ac:cxnSpMkLst>
            <pc:docMk/>
            <pc:sldMk cId="2991785468" sldId="294"/>
            <ac:cxnSpMk id="110" creationId="{78123FD7-FD3E-44D2-8084-9E0AC2D4D756}"/>
          </ac:cxnSpMkLst>
        </pc:cxnChg>
        <pc:cxnChg chg="mod">
          <ac:chgData name="Merwin Dmello" userId="6021cd87-f32b-453d-b595-6a67c089d214" providerId="ADAL" clId="{21DAE62F-ED67-45A5-B7CA-F4C00D381B2C}" dt="2024-12-04T18:32:13.121" v="942" actId="555"/>
          <ac:cxnSpMkLst>
            <pc:docMk/>
            <pc:sldMk cId="2991785468" sldId="294"/>
            <ac:cxnSpMk id="113" creationId="{0BA4571E-9B83-4C2F-8F57-1E892F0B3F3B}"/>
          </ac:cxnSpMkLst>
        </pc:cxnChg>
        <pc:cxnChg chg="mod">
          <ac:chgData name="Merwin Dmello" userId="6021cd87-f32b-453d-b595-6a67c089d214" providerId="ADAL" clId="{21DAE62F-ED67-45A5-B7CA-F4C00D381B2C}" dt="2024-12-04T18:42:36.972" v="1057" actId="408"/>
          <ac:cxnSpMkLst>
            <pc:docMk/>
            <pc:sldMk cId="2991785468" sldId="294"/>
            <ac:cxnSpMk id="117" creationId="{9B1B698D-F0FA-478A-8B6F-92F217F14D03}"/>
          </ac:cxnSpMkLst>
        </pc:cxnChg>
        <pc:cxnChg chg="mod">
          <ac:chgData name="Merwin Dmello" userId="6021cd87-f32b-453d-b595-6a67c089d214" providerId="ADAL" clId="{21DAE62F-ED67-45A5-B7CA-F4C00D381B2C}" dt="2024-12-04T18:42:26.947" v="1056" actId="408"/>
          <ac:cxnSpMkLst>
            <pc:docMk/>
            <pc:sldMk cId="2991785468" sldId="294"/>
            <ac:cxnSpMk id="125" creationId="{0C7F5CD9-258D-4903-97BE-CE9763245BEA}"/>
          </ac:cxnSpMkLst>
        </pc:cxnChg>
        <pc:cxnChg chg="mod">
          <ac:chgData name="Merwin Dmello" userId="6021cd87-f32b-453d-b595-6a67c089d214" providerId="ADAL" clId="{21DAE62F-ED67-45A5-B7CA-F4C00D381B2C}" dt="2024-12-04T18:42:36.972" v="1057" actId="408"/>
          <ac:cxnSpMkLst>
            <pc:docMk/>
            <pc:sldMk cId="2991785468" sldId="294"/>
            <ac:cxnSpMk id="128" creationId="{9101A713-A08D-4762-868F-C365CE039775}"/>
          </ac:cxnSpMkLst>
        </pc:cxnChg>
        <pc:cxnChg chg="mod">
          <ac:chgData name="Merwin Dmello" userId="6021cd87-f32b-453d-b595-6a67c089d214" providerId="ADAL" clId="{21DAE62F-ED67-45A5-B7CA-F4C00D381B2C}" dt="2024-12-04T18:42:26.947" v="1056" actId="408"/>
          <ac:cxnSpMkLst>
            <pc:docMk/>
            <pc:sldMk cId="2991785468" sldId="294"/>
            <ac:cxnSpMk id="134" creationId="{CB5F9257-02F6-49E5-B8BE-139001E2FC2B}"/>
          </ac:cxnSpMkLst>
        </pc:cxnChg>
      </pc:sldChg>
      <pc:sldChg chg="modSp mod">
        <pc:chgData name="Merwin Dmello" userId="6021cd87-f32b-453d-b595-6a67c089d214" providerId="ADAL" clId="{21DAE62F-ED67-45A5-B7CA-F4C00D381B2C}" dt="2024-12-04T12:32:04.840" v="53" actId="14100"/>
        <pc:sldMkLst>
          <pc:docMk/>
          <pc:sldMk cId="3587522447" sldId="2147483472"/>
        </pc:sldMkLst>
        <pc:spChg chg="mod">
          <ac:chgData name="Merwin Dmello" userId="6021cd87-f32b-453d-b595-6a67c089d214" providerId="ADAL" clId="{21DAE62F-ED67-45A5-B7CA-F4C00D381B2C}" dt="2024-12-04T12:31:20.428" v="43" actId="14100"/>
          <ac:spMkLst>
            <pc:docMk/>
            <pc:sldMk cId="3587522447" sldId="2147483472"/>
            <ac:spMk id="48" creationId="{40BE989A-A9A7-CB1C-740B-78D30D7367FA}"/>
          </ac:spMkLst>
        </pc:spChg>
        <pc:spChg chg="mod">
          <ac:chgData name="Merwin Dmello" userId="6021cd87-f32b-453d-b595-6a67c089d214" providerId="ADAL" clId="{21DAE62F-ED67-45A5-B7CA-F4C00D381B2C}" dt="2024-12-04T12:31:24.461" v="51" actId="1037"/>
          <ac:spMkLst>
            <pc:docMk/>
            <pc:sldMk cId="3587522447" sldId="2147483472"/>
            <ac:spMk id="50" creationId="{9E3DBE23-6693-97FE-452A-8E5DD7A6BAAE}"/>
          </ac:spMkLst>
        </pc:spChg>
        <pc:spChg chg="mod">
          <ac:chgData name="Merwin Dmello" userId="6021cd87-f32b-453d-b595-6a67c089d214" providerId="ADAL" clId="{21DAE62F-ED67-45A5-B7CA-F4C00D381B2C}" dt="2024-12-04T12:31:24.461" v="51" actId="1037"/>
          <ac:spMkLst>
            <pc:docMk/>
            <pc:sldMk cId="3587522447" sldId="2147483472"/>
            <ac:spMk id="51" creationId="{A9999BF4-2F20-DC6C-5C6E-73BA0588663F}"/>
          </ac:spMkLst>
        </pc:spChg>
        <pc:spChg chg="mod">
          <ac:chgData name="Merwin Dmello" userId="6021cd87-f32b-453d-b595-6a67c089d214" providerId="ADAL" clId="{21DAE62F-ED67-45A5-B7CA-F4C00D381B2C}" dt="2024-12-04T12:32:04.840" v="53" actId="14100"/>
          <ac:spMkLst>
            <pc:docMk/>
            <pc:sldMk cId="3587522447" sldId="2147483472"/>
            <ac:spMk id="57" creationId="{D9F3E5B9-28C6-E060-0617-6E0263F99C75}"/>
          </ac:spMkLst>
        </pc:spChg>
        <pc:spChg chg="mod">
          <ac:chgData name="Merwin Dmello" userId="6021cd87-f32b-453d-b595-6a67c089d214" providerId="ADAL" clId="{21DAE62F-ED67-45A5-B7CA-F4C00D381B2C}" dt="2024-12-04T12:31:46.740" v="52" actId="14100"/>
          <ac:spMkLst>
            <pc:docMk/>
            <pc:sldMk cId="3587522447" sldId="2147483472"/>
            <ac:spMk id="58" creationId="{3912791E-6BA4-FE21-A33D-525F3E8CB00F}"/>
          </ac:spMkLst>
        </pc:spChg>
      </pc:sldChg>
      <pc:sldChg chg="delSp modSp mod">
        <pc:chgData name="Merwin Dmello" userId="6021cd87-f32b-453d-b595-6a67c089d214" providerId="ADAL" clId="{21DAE62F-ED67-45A5-B7CA-F4C00D381B2C}" dt="2024-12-04T18:07:58.226" v="299" actId="20577"/>
        <pc:sldMkLst>
          <pc:docMk/>
          <pc:sldMk cId="328479281" sldId="2147483642"/>
        </pc:sldMkLst>
        <pc:spChg chg="del">
          <ac:chgData name="Merwin Dmello" userId="6021cd87-f32b-453d-b595-6a67c089d214" providerId="ADAL" clId="{21DAE62F-ED67-45A5-B7CA-F4C00D381B2C}" dt="2024-12-04T17:54:06.668" v="177" actId="478"/>
          <ac:spMkLst>
            <pc:docMk/>
            <pc:sldMk cId="328479281" sldId="2147483642"/>
            <ac:spMk id="2" creationId="{41F213E2-AEC1-732F-F467-53E2A1D3FD9C}"/>
          </ac:spMkLst>
        </pc:spChg>
        <pc:spChg chg="del">
          <ac:chgData name="Merwin Dmello" userId="6021cd87-f32b-453d-b595-6a67c089d214" providerId="ADAL" clId="{21DAE62F-ED67-45A5-B7CA-F4C00D381B2C}" dt="2024-12-04T17:54:06.668" v="177" actId="478"/>
          <ac:spMkLst>
            <pc:docMk/>
            <pc:sldMk cId="328479281" sldId="2147483642"/>
            <ac:spMk id="3" creationId="{1EC83E65-1314-32CD-8389-C0FBCE20D7A2}"/>
          </ac:spMkLst>
        </pc:spChg>
        <pc:graphicFrameChg chg="mod modGraphic">
          <ac:chgData name="Merwin Dmello" userId="6021cd87-f32b-453d-b595-6a67c089d214" providerId="ADAL" clId="{21DAE62F-ED67-45A5-B7CA-F4C00D381B2C}" dt="2024-12-04T18:07:58.226" v="299" actId="20577"/>
          <ac:graphicFrameMkLst>
            <pc:docMk/>
            <pc:sldMk cId="328479281" sldId="2147483642"/>
            <ac:graphicFrameMk id="4" creationId="{7F4D6FB4-C837-A589-EBA0-1DD158A29F40}"/>
          </ac:graphicFrameMkLst>
        </pc:graphicFrameChg>
        <pc:graphicFrameChg chg="del">
          <ac:chgData name="Merwin Dmello" userId="6021cd87-f32b-453d-b595-6a67c089d214" providerId="ADAL" clId="{21DAE62F-ED67-45A5-B7CA-F4C00D381B2C}" dt="2024-12-04T17:54:06.668" v="177" actId="478"/>
          <ac:graphicFrameMkLst>
            <pc:docMk/>
            <pc:sldMk cId="328479281" sldId="2147483642"/>
            <ac:graphicFrameMk id="5" creationId="{F724A41E-8871-6CCA-720B-1AE9DB219BFD}"/>
          </ac:graphicFrameMkLst>
        </pc:graphicFrameChg>
        <pc:cxnChg chg="del">
          <ac:chgData name="Merwin Dmello" userId="6021cd87-f32b-453d-b595-6a67c089d214" providerId="ADAL" clId="{21DAE62F-ED67-45A5-B7CA-F4C00D381B2C}" dt="2024-12-04T17:54:06.668" v="177" actId="478"/>
          <ac:cxnSpMkLst>
            <pc:docMk/>
            <pc:sldMk cId="328479281" sldId="2147483642"/>
            <ac:cxnSpMk id="7" creationId="{6B4D791C-7317-2924-E328-608450CC18A6}"/>
          </ac:cxnSpMkLst>
        </pc:cxnChg>
      </pc:sldChg>
      <pc:sldChg chg="ord">
        <pc:chgData name="Merwin Dmello" userId="6021cd87-f32b-453d-b595-6a67c089d214" providerId="ADAL" clId="{21DAE62F-ED67-45A5-B7CA-F4C00D381B2C}" dt="2024-12-04T17:35:41.237" v="167"/>
        <pc:sldMkLst>
          <pc:docMk/>
          <pc:sldMk cId="457313198" sldId="2147483643"/>
        </pc:sldMkLst>
      </pc:sldChg>
      <pc:sldChg chg="modSp mod">
        <pc:chgData name="Merwin Dmello" userId="6021cd87-f32b-453d-b595-6a67c089d214" providerId="ADAL" clId="{21DAE62F-ED67-45A5-B7CA-F4C00D381B2C}" dt="2024-12-05T04:12:34.402" v="1264" actId="20577"/>
        <pc:sldMkLst>
          <pc:docMk/>
          <pc:sldMk cId="1324971586" sldId="2147483645"/>
        </pc:sldMkLst>
        <pc:graphicFrameChg chg="modGraphic">
          <ac:chgData name="Merwin Dmello" userId="6021cd87-f32b-453d-b595-6a67c089d214" providerId="ADAL" clId="{21DAE62F-ED67-45A5-B7CA-F4C00D381B2C}" dt="2024-12-05T04:11:56.792" v="1260" actId="20577"/>
          <ac:graphicFrameMkLst>
            <pc:docMk/>
            <pc:sldMk cId="1324971586" sldId="2147483645"/>
            <ac:graphicFrameMk id="5" creationId="{D03D5D35-2D69-714B-5275-6C90CEB80640}"/>
          </ac:graphicFrameMkLst>
        </pc:graphicFrameChg>
        <pc:graphicFrameChg chg="mod modGraphic">
          <ac:chgData name="Merwin Dmello" userId="6021cd87-f32b-453d-b595-6a67c089d214" providerId="ADAL" clId="{21DAE62F-ED67-45A5-B7CA-F4C00D381B2C}" dt="2024-12-05T04:12:34.402" v="1264" actId="20577"/>
          <ac:graphicFrameMkLst>
            <pc:docMk/>
            <pc:sldMk cId="1324971586" sldId="2147483645"/>
            <ac:graphicFrameMk id="7" creationId="{C4ACA49B-CBCB-F8C2-F65F-7D6F4D4CFD43}"/>
          </ac:graphicFrameMkLst>
        </pc:graphicFrameChg>
      </pc:sldChg>
      <pc:sldChg chg="addSp delSp modSp add mod delAnim modAnim">
        <pc:chgData name="Merwin Dmello" userId="6021cd87-f32b-453d-b595-6a67c089d214" providerId="ADAL" clId="{21DAE62F-ED67-45A5-B7CA-F4C00D381B2C}" dt="2024-12-04T18:55:59.515" v="1258" actId="14100"/>
        <pc:sldMkLst>
          <pc:docMk/>
          <pc:sldMk cId="626592014" sldId="2147483647"/>
        </pc:sldMkLst>
        <pc:spChg chg="mod">
          <ac:chgData name="Merwin Dmello" userId="6021cd87-f32b-453d-b595-6a67c089d214" providerId="ADAL" clId="{21DAE62F-ED67-45A5-B7CA-F4C00D381B2C}" dt="2024-12-04T17:36:37.324" v="174" actId="20577"/>
          <ac:spMkLst>
            <pc:docMk/>
            <pc:sldMk cId="626592014" sldId="2147483647"/>
            <ac:spMk id="3" creationId="{4A00A25C-3AE9-44DB-A618-32E6D6E7321B}"/>
          </ac:spMkLst>
        </pc:spChg>
        <pc:spChg chg="mod">
          <ac:chgData name="Merwin Dmello" userId="6021cd87-f32b-453d-b595-6a67c089d214" providerId="ADAL" clId="{21DAE62F-ED67-45A5-B7CA-F4C00D381B2C}" dt="2024-12-04T18:23:12.916" v="628" actId="552"/>
          <ac:spMkLst>
            <pc:docMk/>
            <pc:sldMk cId="626592014" sldId="2147483647"/>
            <ac:spMk id="4" creationId="{071167AB-6850-4B91-9552-A01FEECED998}"/>
          </ac:spMkLst>
        </pc:spChg>
        <pc:spChg chg="mod">
          <ac:chgData name="Merwin Dmello" userId="6021cd87-f32b-453d-b595-6a67c089d214" providerId="ADAL" clId="{21DAE62F-ED67-45A5-B7CA-F4C00D381B2C}" dt="2024-12-04T18:25:02.371" v="873" actId="552"/>
          <ac:spMkLst>
            <pc:docMk/>
            <pc:sldMk cId="626592014" sldId="2147483647"/>
            <ac:spMk id="13" creationId="{D284C547-941B-4763-BCC2-C947582368DD}"/>
          </ac:spMkLst>
        </pc:spChg>
        <pc:spChg chg="mod">
          <ac:chgData name="Merwin Dmello" userId="6021cd87-f32b-453d-b595-6a67c089d214" providerId="ADAL" clId="{21DAE62F-ED67-45A5-B7CA-F4C00D381B2C}" dt="2024-12-04T18:17:49.867" v="556" actId="108"/>
          <ac:spMkLst>
            <pc:docMk/>
            <pc:sldMk cId="626592014" sldId="2147483647"/>
            <ac:spMk id="14" creationId="{94CBDB6F-0EDF-449A-A13C-A764DD08BA87}"/>
          </ac:spMkLst>
        </pc:spChg>
        <pc:spChg chg="mod">
          <ac:chgData name="Merwin Dmello" userId="6021cd87-f32b-453d-b595-6a67c089d214" providerId="ADAL" clId="{21DAE62F-ED67-45A5-B7CA-F4C00D381B2C}" dt="2024-12-04T18:17:57.841" v="557" actId="108"/>
          <ac:spMkLst>
            <pc:docMk/>
            <pc:sldMk cId="626592014" sldId="2147483647"/>
            <ac:spMk id="15" creationId="{ED888009-8C5D-4B50-9245-1B5E59CD7C0F}"/>
          </ac:spMkLst>
        </pc:spChg>
        <pc:spChg chg="add mod">
          <ac:chgData name="Merwin Dmello" userId="6021cd87-f32b-453d-b595-6a67c089d214" providerId="ADAL" clId="{21DAE62F-ED67-45A5-B7CA-F4C00D381B2C}" dt="2024-12-04T18:50:32.069" v="1199" actId="408"/>
          <ac:spMkLst>
            <pc:docMk/>
            <pc:sldMk cId="626592014" sldId="2147483647"/>
            <ac:spMk id="18" creationId="{E53C391F-4AAC-1048-C975-113D1B68B218}"/>
          </ac:spMkLst>
        </pc:spChg>
        <pc:spChg chg="mod">
          <ac:chgData name="Merwin Dmello" userId="6021cd87-f32b-453d-b595-6a67c089d214" providerId="ADAL" clId="{21DAE62F-ED67-45A5-B7CA-F4C00D381B2C}" dt="2024-12-04T18:18:27.464" v="558" actId="108"/>
          <ac:spMkLst>
            <pc:docMk/>
            <pc:sldMk cId="626592014" sldId="2147483647"/>
            <ac:spMk id="25" creationId="{AA29184C-1E45-474D-9FB3-AE5D5E37F8E6}"/>
          </ac:spMkLst>
        </pc:spChg>
        <pc:spChg chg="mod">
          <ac:chgData name="Merwin Dmello" userId="6021cd87-f32b-453d-b595-6a67c089d214" providerId="ADAL" clId="{21DAE62F-ED67-45A5-B7CA-F4C00D381B2C}" dt="2024-12-04T18:34:42.882" v="979" actId="14100"/>
          <ac:spMkLst>
            <pc:docMk/>
            <pc:sldMk cId="626592014" sldId="2147483647"/>
            <ac:spMk id="27" creationId="{9F9A025F-5C37-4B00-9A43-FCD178756CEB}"/>
          </ac:spMkLst>
        </pc:spChg>
        <pc:spChg chg="mod">
          <ac:chgData name="Merwin Dmello" userId="6021cd87-f32b-453d-b595-6a67c089d214" providerId="ADAL" clId="{21DAE62F-ED67-45A5-B7CA-F4C00D381B2C}" dt="2024-12-04T18:34:30.633" v="977" actId="14100"/>
          <ac:spMkLst>
            <pc:docMk/>
            <pc:sldMk cId="626592014" sldId="2147483647"/>
            <ac:spMk id="31" creationId="{062919CE-814C-4CF1-BF55-DCE42C6CDB96}"/>
          </ac:spMkLst>
        </pc:spChg>
        <pc:spChg chg="mod">
          <ac:chgData name="Merwin Dmello" userId="6021cd87-f32b-453d-b595-6a67c089d214" providerId="ADAL" clId="{21DAE62F-ED67-45A5-B7CA-F4C00D381B2C}" dt="2024-12-04T18:34:52.983" v="981" actId="14100"/>
          <ac:spMkLst>
            <pc:docMk/>
            <pc:sldMk cId="626592014" sldId="2147483647"/>
            <ac:spMk id="33" creationId="{3E69BE40-7338-427E-B53E-C0229E88912F}"/>
          </ac:spMkLst>
        </pc:spChg>
        <pc:spChg chg="add mod">
          <ac:chgData name="Merwin Dmello" userId="6021cd87-f32b-453d-b595-6a67c089d214" providerId="ADAL" clId="{21DAE62F-ED67-45A5-B7CA-F4C00D381B2C}" dt="2024-12-04T18:50:32.069" v="1199" actId="408"/>
          <ac:spMkLst>
            <pc:docMk/>
            <pc:sldMk cId="626592014" sldId="2147483647"/>
            <ac:spMk id="38" creationId="{404DD32C-7963-CB5E-B220-EA16A36C089D}"/>
          </ac:spMkLst>
        </pc:spChg>
        <pc:spChg chg="mod">
          <ac:chgData name="Merwin Dmello" userId="6021cd87-f32b-453d-b595-6a67c089d214" providerId="ADAL" clId="{21DAE62F-ED67-45A5-B7CA-F4C00D381B2C}" dt="2024-12-04T18:35:02.636" v="983" actId="14100"/>
          <ac:spMkLst>
            <pc:docMk/>
            <pc:sldMk cId="626592014" sldId="2147483647"/>
            <ac:spMk id="55" creationId="{F78758CA-8A59-4F1A-B558-5BEB0C6DA95C}"/>
          </ac:spMkLst>
        </pc:spChg>
        <pc:spChg chg="mod">
          <ac:chgData name="Merwin Dmello" userId="6021cd87-f32b-453d-b595-6a67c089d214" providerId="ADAL" clId="{21DAE62F-ED67-45A5-B7CA-F4C00D381B2C}" dt="2024-12-04T18:54:57.855" v="1236" actId="12788"/>
          <ac:spMkLst>
            <pc:docMk/>
            <pc:sldMk cId="626592014" sldId="2147483647"/>
            <ac:spMk id="60" creationId="{47331E74-1AB5-433C-9A4F-91C9CA9125C7}"/>
          </ac:spMkLst>
        </pc:spChg>
        <pc:spChg chg="del">
          <ac:chgData name="Merwin Dmello" userId="6021cd87-f32b-453d-b595-6a67c089d214" providerId="ADAL" clId="{21DAE62F-ED67-45A5-B7CA-F4C00D381B2C}" dt="2024-12-04T18:22:45.013" v="626" actId="478"/>
          <ac:spMkLst>
            <pc:docMk/>
            <pc:sldMk cId="626592014" sldId="2147483647"/>
            <ac:spMk id="63" creationId="{720ABB00-623E-4878-87CF-4A6018BFDD62}"/>
          </ac:spMkLst>
        </pc:spChg>
        <pc:spChg chg="del">
          <ac:chgData name="Merwin Dmello" userId="6021cd87-f32b-453d-b595-6a67c089d214" providerId="ADAL" clId="{21DAE62F-ED67-45A5-B7CA-F4C00D381B2C}" dt="2024-12-04T18:22:45.013" v="626" actId="478"/>
          <ac:spMkLst>
            <pc:docMk/>
            <pc:sldMk cId="626592014" sldId="2147483647"/>
            <ac:spMk id="65" creationId="{6FBA4916-824E-4D9C-80D2-21529DAF2EB3}"/>
          </ac:spMkLst>
        </pc:spChg>
        <pc:spChg chg="del">
          <ac:chgData name="Merwin Dmello" userId="6021cd87-f32b-453d-b595-6a67c089d214" providerId="ADAL" clId="{21DAE62F-ED67-45A5-B7CA-F4C00D381B2C}" dt="2024-12-04T18:22:45.013" v="626" actId="478"/>
          <ac:spMkLst>
            <pc:docMk/>
            <pc:sldMk cId="626592014" sldId="2147483647"/>
            <ac:spMk id="66" creationId="{3E35A569-1E6D-4C0D-A1FC-6D8E172F21AD}"/>
          </ac:spMkLst>
        </pc:spChg>
        <pc:spChg chg="mod">
          <ac:chgData name="Merwin Dmello" userId="6021cd87-f32b-453d-b595-6a67c089d214" providerId="ADAL" clId="{21DAE62F-ED67-45A5-B7CA-F4C00D381B2C}" dt="2024-12-04T18:50:24.073" v="1198" actId="14100"/>
          <ac:spMkLst>
            <pc:docMk/>
            <pc:sldMk cId="626592014" sldId="2147483647"/>
            <ac:spMk id="67" creationId="{8D9342BF-83E3-4E3A-962A-0F9B290C328A}"/>
          </ac:spMkLst>
        </pc:spChg>
        <pc:spChg chg="del mod">
          <ac:chgData name="Merwin Dmello" userId="6021cd87-f32b-453d-b595-6a67c089d214" providerId="ADAL" clId="{21DAE62F-ED67-45A5-B7CA-F4C00D381B2C}" dt="2024-12-04T18:53:32.416" v="1224" actId="478"/>
          <ac:spMkLst>
            <pc:docMk/>
            <pc:sldMk cId="626592014" sldId="2147483647"/>
            <ac:spMk id="68" creationId="{D2D747AC-A411-491B-AF7F-1C57BFEEFD40}"/>
          </ac:spMkLst>
        </pc:spChg>
        <pc:spChg chg="mod">
          <ac:chgData name="Merwin Dmello" userId="6021cd87-f32b-453d-b595-6a67c089d214" providerId="ADAL" clId="{21DAE62F-ED67-45A5-B7CA-F4C00D381B2C}" dt="2024-12-04T18:53:28.790" v="1223"/>
          <ac:spMkLst>
            <pc:docMk/>
            <pc:sldMk cId="626592014" sldId="2147483647"/>
            <ac:spMk id="69" creationId="{5DB76892-D2D7-482D-9346-4809991A3A3C}"/>
          </ac:spMkLst>
        </pc:spChg>
        <pc:spChg chg="del">
          <ac:chgData name="Merwin Dmello" userId="6021cd87-f32b-453d-b595-6a67c089d214" providerId="ADAL" clId="{21DAE62F-ED67-45A5-B7CA-F4C00D381B2C}" dt="2024-12-04T18:22:58.931" v="627" actId="478"/>
          <ac:spMkLst>
            <pc:docMk/>
            <pc:sldMk cId="626592014" sldId="2147483647"/>
            <ac:spMk id="70" creationId="{47E8F069-A6B7-4C0D-BBD1-552C549A2DE2}"/>
          </ac:spMkLst>
        </pc:spChg>
        <pc:spChg chg="del">
          <ac:chgData name="Merwin Dmello" userId="6021cd87-f32b-453d-b595-6a67c089d214" providerId="ADAL" clId="{21DAE62F-ED67-45A5-B7CA-F4C00D381B2C}" dt="2024-12-04T18:22:58.931" v="627" actId="478"/>
          <ac:spMkLst>
            <pc:docMk/>
            <pc:sldMk cId="626592014" sldId="2147483647"/>
            <ac:spMk id="71" creationId="{83198499-1333-4773-9E6C-8B6FB94CFE33}"/>
          </ac:spMkLst>
        </pc:spChg>
        <pc:spChg chg="del">
          <ac:chgData name="Merwin Dmello" userId="6021cd87-f32b-453d-b595-6a67c089d214" providerId="ADAL" clId="{21DAE62F-ED67-45A5-B7CA-F4C00D381B2C}" dt="2024-12-04T18:22:58.931" v="627" actId="478"/>
          <ac:spMkLst>
            <pc:docMk/>
            <pc:sldMk cId="626592014" sldId="2147483647"/>
            <ac:spMk id="78" creationId="{206A7C47-E123-4345-A479-A55749E81D63}"/>
          </ac:spMkLst>
        </pc:spChg>
        <pc:spChg chg="mod">
          <ac:chgData name="Merwin Dmello" userId="6021cd87-f32b-453d-b595-6a67c089d214" providerId="ADAL" clId="{21DAE62F-ED67-45A5-B7CA-F4C00D381B2C}" dt="2024-12-04T18:17:10.541" v="555" actId="1038"/>
          <ac:spMkLst>
            <pc:docMk/>
            <pc:sldMk cId="626592014" sldId="2147483647"/>
            <ac:spMk id="81" creationId="{45BC0E8D-0620-4278-9EBD-DEE880A20872}"/>
          </ac:spMkLst>
        </pc:spChg>
        <pc:spChg chg="mod">
          <ac:chgData name="Merwin Dmello" userId="6021cd87-f32b-453d-b595-6a67c089d214" providerId="ADAL" clId="{21DAE62F-ED67-45A5-B7CA-F4C00D381B2C}" dt="2024-12-04T18:17:10.541" v="555" actId="1038"/>
          <ac:spMkLst>
            <pc:docMk/>
            <pc:sldMk cId="626592014" sldId="2147483647"/>
            <ac:spMk id="82" creationId="{497E5A76-A4DE-475A-8163-C245DDA261D1}"/>
          </ac:spMkLst>
        </pc:spChg>
        <pc:spChg chg="mod">
          <ac:chgData name="Merwin Dmello" userId="6021cd87-f32b-453d-b595-6a67c089d214" providerId="ADAL" clId="{21DAE62F-ED67-45A5-B7CA-F4C00D381B2C}" dt="2024-12-04T18:16:51.672" v="504" actId="1038"/>
          <ac:spMkLst>
            <pc:docMk/>
            <pc:sldMk cId="626592014" sldId="2147483647"/>
            <ac:spMk id="83" creationId="{4DFD8732-BE89-4330-B7B4-A95B2DF6BB77}"/>
          </ac:spMkLst>
        </pc:spChg>
        <pc:spChg chg="mod">
          <ac:chgData name="Merwin Dmello" userId="6021cd87-f32b-453d-b595-6a67c089d214" providerId="ADAL" clId="{21DAE62F-ED67-45A5-B7CA-F4C00D381B2C}" dt="2024-12-04T18:16:51.672" v="504" actId="1038"/>
          <ac:spMkLst>
            <pc:docMk/>
            <pc:sldMk cId="626592014" sldId="2147483647"/>
            <ac:spMk id="84" creationId="{8B77D1C3-550A-44FC-ACCD-354425646BF3}"/>
          </ac:spMkLst>
        </pc:spChg>
        <pc:spChg chg="del">
          <ac:chgData name="Merwin Dmello" userId="6021cd87-f32b-453d-b595-6a67c089d214" providerId="ADAL" clId="{21DAE62F-ED67-45A5-B7CA-F4C00D381B2C}" dt="2024-12-04T18:16:28.798" v="459" actId="478"/>
          <ac:spMkLst>
            <pc:docMk/>
            <pc:sldMk cId="626592014" sldId="2147483647"/>
            <ac:spMk id="85" creationId="{A1F4918C-3CEE-4BBE-B480-4049E1204B4A}"/>
          </ac:spMkLst>
        </pc:spChg>
        <pc:spChg chg="del">
          <ac:chgData name="Merwin Dmello" userId="6021cd87-f32b-453d-b595-6a67c089d214" providerId="ADAL" clId="{21DAE62F-ED67-45A5-B7CA-F4C00D381B2C}" dt="2024-12-04T18:16:28.798" v="459" actId="478"/>
          <ac:spMkLst>
            <pc:docMk/>
            <pc:sldMk cId="626592014" sldId="2147483647"/>
            <ac:spMk id="86" creationId="{8F0FBF83-CA3E-4DCA-8B23-33D4FA5F155F}"/>
          </ac:spMkLst>
        </pc:spChg>
        <pc:spChg chg="mod">
          <ac:chgData name="Merwin Dmello" userId="6021cd87-f32b-453d-b595-6a67c089d214" providerId="ADAL" clId="{21DAE62F-ED67-45A5-B7CA-F4C00D381B2C}" dt="2024-12-04T18:17:02.428" v="539" actId="1038"/>
          <ac:spMkLst>
            <pc:docMk/>
            <pc:sldMk cId="626592014" sldId="2147483647"/>
            <ac:spMk id="87" creationId="{69F0B86B-0098-49E2-9AAF-3CCC3D30181D}"/>
          </ac:spMkLst>
        </pc:spChg>
        <pc:spChg chg="mod">
          <ac:chgData name="Merwin Dmello" userId="6021cd87-f32b-453d-b595-6a67c089d214" providerId="ADAL" clId="{21DAE62F-ED67-45A5-B7CA-F4C00D381B2C}" dt="2024-12-04T18:17:02.428" v="539" actId="1038"/>
          <ac:spMkLst>
            <pc:docMk/>
            <pc:sldMk cId="626592014" sldId="2147483647"/>
            <ac:spMk id="88" creationId="{9AB7034C-5AEC-49E3-AC18-AC04A9773BE3}"/>
          </ac:spMkLst>
        </pc:spChg>
        <pc:spChg chg="mod">
          <ac:chgData name="Merwin Dmello" userId="6021cd87-f32b-453d-b595-6a67c089d214" providerId="ADAL" clId="{21DAE62F-ED67-45A5-B7CA-F4C00D381B2C}" dt="2024-12-04T18:24:25.814" v="862" actId="1037"/>
          <ac:spMkLst>
            <pc:docMk/>
            <pc:sldMk cId="626592014" sldId="2147483647"/>
            <ac:spMk id="91" creationId="{63CEDF3C-8EA8-4839-9C3A-14A52E7AF1F6}"/>
          </ac:spMkLst>
        </pc:spChg>
        <pc:spChg chg="mod">
          <ac:chgData name="Merwin Dmello" userId="6021cd87-f32b-453d-b595-6a67c089d214" providerId="ADAL" clId="{21DAE62F-ED67-45A5-B7CA-F4C00D381B2C}" dt="2024-12-04T18:23:41.495" v="683" actId="1037"/>
          <ac:spMkLst>
            <pc:docMk/>
            <pc:sldMk cId="626592014" sldId="2147483647"/>
            <ac:spMk id="92" creationId="{82E9BA38-40E8-48DE-9F49-C9FF9ACA6E25}"/>
          </ac:spMkLst>
        </pc:spChg>
        <pc:spChg chg="add mod">
          <ac:chgData name="Merwin Dmello" userId="6021cd87-f32b-453d-b595-6a67c089d214" providerId="ADAL" clId="{21DAE62F-ED67-45A5-B7CA-F4C00D381B2C}" dt="2024-12-04T18:52:59.140" v="1222" actId="108"/>
          <ac:spMkLst>
            <pc:docMk/>
            <pc:sldMk cId="626592014" sldId="2147483647"/>
            <ac:spMk id="95" creationId="{E1C37CDD-42C4-E612-6235-8B794110144C}"/>
          </ac:spMkLst>
        </pc:spChg>
        <pc:spChg chg="add mod">
          <ac:chgData name="Merwin Dmello" userId="6021cd87-f32b-453d-b595-6a67c089d214" providerId="ADAL" clId="{21DAE62F-ED67-45A5-B7CA-F4C00D381B2C}" dt="2024-12-04T18:52:55.571" v="1221" actId="108"/>
          <ac:spMkLst>
            <pc:docMk/>
            <pc:sldMk cId="626592014" sldId="2147483647"/>
            <ac:spMk id="96" creationId="{2B106F22-5372-0F43-BB95-FFD4777FD14E}"/>
          </ac:spMkLst>
        </pc:spChg>
        <pc:spChg chg="mod">
          <ac:chgData name="Merwin Dmello" userId="6021cd87-f32b-453d-b595-6a67c089d214" providerId="ADAL" clId="{21DAE62F-ED67-45A5-B7CA-F4C00D381B2C}" dt="2024-12-04T18:54:41.719" v="1234" actId="12788"/>
          <ac:spMkLst>
            <pc:docMk/>
            <pc:sldMk cId="626592014" sldId="2147483647"/>
            <ac:spMk id="101" creationId="{82BFD8C5-9027-4663-8F7A-F3095F416BE7}"/>
          </ac:spMkLst>
        </pc:spChg>
        <pc:spChg chg="mod">
          <ac:chgData name="Merwin Dmello" userId="6021cd87-f32b-453d-b595-6a67c089d214" providerId="ADAL" clId="{21DAE62F-ED67-45A5-B7CA-F4C00D381B2C}" dt="2024-12-04T18:50:46.913" v="1200" actId="108"/>
          <ac:spMkLst>
            <pc:docMk/>
            <pc:sldMk cId="626592014" sldId="2147483647"/>
            <ac:spMk id="102" creationId="{878A0766-AF12-474D-99BC-D459671C0FD9}"/>
          </ac:spMkLst>
        </pc:spChg>
        <pc:spChg chg="mod">
          <ac:chgData name="Merwin Dmello" userId="6021cd87-f32b-453d-b595-6a67c089d214" providerId="ADAL" clId="{21DAE62F-ED67-45A5-B7CA-F4C00D381B2C}" dt="2024-12-04T18:52:41.367" v="1220" actId="408"/>
          <ac:spMkLst>
            <pc:docMk/>
            <pc:sldMk cId="626592014" sldId="2147483647"/>
            <ac:spMk id="116" creationId="{22F6306E-D668-4952-808C-B0012E36283A}"/>
          </ac:spMkLst>
        </pc:spChg>
        <pc:spChg chg="mod">
          <ac:chgData name="Merwin Dmello" userId="6021cd87-f32b-453d-b595-6a67c089d214" providerId="ADAL" clId="{21DAE62F-ED67-45A5-B7CA-F4C00D381B2C}" dt="2024-12-04T18:51:02.780" v="1202" actId="108"/>
          <ac:spMkLst>
            <pc:docMk/>
            <pc:sldMk cId="626592014" sldId="2147483647"/>
            <ac:spMk id="120" creationId="{CE64BCA3-7A41-4A9A-997E-3B27DEF46FF6}"/>
          </ac:spMkLst>
        </pc:spChg>
        <pc:spChg chg="add mod">
          <ac:chgData name="Merwin Dmello" userId="6021cd87-f32b-453d-b595-6a67c089d214" providerId="ADAL" clId="{21DAE62F-ED67-45A5-B7CA-F4C00D381B2C}" dt="2024-12-04T18:55:42.763" v="1254" actId="20577"/>
          <ac:spMkLst>
            <pc:docMk/>
            <pc:sldMk cId="626592014" sldId="2147483647"/>
            <ac:spMk id="122" creationId="{C0C7C681-7A82-B36F-29F7-AE6760DE34E6}"/>
          </ac:spMkLst>
        </pc:spChg>
        <pc:spChg chg="mod">
          <ac:chgData name="Merwin Dmello" userId="6021cd87-f32b-453d-b595-6a67c089d214" providerId="ADAL" clId="{21DAE62F-ED67-45A5-B7CA-F4C00D381B2C}" dt="2024-12-04T18:51:52.670" v="1209" actId="554"/>
          <ac:spMkLst>
            <pc:docMk/>
            <pc:sldMk cId="626592014" sldId="2147483647"/>
            <ac:spMk id="124" creationId="{BDF4A304-C9CD-4279-9F32-661D814DBC56}"/>
          </ac:spMkLst>
        </pc:spChg>
        <pc:cxnChg chg="mod">
          <ac:chgData name="Merwin Dmello" userId="6021cd87-f32b-453d-b595-6a67c089d214" providerId="ADAL" clId="{21DAE62F-ED67-45A5-B7CA-F4C00D381B2C}" dt="2024-12-04T18:25:02.371" v="873" actId="552"/>
          <ac:cxnSpMkLst>
            <pc:docMk/>
            <pc:sldMk cId="626592014" sldId="2147483647"/>
            <ac:cxnSpMk id="7" creationId="{216AED59-3B0D-414B-8716-DA3A8CF186DD}"/>
          </ac:cxnSpMkLst>
        </pc:cxnChg>
        <pc:cxnChg chg="mod">
          <ac:chgData name="Merwin Dmello" userId="6021cd87-f32b-453d-b595-6a67c089d214" providerId="ADAL" clId="{21DAE62F-ED67-45A5-B7CA-F4C00D381B2C}" dt="2024-12-04T18:34:42.882" v="979" actId="14100"/>
          <ac:cxnSpMkLst>
            <pc:docMk/>
            <pc:sldMk cId="626592014" sldId="2147483647"/>
            <ac:cxnSpMk id="34" creationId="{3DEA0E14-C07A-4281-8882-42B50ED80F8B}"/>
          </ac:cxnSpMkLst>
        </pc:cxnChg>
        <pc:cxnChg chg="mod">
          <ac:chgData name="Merwin Dmello" userId="6021cd87-f32b-453d-b595-6a67c089d214" providerId="ADAL" clId="{21DAE62F-ED67-45A5-B7CA-F4C00D381B2C}" dt="2024-12-04T18:25:02.371" v="873" actId="552"/>
          <ac:cxnSpMkLst>
            <pc:docMk/>
            <pc:sldMk cId="626592014" sldId="2147483647"/>
            <ac:cxnSpMk id="39" creationId="{31561E9A-D036-4BFF-8322-6151B7F94A6B}"/>
          </ac:cxnSpMkLst>
        </pc:cxnChg>
        <pc:cxnChg chg="add mod">
          <ac:chgData name="Merwin Dmello" userId="6021cd87-f32b-453d-b595-6a67c089d214" providerId="ADAL" clId="{21DAE62F-ED67-45A5-B7CA-F4C00D381B2C}" dt="2024-12-04T18:50:32.069" v="1199" actId="408"/>
          <ac:cxnSpMkLst>
            <pc:docMk/>
            <pc:sldMk cId="626592014" sldId="2147483647"/>
            <ac:cxnSpMk id="41" creationId="{22844853-5D82-3AFA-B063-587018C40E4D}"/>
          </ac:cxnSpMkLst>
        </pc:cxnChg>
        <pc:cxnChg chg="mod">
          <ac:chgData name="Merwin Dmello" userId="6021cd87-f32b-453d-b595-6a67c089d214" providerId="ADAL" clId="{21DAE62F-ED67-45A5-B7CA-F4C00D381B2C}" dt="2024-12-04T18:13:58.509" v="420" actId="14100"/>
          <ac:cxnSpMkLst>
            <pc:docMk/>
            <pc:sldMk cId="626592014" sldId="2147483647"/>
            <ac:cxnSpMk id="42" creationId="{FAD6144C-D63B-48FC-8757-7FC517AC3CC4}"/>
          </ac:cxnSpMkLst>
        </pc:cxnChg>
        <pc:cxnChg chg="add mod">
          <ac:chgData name="Merwin Dmello" userId="6021cd87-f32b-453d-b595-6a67c089d214" providerId="ADAL" clId="{21DAE62F-ED67-45A5-B7CA-F4C00D381B2C}" dt="2024-12-04T18:50:32.069" v="1199" actId="408"/>
          <ac:cxnSpMkLst>
            <pc:docMk/>
            <pc:sldMk cId="626592014" sldId="2147483647"/>
            <ac:cxnSpMk id="45" creationId="{820E8809-C508-C787-613E-08D50C273ABF}"/>
          </ac:cxnSpMkLst>
        </pc:cxnChg>
        <pc:cxnChg chg="mod">
          <ac:chgData name="Merwin Dmello" userId="6021cd87-f32b-453d-b595-6a67c089d214" providerId="ADAL" clId="{21DAE62F-ED67-45A5-B7CA-F4C00D381B2C}" dt="2024-12-04T18:34:42.882" v="979" actId="14100"/>
          <ac:cxnSpMkLst>
            <pc:docMk/>
            <pc:sldMk cId="626592014" sldId="2147483647"/>
            <ac:cxnSpMk id="47" creationId="{9DC9FC7D-53DE-49C6-AE76-DAF535D79084}"/>
          </ac:cxnSpMkLst>
        </pc:cxnChg>
        <pc:cxnChg chg="mod">
          <ac:chgData name="Merwin Dmello" userId="6021cd87-f32b-453d-b595-6a67c089d214" providerId="ADAL" clId="{21DAE62F-ED67-45A5-B7CA-F4C00D381B2C}" dt="2024-12-04T18:34:52.983" v="981" actId="14100"/>
          <ac:cxnSpMkLst>
            <pc:docMk/>
            <pc:sldMk cId="626592014" sldId="2147483647"/>
            <ac:cxnSpMk id="52" creationId="{91D54F56-DECF-4225-B1D4-F740F4861CB7}"/>
          </ac:cxnSpMkLst>
        </pc:cxnChg>
        <pc:cxnChg chg="mod">
          <ac:chgData name="Merwin Dmello" userId="6021cd87-f32b-453d-b595-6a67c089d214" providerId="ADAL" clId="{21DAE62F-ED67-45A5-B7CA-F4C00D381B2C}" dt="2024-12-04T18:35:02.636" v="983" actId="14100"/>
          <ac:cxnSpMkLst>
            <pc:docMk/>
            <pc:sldMk cId="626592014" sldId="2147483647"/>
            <ac:cxnSpMk id="57" creationId="{3EC46DFA-464A-499E-B195-5FA4ADD43921}"/>
          </ac:cxnSpMkLst>
        </pc:cxnChg>
        <pc:cxnChg chg="del mod">
          <ac:chgData name="Merwin Dmello" userId="6021cd87-f32b-453d-b595-6a67c089d214" providerId="ADAL" clId="{21DAE62F-ED67-45A5-B7CA-F4C00D381B2C}" dt="2024-12-04T18:22:45.013" v="626" actId="478"/>
          <ac:cxnSpMkLst>
            <pc:docMk/>
            <pc:sldMk cId="626592014" sldId="2147483647"/>
            <ac:cxnSpMk id="64" creationId="{ADEB272B-4A1D-473D-BFC3-D1B35BF99D0C}"/>
          </ac:cxnSpMkLst>
        </pc:cxnChg>
        <pc:cxnChg chg="del mod">
          <ac:chgData name="Merwin Dmello" userId="6021cd87-f32b-453d-b595-6a67c089d214" providerId="ADAL" clId="{21DAE62F-ED67-45A5-B7CA-F4C00D381B2C}" dt="2024-12-04T18:22:45.013" v="626" actId="478"/>
          <ac:cxnSpMkLst>
            <pc:docMk/>
            <pc:sldMk cId="626592014" sldId="2147483647"/>
            <ac:cxnSpMk id="73" creationId="{B15FA73C-ED0A-4573-A0A8-C277A4A13572}"/>
          </ac:cxnSpMkLst>
        </pc:cxnChg>
        <pc:cxnChg chg="del mod">
          <ac:chgData name="Merwin Dmello" userId="6021cd87-f32b-453d-b595-6a67c089d214" providerId="ADAL" clId="{21DAE62F-ED67-45A5-B7CA-F4C00D381B2C}" dt="2024-12-04T18:22:58.931" v="627" actId="478"/>
          <ac:cxnSpMkLst>
            <pc:docMk/>
            <pc:sldMk cId="626592014" sldId="2147483647"/>
            <ac:cxnSpMk id="77" creationId="{25B755AD-6538-4BEF-96B0-664DEF0EE968}"/>
          </ac:cxnSpMkLst>
        </pc:cxnChg>
        <pc:cxnChg chg="del mod">
          <ac:chgData name="Merwin Dmello" userId="6021cd87-f32b-453d-b595-6a67c089d214" providerId="ADAL" clId="{21DAE62F-ED67-45A5-B7CA-F4C00D381B2C}" dt="2024-12-04T18:22:58.931" v="627" actId="478"/>
          <ac:cxnSpMkLst>
            <pc:docMk/>
            <pc:sldMk cId="626592014" sldId="2147483647"/>
            <ac:cxnSpMk id="79" creationId="{D5AF1C27-BEE2-4699-9F92-4B0C4A2196F9}"/>
          </ac:cxnSpMkLst>
        </pc:cxnChg>
        <pc:cxnChg chg="mod">
          <ac:chgData name="Merwin Dmello" userId="6021cd87-f32b-453d-b595-6a67c089d214" providerId="ADAL" clId="{21DAE62F-ED67-45A5-B7CA-F4C00D381B2C}" dt="2024-12-04T18:46:23.333" v="1151" actId="1038"/>
          <ac:cxnSpMkLst>
            <pc:docMk/>
            <pc:sldMk cId="626592014" sldId="2147483647"/>
            <ac:cxnSpMk id="90" creationId="{3F43E8CD-417E-440E-B35D-5F3E8997DD8E}"/>
          </ac:cxnSpMkLst>
        </pc:cxnChg>
        <pc:cxnChg chg="add mod">
          <ac:chgData name="Merwin Dmello" userId="6021cd87-f32b-453d-b595-6a67c089d214" providerId="ADAL" clId="{21DAE62F-ED67-45A5-B7CA-F4C00D381B2C}" dt="2024-12-04T18:52:41.367" v="1220" actId="408"/>
          <ac:cxnSpMkLst>
            <pc:docMk/>
            <pc:sldMk cId="626592014" sldId="2147483647"/>
            <ac:cxnSpMk id="99" creationId="{86C1F288-E05A-B806-D91A-EA9B9354687D}"/>
          </ac:cxnSpMkLst>
        </pc:cxnChg>
        <pc:cxnChg chg="add mod">
          <ac:chgData name="Merwin Dmello" userId="6021cd87-f32b-453d-b595-6a67c089d214" providerId="ADAL" clId="{21DAE62F-ED67-45A5-B7CA-F4C00D381B2C}" dt="2024-12-04T18:52:41.367" v="1220" actId="408"/>
          <ac:cxnSpMkLst>
            <pc:docMk/>
            <pc:sldMk cId="626592014" sldId="2147483647"/>
            <ac:cxnSpMk id="104" creationId="{CEB53824-20DB-AD6B-838E-32B6A1C0E08E}"/>
          </ac:cxnSpMkLst>
        </pc:cxnChg>
        <pc:cxnChg chg="mod">
          <ac:chgData name="Merwin Dmello" userId="6021cd87-f32b-453d-b595-6a67c089d214" providerId="ADAL" clId="{21DAE62F-ED67-45A5-B7CA-F4C00D381B2C}" dt="2024-12-04T18:50:32.069" v="1199" actId="408"/>
          <ac:cxnSpMkLst>
            <pc:docMk/>
            <pc:sldMk cId="626592014" sldId="2147483647"/>
            <ac:cxnSpMk id="107" creationId="{D49924F0-6323-4132-9248-9798A3EFFA11}"/>
          </ac:cxnSpMkLst>
        </pc:cxnChg>
        <pc:cxnChg chg="mod">
          <ac:chgData name="Merwin Dmello" userId="6021cd87-f32b-453d-b595-6a67c089d214" providerId="ADAL" clId="{21DAE62F-ED67-45A5-B7CA-F4C00D381B2C}" dt="2024-12-04T18:55:51.255" v="1255" actId="14100"/>
          <ac:cxnSpMkLst>
            <pc:docMk/>
            <pc:sldMk cId="626592014" sldId="2147483647"/>
            <ac:cxnSpMk id="110" creationId="{78123FD7-FD3E-44D2-8084-9E0AC2D4D756}"/>
          </ac:cxnSpMkLst>
        </pc:cxnChg>
        <pc:cxnChg chg="del mod">
          <ac:chgData name="Merwin Dmello" userId="6021cd87-f32b-453d-b595-6a67c089d214" providerId="ADAL" clId="{21DAE62F-ED67-45A5-B7CA-F4C00D381B2C}" dt="2024-12-04T18:53:34.355" v="1225" actId="478"/>
          <ac:cxnSpMkLst>
            <pc:docMk/>
            <pc:sldMk cId="626592014" sldId="2147483647"/>
            <ac:cxnSpMk id="113" creationId="{0BA4571E-9B83-4C2F-8F57-1E892F0B3F3B}"/>
          </ac:cxnSpMkLst>
        </pc:cxnChg>
        <pc:cxnChg chg="mod">
          <ac:chgData name="Merwin Dmello" userId="6021cd87-f32b-453d-b595-6a67c089d214" providerId="ADAL" clId="{21DAE62F-ED67-45A5-B7CA-F4C00D381B2C}" dt="2024-12-04T18:52:41.367" v="1220" actId="408"/>
          <ac:cxnSpMkLst>
            <pc:docMk/>
            <pc:sldMk cId="626592014" sldId="2147483647"/>
            <ac:cxnSpMk id="117" creationId="{9B1B698D-F0FA-478A-8B6F-92F217F14D03}"/>
          </ac:cxnSpMkLst>
        </pc:cxnChg>
        <pc:cxnChg chg="del mod">
          <ac:chgData name="Merwin Dmello" userId="6021cd87-f32b-453d-b595-6a67c089d214" providerId="ADAL" clId="{21DAE62F-ED67-45A5-B7CA-F4C00D381B2C}" dt="2024-12-04T18:22:45.013" v="626" actId="478"/>
          <ac:cxnSpMkLst>
            <pc:docMk/>
            <pc:sldMk cId="626592014" sldId="2147483647"/>
            <ac:cxnSpMk id="125" creationId="{0C7F5CD9-258D-4903-97BE-CE9763245BEA}"/>
          </ac:cxnSpMkLst>
        </pc:cxnChg>
        <pc:cxnChg chg="add mod">
          <ac:chgData name="Merwin Dmello" userId="6021cd87-f32b-453d-b595-6a67c089d214" providerId="ADAL" clId="{21DAE62F-ED67-45A5-B7CA-F4C00D381B2C}" dt="2024-12-04T18:55:59.515" v="1258" actId="14100"/>
          <ac:cxnSpMkLst>
            <pc:docMk/>
            <pc:sldMk cId="626592014" sldId="2147483647"/>
            <ac:cxnSpMk id="126" creationId="{165A834E-46FD-8303-905C-22AC18B779A6}"/>
          </ac:cxnSpMkLst>
        </pc:cxnChg>
        <pc:cxnChg chg="mod">
          <ac:chgData name="Merwin Dmello" userId="6021cd87-f32b-453d-b595-6a67c089d214" providerId="ADAL" clId="{21DAE62F-ED67-45A5-B7CA-F4C00D381B2C}" dt="2024-12-04T18:52:41.367" v="1220" actId="408"/>
          <ac:cxnSpMkLst>
            <pc:docMk/>
            <pc:sldMk cId="626592014" sldId="2147483647"/>
            <ac:cxnSpMk id="128" creationId="{9101A713-A08D-4762-868F-C365CE039775}"/>
          </ac:cxnSpMkLst>
        </pc:cxnChg>
        <pc:cxnChg chg="del mod">
          <ac:chgData name="Merwin Dmello" userId="6021cd87-f32b-453d-b595-6a67c089d214" providerId="ADAL" clId="{21DAE62F-ED67-45A5-B7CA-F4C00D381B2C}" dt="2024-12-04T18:22:58.931" v="627" actId="478"/>
          <ac:cxnSpMkLst>
            <pc:docMk/>
            <pc:sldMk cId="626592014" sldId="2147483647"/>
            <ac:cxnSpMk id="131" creationId="{FE56EECC-7564-46C6-897A-00D71DE3F922}"/>
          </ac:cxnSpMkLst>
        </pc:cxnChg>
        <pc:cxnChg chg="mod">
          <ac:chgData name="Merwin Dmello" userId="6021cd87-f32b-453d-b595-6a67c089d214" providerId="ADAL" clId="{21DAE62F-ED67-45A5-B7CA-F4C00D381B2C}" dt="2024-12-04T18:50:32.069" v="1199" actId="408"/>
          <ac:cxnSpMkLst>
            <pc:docMk/>
            <pc:sldMk cId="626592014" sldId="2147483647"/>
            <ac:cxnSpMk id="134" creationId="{CB5F9257-02F6-49E5-B8BE-139001E2FC2B}"/>
          </ac:cxnSpMkLst>
        </pc:cxnChg>
      </pc:sldChg>
    </pc:docChg>
  </pc:docChgLst>
  <pc:docChgLst>
    <pc:chgData name="Merwin Dmello" userId="6021cd87-f32b-453d-b595-6a67c089d214" providerId="ADAL" clId="{F84B4814-BA3D-4787-B53F-A54CDAF661E8}"/>
    <pc:docChg chg="undo redo custSel addSld delSld modSld modSection">
      <pc:chgData name="Merwin Dmello" userId="6021cd87-f32b-453d-b595-6a67c089d214" providerId="ADAL" clId="{F84B4814-BA3D-4787-B53F-A54CDAF661E8}" dt="2024-11-14T14:03:53.838" v="1437" actId="20577"/>
      <pc:docMkLst>
        <pc:docMk/>
      </pc:docMkLst>
      <pc:sldChg chg="addSp delSp modSp add mod">
        <pc:chgData name="Merwin Dmello" userId="6021cd87-f32b-453d-b595-6a67c089d214" providerId="ADAL" clId="{F84B4814-BA3D-4787-B53F-A54CDAF661E8}" dt="2024-11-14T14:03:53.838" v="1437" actId="20577"/>
        <pc:sldMkLst>
          <pc:docMk/>
          <pc:sldMk cId="457313198" sldId="2147483643"/>
        </pc:sldMkLst>
        <pc:spChg chg="add del mod">
          <ac:chgData name="Merwin Dmello" userId="6021cd87-f32b-453d-b595-6a67c089d214" providerId="ADAL" clId="{F84B4814-BA3D-4787-B53F-A54CDAF661E8}" dt="2024-11-14T12:59:08.337" v="189" actId="478"/>
          <ac:spMkLst>
            <pc:docMk/>
            <pc:sldMk cId="457313198" sldId="2147483643"/>
            <ac:spMk id="3" creationId="{8F110B2E-E020-90A2-50CD-4E7C1AB72E25}"/>
          </ac:spMkLst>
        </pc:spChg>
        <pc:spChg chg="del">
          <ac:chgData name="Merwin Dmello" userId="6021cd87-f32b-453d-b595-6a67c089d214" providerId="ADAL" clId="{F84B4814-BA3D-4787-B53F-A54CDAF661E8}" dt="2024-11-14T12:59:04.972" v="188" actId="478"/>
          <ac:spMkLst>
            <pc:docMk/>
            <pc:sldMk cId="457313198" sldId="2147483643"/>
            <ac:spMk id="4" creationId="{46290E72-B0DA-53FA-1B81-E5E7D16C0608}"/>
          </ac:spMkLst>
        </pc:spChg>
        <pc:spChg chg="add mod">
          <ac:chgData name="Merwin Dmello" userId="6021cd87-f32b-453d-b595-6a67c089d214" providerId="ADAL" clId="{F84B4814-BA3D-4787-B53F-A54CDAF661E8}" dt="2024-11-14T13:42:25.272" v="750" actId="12788"/>
          <ac:spMkLst>
            <pc:docMk/>
            <pc:sldMk cId="457313198" sldId="2147483643"/>
            <ac:spMk id="7" creationId="{7AC687DF-1A3C-0E8D-2D7A-0B96103183C8}"/>
          </ac:spMkLst>
        </pc:spChg>
        <pc:spChg chg="mod">
          <ac:chgData name="Merwin Dmello" userId="6021cd87-f32b-453d-b595-6a67c089d214" providerId="ADAL" clId="{F84B4814-BA3D-4787-B53F-A54CDAF661E8}" dt="2024-11-14T12:58:40.313" v="186" actId="20577"/>
          <ac:spMkLst>
            <pc:docMk/>
            <pc:sldMk cId="457313198" sldId="2147483643"/>
            <ac:spMk id="8" creationId="{11C5C38C-E2E3-2AE0-831E-DC532D0D9FD7}"/>
          </ac:spMkLst>
        </pc:spChg>
        <pc:spChg chg="del">
          <ac:chgData name="Merwin Dmello" userId="6021cd87-f32b-453d-b595-6a67c089d214" providerId="ADAL" clId="{F84B4814-BA3D-4787-B53F-A54CDAF661E8}" dt="2024-11-14T12:59:00.050" v="187" actId="478"/>
          <ac:spMkLst>
            <pc:docMk/>
            <pc:sldMk cId="457313198" sldId="2147483643"/>
            <ac:spMk id="9" creationId="{523F5680-241E-7AD4-CCC7-88D8E6C4B04B}"/>
          </ac:spMkLst>
        </pc:spChg>
        <pc:spChg chg="add mod">
          <ac:chgData name="Merwin Dmello" userId="6021cd87-f32b-453d-b595-6a67c089d214" providerId="ADAL" clId="{F84B4814-BA3D-4787-B53F-A54CDAF661E8}" dt="2024-11-14T13:40:09.203" v="726" actId="207"/>
          <ac:spMkLst>
            <pc:docMk/>
            <pc:sldMk cId="457313198" sldId="2147483643"/>
            <ac:spMk id="10" creationId="{EE206B07-7299-8247-F292-9C7389158195}"/>
          </ac:spMkLst>
        </pc:spChg>
        <pc:spChg chg="add mod">
          <ac:chgData name="Merwin Dmello" userId="6021cd87-f32b-453d-b595-6a67c089d214" providerId="ADAL" clId="{F84B4814-BA3D-4787-B53F-A54CDAF661E8}" dt="2024-11-14T13:43:01.910" v="759" actId="1035"/>
          <ac:spMkLst>
            <pc:docMk/>
            <pc:sldMk cId="457313198" sldId="2147483643"/>
            <ac:spMk id="17" creationId="{B06572B0-D675-AF3C-DAEB-422A563059AC}"/>
          </ac:spMkLst>
        </pc:spChg>
        <pc:spChg chg="add mod">
          <ac:chgData name="Merwin Dmello" userId="6021cd87-f32b-453d-b595-6a67c089d214" providerId="ADAL" clId="{F84B4814-BA3D-4787-B53F-A54CDAF661E8}" dt="2024-11-14T13:42:36.052" v="751" actId="14100"/>
          <ac:spMkLst>
            <pc:docMk/>
            <pc:sldMk cId="457313198" sldId="2147483643"/>
            <ac:spMk id="18" creationId="{DA8B6758-3F7A-B93A-8419-05BBA59D8256}"/>
          </ac:spMkLst>
        </pc:spChg>
        <pc:spChg chg="add mod">
          <ac:chgData name="Merwin Dmello" userId="6021cd87-f32b-453d-b595-6a67c089d214" providerId="ADAL" clId="{F84B4814-BA3D-4787-B53F-A54CDAF661E8}" dt="2024-11-14T13:45:04.164" v="794" actId="14100"/>
          <ac:spMkLst>
            <pc:docMk/>
            <pc:sldMk cId="457313198" sldId="2147483643"/>
            <ac:spMk id="19" creationId="{A3EDFBDB-08FC-A245-E0DE-E4DAA50F84F2}"/>
          </ac:spMkLst>
        </pc:spChg>
        <pc:spChg chg="add mod">
          <ac:chgData name="Merwin Dmello" userId="6021cd87-f32b-453d-b595-6a67c089d214" providerId="ADAL" clId="{F84B4814-BA3D-4787-B53F-A54CDAF661E8}" dt="2024-11-14T13:42:25.272" v="750" actId="12788"/>
          <ac:spMkLst>
            <pc:docMk/>
            <pc:sldMk cId="457313198" sldId="2147483643"/>
            <ac:spMk id="33" creationId="{7C294D8D-826F-B55E-5AA4-A2001C7DFFCE}"/>
          </ac:spMkLst>
        </pc:spChg>
        <pc:spChg chg="add del mod">
          <ac:chgData name="Merwin Dmello" userId="6021cd87-f32b-453d-b595-6a67c089d214" providerId="ADAL" clId="{F84B4814-BA3D-4787-B53F-A54CDAF661E8}" dt="2024-11-14T13:27:34.346" v="497" actId="478"/>
          <ac:spMkLst>
            <pc:docMk/>
            <pc:sldMk cId="457313198" sldId="2147483643"/>
            <ac:spMk id="34" creationId="{39236A0B-68D1-8C35-C9EA-3F25E5D0DE3B}"/>
          </ac:spMkLst>
        </pc:spChg>
        <pc:spChg chg="add mod">
          <ac:chgData name="Merwin Dmello" userId="6021cd87-f32b-453d-b595-6a67c089d214" providerId="ADAL" clId="{F84B4814-BA3D-4787-B53F-A54CDAF661E8}" dt="2024-11-14T13:42:25.272" v="750" actId="12788"/>
          <ac:spMkLst>
            <pc:docMk/>
            <pc:sldMk cId="457313198" sldId="2147483643"/>
            <ac:spMk id="35" creationId="{8DAF7BE5-1AB1-9976-3FF0-1C3F8044DCDF}"/>
          </ac:spMkLst>
        </pc:spChg>
        <pc:spChg chg="add mod">
          <ac:chgData name="Merwin Dmello" userId="6021cd87-f32b-453d-b595-6a67c089d214" providerId="ADAL" clId="{F84B4814-BA3D-4787-B53F-A54CDAF661E8}" dt="2024-11-14T13:57:39.694" v="1277" actId="554"/>
          <ac:spMkLst>
            <pc:docMk/>
            <pc:sldMk cId="457313198" sldId="2147483643"/>
            <ac:spMk id="36" creationId="{89ED17BF-E0D5-F164-4CB6-B361AFC55EE4}"/>
          </ac:spMkLst>
        </pc:spChg>
        <pc:spChg chg="add mod">
          <ac:chgData name="Merwin Dmello" userId="6021cd87-f32b-453d-b595-6a67c089d214" providerId="ADAL" clId="{F84B4814-BA3D-4787-B53F-A54CDAF661E8}" dt="2024-11-14T13:42:25.272" v="750" actId="12788"/>
          <ac:spMkLst>
            <pc:docMk/>
            <pc:sldMk cId="457313198" sldId="2147483643"/>
            <ac:spMk id="37" creationId="{C6E4AD94-0E6D-244C-9BC8-30F3FB11CC8E}"/>
          </ac:spMkLst>
        </pc:spChg>
        <pc:spChg chg="add mod">
          <ac:chgData name="Merwin Dmello" userId="6021cd87-f32b-453d-b595-6a67c089d214" providerId="ADAL" clId="{F84B4814-BA3D-4787-B53F-A54CDAF661E8}" dt="2024-11-14T13:37:17.217" v="709" actId="20577"/>
          <ac:spMkLst>
            <pc:docMk/>
            <pc:sldMk cId="457313198" sldId="2147483643"/>
            <ac:spMk id="45" creationId="{40201B94-3722-688E-257D-F778DFBAEC8B}"/>
          </ac:spMkLst>
        </pc:spChg>
        <pc:spChg chg="add mod">
          <ac:chgData name="Merwin Dmello" userId="6021cd87-f32b-453d-b595-6a67c089d214" providerId="ADAL" clId="{F84B4814-BA3D-4787-B53F-A54CDAF661E8}" dt="2024-11-14T13:37:48.995" v="717" actId="20577"/>
          <ac:spMkLst>
            <pc:docMk/>
            <pc:sldMk cId="457313198" sldId="2147483643"/>
            <ac:spMk id="46" creationId="{7B17048E-BD10-73FE-5E8A-2F464414D3E4}"/>
          </ac:spMkLst>
        </pc:spChg>
        <pc:spChg chg="add mod">
          <ac:chgData name="Merwin Dmello" userId="6021cd87-f32b-453d-b595-6a67c089d214" providerId="ADAL" clId="{F84B4814-BA3D-4787-B53F-A54CDAF661E8}" dt="2024-11-14T14:01:11.889" v="1375" actId="20577"/>
          <ac:spMkLst>
            <pc:docMk/>
            <pc:sldMk cId="457313198" sldId="2147483643"/>
            <ac:spMk id="53" creationId="{5DDE68EB-0C91-EA7C-820C-58E1162F423E}"/>
          </ac:spMkLst>
        </pc:spChg>
        <pc:spChg chg="add mod">
          <ac:chgData name="Merwin Dmello" userId="6021cd87-f32b-453d-b595-6a67c089d214" providerId="ADAL" clId="{F84B4814-BA3D-4787-B53F-A54CDAF661E8}" dt="2024-11-14T14:02:11.950" v="1398" actId="20577"/>
          <ac:spMkLst>
            <pc:docMk/>
            <pc:sldMk cId="457313198" sldId="2147483643"/>
            <ac:spMk id="54" creationId="{41B03610-5637-ACD4-EEA1-FC852FFA5E63}"/>
          </ac:spMkLst>
        </pc:spChg>
        <pc:spChg chg="add mod">
          <ac:chgData name="Merwin Dmello" userId="6021cd87-f32b-453d-b595-6a67c089d214" providerId="ADAL" clId="{F84B4814-BA3D-4787-B53F-A54CDAF661E8}" dt="2024-11-14T13:51:34.606" v="1037" actId="14100"/>
          <ac:spMkLst>
            <pc:docMk/>
            <pc:sldMk cId="457313198" sldId="2147483643"/>
            <ac:spMk id="55" creationId="{E760C35A-B987-E56F-49F2-B0A275AE826D}"/>
          </ac:spMkLst>
        </pc:spChg>
        <pc:spChg chg="add mod">
          <ac:chgData name="Merwin Dmello" userId="6021cd87-f32b-453d-b595-6a67c089d214" providerId="ADAL" clId="{F84B4814-BA3D-4787-B53F-A54CDAF661E8}" dt="2024-11-14T13:55:59.621" v="1252" actId="14100"/>
          <ac:spMkLst>
            <pc:docMk/>
            <pc:sldMk cId="457313198" sldId="2147483643"/>
            <ac:spMk id="56" creationId="{57079208-8780-0E0A-10BB-C0617489AE74}"/>
          </ac:spMkLst>
        </pc:spChg>
        <pc:spChg chg="add mod">
          <ac:chgData name="Merwin Dmello" userId="6021cd87-f32b-453d-b595-6a67c089d214" providerId="ADAL" clId="{F84B4814-BA3D-4787-B53F-A54CDAF661E8}" dt="2024-11-14T14:02:17.344" v="1401" actId="20577"/>
          <ac:spMkLst>
            <pc:docMk/>
            <pc:sldMk cId="457313198" sldId="2147483643"/>
            <ac:spMk id="57" creationId="{92E50374-0401-7406-3893-1EF578E3C7CB}"/>
          </ac:spMkLst>
        </pc:spChg>
        <pc:spChg chg="add mod">
          <ac:chgData name="Merwin Dmello" userId="6021cd87-f32b-453d-b595-6a67c089d214" providerId="ADAL" clId="{F84B4814-BA3D-4787-B53F-A54CDAF661E8}" dt="2024-11-14T14:01:36.621" v="1387" actId="20577"/>
          <ac:spMkLst>
            <pc:docMk/>
            <pc:sldMk cId="457313198" sldId="2147483643"/>
            <ac:spMk id="58" creationId="{8C3CBB59-F29B-357F-4F89-4CB652475DFC}"/>
          </ac:spMkLst>
        </pc:spChg>
        <pc:spChg chg="add mod">
          <ac:chgData name="Merwin Dmello" userId="6021cd87-f32b-453d-b595-6a67c089d214" providerId="ADAL" clId="{F84B4814-BA3D-4787-B53F-A54CDAF661E8}" dt="2024-11-14T14:03:53.838" v="1437" actId="20577"/>
          <ac:spMkLst>
            <pc:docMk/>
            <pc:sldMk cId="457313198" sldId="2147483643"/>
            <ac:spMk id="59" creationId="{98B0A0EB-EADF-37FA-1DAD-37ACA639B52F}"/>
          </ac:spMkLst>
        </pc:spChg>
        <pc:picChg chg="add del mod">
          <ac:chgData name="Merwin Dmello" userId="6021cd87-f32b-453d-b595-6a67c089d214" providerId="ADAL" clId="{F84B4814-BA3D-4787-B53F-A54CDAF661E8}" dt="2024-11-14T13:01:42.669" v="196" actId="478"/>
          <ac:picMkLst>
            <pc:docMk/>
            <pc:sldMk cId="457313198" sldId="2147483643"/>
            <ac:picMk id="12" creationId="{9E84833D-ADE9-2B9B-D9B8-646E2097D805}"/>
          </ac:picMkLst>
        </pc:picChg>
        <pc:picChg chg="add del mod">
          <ac:chgData name="Merwin Dmello" userId="6021cd87-f32b-453d-b595-6a67c089d214" providerId="ADAL" clId="{F84B4814-BA3D-4787-B53F-A54CDAF661E8}" dt="2024-11-14T13:07:49.293" v="205" actId="478"/>
          <ac:picMkLst>
            <pc:docMk/>
            <pc:sldMk cId="457313198" sldId="2147483643"/>
            <ac:picMk id="14" creationId="{8DF90AFC-F5DF-56F1-72A9-0635E7E3364B}"/>
          </ac:picMkLst>
        </pc:picChg>
        <pc:picChg chg="add del mod">
          <ac:chgData name="Merwin Dmello" userId="6021cd87-f32b-453d-b595-6a67c089d214" providerId="ADAL" clId="{F84B4814-BA3D-4787-B53F-A54CDAF661E8}" dt="2024-11-14T13:09:38.283" v="228" actId="478"/>
          <ac:picMkLst>
            <pc:docMk/>
            <pc:sldMk cId="457313198" sldId="2147483643"/>
            <ac:picMk id="16" creationId="{C6E7674E-8F62-C1D9-4E2A-877AB68D2C33}"/>
          </ac:picMkLst>
        </pc:picChg>
        <pc:cxnChg chg="add mod">
          <ac:chgData name="Merwin Dmello" userId="6021cd87-f32b-453d-b595-6a67c089d214" providerId="ADAL" clId="{F84B4814-BA3D-4787-B53F-A54CDAF661E8}" dt="2024-11-14T13:00:11.652" v="193" actId="12788"/>
          <ac:cxnSpMkLst>
            <pc:docMk/>
            <pc:sldMk cId="457313198" sldId="2147483643"/>
            <ac:cxnSpMk id="6" creationId="{515E7FA4-C91F-72A1-C4F4-2B7BDEFAF86D}"/>
          </ac:cxnSpMkLst>
        </pc:cxnChg>
        <pc:cxnChg chg="add mod">
          <ac:chgData name="Merwin Dmello" userId="6021cd87-f32b-453d-b595-6a67c089d214" providerId="ADAL" clId="{F84B4814-BA3D-4787-B53F-A54CDAF661E8}" dt="2024-11-14T13:46:47.511" v="804" actId="692"/>
          <ac:cxnSpMkLst>
            <pc:docMk/>
            <pc:sldMk cId="457313198" sldId="2147483643"/>
            <ac:cxnSpMk id="21" creationId="{5D20C7A3-FA58-F9F5-26CF-595AA1897988}"/>
          </ac:cxnSpMkLst>
        </pc:cxnChg>
        <pc:cxnChg chg="add mod">
          <ac:chgData name="Merwin Dmello" userId="6021cd87-f32b-453d-b595-6a67c089d214" providerId="ADAL" clId="{F84B4814-BA3D-4787-B53F-A54CDAF661E8}" dt="2024-11-14T13:46:55.012" v="805" actId="692"/>
          <ac:cxnSpMkLst>
            <pc:docMk/>
            <pc:sldMk cId="457313198" sldId="2147483643"/>
            <ac:cxnSpMk id="22" creationId="{FC54BA81-36C9-B207-71EE-9188E1F6EDBD}"/>
          </ac:cxnSpMkLst>
        </pc:cxnChg>
        <pc:cxnChg chg="add mod">
          <ac:chgData name="Merwin Dmello" userId="6021cd87-f32b-453d-b595-6a67c089d214" providerId="ADAL" clId="{F84B4814-BA3D-4787-B53F-A54CDAF661E8}" dt="2024-11-14T13:46:55.012" v="805" actId="692"/>
          <ac:cxnSpMkLst>
            <pc:docMk/>
            <pc:sldMk cId="457313198" sldId="2147483643"/>
            <ac:cxnSpMk id="38" creationId="{64672EA6-7860-EA7B-9E24-67BABA68EA2D}"/>
          </ac:cxnSpMkLst>
        </pc:cxnChg>
        <pc:cxnChg chg="add mod">
          <ac:chgData name="Merwin Dmello" userId="6021cd87-f32b-453d-b595-6a67c089d214" providerId="ADAL" clId="{F84B4814-BA3D-4787-B53F-A54CDAF661E8}" dt="2024-11-14T13:46:55.012" v="805" actId="692"/>
          <ac:cxnSpMkLst>
            <pc:docMk/>
            <pc:sldMk cId="457313198" sldId="2147483643"/>
            <ac:cxnSpMk id="41" creationId="{8D0F36FD-0102-5A62-3632-22ED8BE1185E}"/>
          </ac:cxnSpMkLst>
        </pc:cxnChg>
        <pc:cxnChg chg="add mod">
          <ac:chgData name="Merwin Dmello" userId="6021cd87-f32b-453d-b595-6a67c089d214" providerId="ADAL" clId="{F84B4814-BA3D-4787-B53F-A54CDAF661E8}" dt="2024-11-14T13:46:55.012" v="805" actId="692"/>
          <ac:cxnSpMkLst>
            <pc:docMk/>
            <pc:sldMk cId="457313198" sldId="2147483643"/>
            <ac:cxnSpMk id="44" creationId="{8A64EF98-A420-5382-C08E-97D873F42B19}"/>
          </ac:cxnSpMkLst>
        </pc:cxnChg>
      </pc:sldChg>
      <pc:sldChg chg="del">
        <pc:chgData name="Merwin Dmello" userId="6021cd87-f32b-453d-b595-6a67c089d214" providerId="ADAL" clId="{F84B4814-BA3D-4787-B53F-A54CDAF661E8}" dt="2024-11-14T12:57:36.706" v="129" actId="2696"/>
        <pc:sldMkLst>
          <pc:docMk/>
          <pc:sldMk cId="3450985928" sldId="2147483643"/>
        </pc:sldMkLst>
      </pc:sldChg>
      <pc:sldChg chg="addSp modSp mod">
        <pc:chgData name="Merwin Dmello" userId="6021cd87-f32b-453d-b595-6a67c089d214" providerId="ADAL" clId="{F84B4814-BA3D-4787-B53F-A54CDAF661E8}" dt="2024-11-14T12:34:57.246" v="128" actId="20577"/>
        <pc:sldMkLst>
          <pc:docMk/>
          <pc:sldMk cId="1324971586" sldId="2147483645"/>
        </pc:sldMkLst>
        <pc:spChg chg="add mod">
          <ac:chgData name="Merwin Dmello" userId="6021cd87-f32b-453d-b595-6a67c089d214" providerId="ADAL" clId="{F84B4814-BA3D-4787-B53F-A54CDAF661E8}" dt="2024-11-14T12:34:57.246" v="128" actId="20577"/>
          <ac:spMkLst>
            <pc:docMk/>
            <pc:sldMk cId="1324971586" sldId="2147483645"/>
            <ac:spMk id="2" creationId="{52A5289A-C8D0-957D-6146-04DECDA95388}"/>
          </ac:spMkLst>
        </pc:spChg>
        <pc:graphicFrameChg chg="mod modGraphic">
          <ac:chgData name="Merwin Dmello" userId="6021cd87-f32b-453d-b595-6a67c089d214" providerId="ADAL" clId="{F84B4814-BA3D-4787-B53F-A54CDAF661E8}" dt="2024-11-14T12:27:57.175" v="1" actId="14100"/>
          <ac:graphicFrameMkLst>
            <pc:docMk/>
            <pc:sldMk cId="1324971586" sldId="2147483645"/>
            <ac:graphicFrameMk id="7" creationId="{C4ACA49B-CBCB-F8C2-F65F-7D6F4D4CFD43}"/>
          </ac:graphicFrameMkLst>
        </pc:graphicFrameChg>
      </pc:sldChg>
    </pc:docChg>
  </pc:docChgLst>
  <pc:docChgLst>
    <pc:chgData name="Merwin Dmello" userId="6021cd87-f32b-453d-b595-6a67c089d214" providerId="ADAL" clId="{8B545DB7-9E77-4741-98EE-6F3CF6FC6B0C}"/>
    <pc:docChg chg="undo custSel addSld modSld modSection">
      <pc:chgData name="Merwin Dmello" userId="6021cd87-f32b-453d-b595-6a67c089d214" providerId="ADAL" clId="{8B545DB7-9E77-4741-98EE-6F3CF6FC6B0C}" dt="2024-11-19T18:17:47.835" v="318" actId="20577"/>
      <pc:docMkLst>
        <pc:docMk/>
      </pc:docMkLst>
      <pc:sldChg chg="addSp delSp modSp mod">
        <pc:chgData name="Merwin Dmello" userId="6021cd87-f32b-453d-b595-6a67c089d214" providerId="ADAL" clId="{8B545DB7-9E77-4741-98EE-6F3CF6FC6B0C}" dt="2024-11-19T18:17:47.835" v="318" actId="20577"/>
        <pc:sldMkLst>
          <pc:docMk/>
          <pc:sldMk cId="328479281" sldId="2147483642"/>
        </pc:sldMkLst>
        <pc:spChg chg="add mod">
          <ac:chgData name="Merwin Dmello" userId="6021cd87-f32b-453d-b595-6a67c089d214" providerId="ADAL" clId="{8B545DB7-9E77-4741-98EE-6F3CF6FC6B0C}" dt="2024-11-19T18:16:47.460" v="286" actId="207"/>
          <ac:spMkLst>
            <pc:docMk/>
            <pc:sldMk cId="328479281" sldId="2147483642"/>
            <ac:spMk id="2" creationId="{41F213E2-AEC1-732F-F467-53E2A1D3FD9C}"/>
          </ac:spMkLst>
        </pc:spChg>
        <pc:spChg chg="add mod">
          <ac:chgData name="Merwin Dmello" userId="6021cd87-f32b-453d-b595-6a67c089d214" providerId="ADAL" clId="{8B545DB7-9E77-4741-98EE-6F3CF6FC6B0C}" dt="2024-11-19T18:16:52.932" v="287" actId="108"/>
          <ac:spMkLst>
            <pc:docMk/>
            <pc:sldMk cId="328479281" sldId="2147483642"/>
            <ac:spMk id="3" creationId="{1EC83E65-1314-32CD-8389-C0FBCE20D7A2}"/>
          </ac:spMkLst>
        </pc:spChg>
        <pc:spChg chg="mod">
          <ac:chgData name="Merwin Dmello" userId="6021cd87-f32b-453d-b595-6a67c089d214" providerId="ADAL" clId="{8B545DB7-9E77-4741-98EE-6F3CF6FC6B0C}" dt="2024-11-19T18:09:45.583" v="155" actId="20577"/>
          <ac:spMkLst>
            <pc:docMk/>
            <pc:sldMk cId="328479281" sldId="2147483642"/>
            <ac:spMk id="8" creationId="{11C5C38C-E2E3-2AE0-831E-DC532D0D9FD7}"/>
          </ac:spMkLst>
        </pc:spChg>
        <pc:spChg chg="del">
          <ac:chgData name="Merwin Dmello" userId="6021cd87-f32b-453d-b595-6a67c089d214" providerId="ADAL" clId="{8B545DB7-9E77-4741-98EE-6F3CF6FC6B0C}" dt="2024-11-19T18:09:56.202" v="156" actId="478"/>
          <ac:spMkLst>
            <pc:docMk/>
            <pc:sldMk cId="328479281" sldId="2147483642"/>
            <ac:spMk id="16" creationId="{EF43B883-3331-1248-4ECA-044903D51C1B}"/>
          </ac:spMkLst>
        </pc:spChg>
        <pc:spChg chg="del">
          <ac:chgData name="Merwin Dmello" userId="6021cd87-f32b-453d-b595-6a67c089d214" providerId="ADAL" clId="{8B545DB7-9E77-4741-98EE-6F3CF6FC6B0C}" dt="2024-11-19T18:09:56.202" v="156" actId="478"/>
          <ac:spMkLst>
            <pc:docMk/>
            <pc:sldMk cId="328479281" sldId="2147483642"/>
            <ac:spMk id="17" creationId="{389E9F1E-902B-902B-5404-BA6017F0C12E}"/>
          </ac:spMkLst>
        </pc:spChg>
        <pc:spChg chg="del">
          <ac:chgData name="Merwin Dmello" userId="6021cd87-f32b-453d-b595-6a67c089d214" providerId="ADAL" clId="{8B545DB7-9E77-4741-98EE-6F3CF6FC6B0C}" dt="2024-11-19T18:09:56.202" v="156" actId="478"/>
          <ac:spMkLst>
            <pc:docMk/>
            <pc:sldMk cId="328479281" sldId="2147483642"/>
            <ac:spMk id="18" creationId="{141237E8-AA71-23EE-1C91-983D239F295D}"/>
          </ac:spMkLst>
        </pc:spChg>
        <pc:spChg chg="del">
          <ac:chgData name="Merwin Dmello" userId="6021cd87-f32b-453d-b595-6a67c089d214" providerId="ADAL" clId="{8B545DB7-9E77-4741-98EE-6F3CF6FC6B0C}" dt="2024-11-19T18:09:56.202" v="156" actId="478"/>
          <ac:spMkLst>
            <pc:docMk/>
            <pc:sldMk cId="328479281" sldId="2147483642"/>
            <ac:spMk id="19" creationId="{B39FDBB3-AD5D-C68B-E47A-6EAE62E82228}"/>
          </ac:spMkLst>
        </pc:spChg>
        <pc:graphicFrameChg chg="add mod modGraphic">
          <ac:chgData name="Merwin Dmello" userId="6021cd87-f32b-453d-b595-6a67c089d214" providerId="ADAL" clId="{8B545DB7-9E77-4741-98EE-6F3CF6FC6B0C}" dt="2024-11-19T18:17:36.267" v="315" actId="20577"/>
          <ac:graphicFrameMkLst>
            <pc:docMk/>
            <pc:sldMk cId="328479281" sldId="2147483642"/>
            <ac:graphicFrameMk id="4" creationId="{7F4D6FB4-C837-A589-EBA0-1DD158A29F40}"/>
          </ac:graphicFrameMkLst>
        </pc:graphicFrameChg>
        <pc:graphicFrameChg chg="add mod modGraphic">
          <ac:chgData name="Merwin Dmello" userId="6021cd87-f32b-453d-b595-6a67c089d214" providerId="ADAL" clId="{8B545DB7-9E77-4741-98EE-6F3CF6FC6B0C}" dt="2024-11-19T18:17:47.835" v="318" actId="20577"/>
          <ac:graphicFrameMkLst>
            <pc:docMk/>
            <pc:sldMk cId="328479281" sldId="2147483642"/>
            <ac:graphicFrameMk id="5" creationId="{F724A41E-8871-6CCA-720B-1AE9DB219BFD}"/>
          </ac:graphicFrameMkLst>
        </pc:graphicFrameChg>
        <pc:cxnChg chg="add mod">
          <ac:chgData name="Merwin Dmello" userId="6021cd87-f32b-453d-b595-6a67c089d214" providerId="ADAL" clId="{8B545DB7-9E77-4741-98EE-6F3CF6FC6B0C}" dt="2024-11-19T18:14:24.261" v="277" actId="12788"/>
          <ac:cxnSpMkLst>
            <pc:docMk/>
            <pc:sldMk cId="328479281" sldId="2147483642"/>
            <ac:cxnSpMk id="7" creationId="{6B4D791C-7317-2924-E328-608450CC18A6}"/>
          </ac:cxnSpMkLst>
        </pc:cxnChg>
      </pc:sldChg>
      <pc:sldChg chg="modSp mod">
        <pc:chgData name="Merwin Dmello" userId="6021cd87-f32b-453d-b595-6a67c089d214" providerId="ADAL" clId="{8B545DB7-9E77-4741-98EE-6F3CF6FC6B0C}" dt="2024-11-19T17:41:02.374" v="128" actId="20577"/>
        <pc:sldMkLst>
          <pc:docMk/>
          <pc:sldMk cId="1324971586" sldId="2147483645"/>
        </pc:sldMkLst>
        <pc:spChg chg="mod">
          <ac:chgData name="Merwin Dmello" userId="6021cd87-f32b-453d-b595-6a67c089d214" providerId="ADAL" clId="{8B545DB7-9E77-4741-98EE-6F3CF6FC6B0C}" dt="2024-11-19T17:39:02.236" v="120" actId="6549"/>
          <ac:spMkLst>
            <pc:docMk/>
            <pc:sldMk cId="1324971586" sldId="2147483645"/>
            <ac:spMk id="8" creationId="{11C5C38C-E2E3-2AE0-831E-DC532D0D9FD7}"/>
          </ac:spMkLst>
        </pc:spChg>
        <pc:graphicFrameChg chg="mod modGraphic">
          <ac:chgData name="Merwin Dmello" userId="6021cd87-f32b-453d-b595-6a67c089d214" providerId="ADAL" clId="{8B545DB7-9E77-4741-98EE-6F3CF6FC6B0C}" dt="2024-11-19T17:41:02.374" v="128" actId="20577"/>
          <ac:graphicFrameMkLst>
            <pc:docMk/>
            <pc:sldMk cId="1324971586" sldId="2147483645"/>
            <ac:graphicFrameMk id="7" creationId="{C4ACA49B-CBCB-F8C2-F65F-7D6F4D4CFD43}"/>
          </ac:graphicFrameMkLst>
        </pc:graphicFrameChg>
      </pc:sldChg>
      <pc:sldChg chg="add">
        <pc:chgData name="Merwin Dmello" userId="6021cd87-f32b-453d-b595-6a67c089d214" providerId="ADAL" clId="{8B545DB7-9E77-4741-98EE-6F3CF6FC6B0C}" dt="2024-11-19T18:09:36.551" v="140" actId="2890"/>
        <pc:sldMkLst>
          <pc:docMk/>
          <pc:sldMk cId="1671566234" sldId="2147483646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99F5E1A7-797E-F32E-7232-4997126E2E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69844" y="381721"/>
            <a:ext cx="1515073" cy="271148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1E29495D-F2D5-B692-35FC-B89DCC18CC6F}"/>
              </a:ext>
            </a:extLst>
          </p:cNvPr>
          <p:cNvSpPr txBox="1"/>
          <p:nvPr/>
        </p:nvSpPr>
        <p:spPr>
          <a:xfrm>
            <a:off x="418918" y="8258352"/>
            <a:ext cx="432035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50" i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Confidential information owned by Eviden SAS, to be used by the recipient only. This document, or any part of it, may not be reproduced, copied, circulated and/or distributed nor quoted without prior written approval from Eviden SAS.</a:t>
            </a:r>
          </a:p>
        </p:txBody>
      </p:sp>
      <p:sp>
        <p:nvSpPr>
          <p:cNvPr id="9" name="Slide Number Placeholder 4">
            <a:extLst>
              <a:ext uri="{FF2B5EF4-FFF2-40B4-BE49-F238E27FC236}">
                <a16:creationId xmlns:a16="http://schemas.microsoft.com/office/drawing/2014/main" id="{F93AED14-2CC8-C973-4EE7-BC26F4692B4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5814915" y="8258352"/>
            <a:ext cx="624167" cy="371986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200"/>
            </a:lvl1pPr>
          </a:lstStyle>
          <a:p>
            <a:fld id="{AD910B12-E528-4D59-95AD-82AFC587F8BD}" type="slidenum">
              <a:rPr lang="nl-NL" sz="1050" smtClean="0">
                <a:latin typeface="Montserrat" panose="00000500000000000000" pitchFamily="2" charset="0"/>
                <a:ea typeface="Verdana" pitchFamily="34" charset="0"/>
                <a:cs typeface="Verdana" pitchFamily="34" charset="0"/>
              </a:rPr>
              <a:pPr/>
              <a:t>‹#›</a:t>
            </a:fld>
            <a:endParaRPr lang="nl-NL" sz="1050">
              <a:latin typeface="Montserrat" panose="00000500000000000000" pitchFamily="2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50822095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nl-N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nl-NL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EC4960FA-70DB-CAD6-6053-7E4B86AF5A3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85800" y="393205"/>
            <a:ext cx="1515073" cy="27114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454C07BC-4739-FBBD-414B-6112D64F695F}"/>
              </a:ext>
            </a:extLst>
          </p:cNvPr>
          <p:cNvSpPr txBox="1"/>
          <p:nvPr/>
        </p:nvSpPr>
        <p:spPr>
          <a:xfrm>
            <a:off x="630045" y="8258352"/>
            <a:ext cx="4320350" cy="3924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50" i="0">
                <a:effectLst/>
                <a:latin typeface="Montserrat" panose="00000500000000000000" pitchFamily="2" charset="0"/>
                <a:ea typeface="Calibri" panose="020F0502020204030204" pitchFamily="34" charset="0"/>
              </a:rPr>
              <a:t>Confidential information owned by Eviden SAS, to be used by the recipient only. This document, or any part of it, may not be reproduced, copied, circulated and/or distributed nor quoted without prior written approval from Eviden SAS.</a:t>
            </a:r>
          </a:p>
        </p:txBody>
      </p:sp>
      <p:sp>
        <p:nvSpPr>
          <p:cNvPr id="10" name="Slide Number Placeholder 4">
            <a:extLst>
              <a:ext uri="{FF2B5EF4-FFF2-40B4-BE49-F238E27FC236}">
                <a16:creationId xmlns:a16="http://schemas.microsoft.com/office/drawing/2014/main" id="{0F86524C-258E-2CCB-930F-6FF33FB4FE73}"/>
              </a:ext>
            </a:extLst>
          </p:cNvPr>
          <p:cNvSpPr txBox="1">
            <a:spLocks/>
          </p:cNvSpPr>
          <p:nvPr/>
        </p:nvSpPr>
        <p:spPr>
          <a:xfrm>
            <a:off x="5670694" y="8258352"/>
            <a:ext cx="624167" cy="371986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defPPr>
              <a:defRPr lang="nl-NL"/>
            </a:defPPr>
            <a:lvl1pPr marL="0" algn="r" defTabSz="914400" rtl="0" eaLnBrk="1" latinLnBrk="0" hangingPunct="1">
              <a:defRPr sz="12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AD910B12-E528-4D59-95AD-82AFC587F8BD}" type="slidenum">
              <a:rPr lang="nl-NL" sz="1050" smtClean="0">
                <a:latin typeface="Montserrat" panose="00000500000000000000" pitchFamily="2" charset="0"/>
                <a:ea typeface="Verdana" pitchFamily="34" charset="0"/>
                <a:cs typeface="Verdana" pitchFamily="34" charset="0"/>
              </a:rPr>
              <a:pPr/>
              <a:t>‹#›</a:t>
            </a:fld>
            <a:endParaRPr lang="nl-NL" sz="1050">
              <a:latin typeface="Montserrat" panose="00000500000000000000" pitchFamily="2" charset="0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98191364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770170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sv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sv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sv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sv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sv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sv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0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sv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2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14.sv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7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8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9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0.emf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31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2.sv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2.sv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5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7.png"/><Relationship Id="rId2" Type="http://schemas.openxmlformats.org/officeDocument/2006/relationships/image" Target="../media/image36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8.sv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svg"/><Relationship Id="rId2" Type="http://schemas.openxmlformats.org/officeDocument/2006/relationships/image" Target="../media/image13.png"/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4.jpe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2.svg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/Relationships>
</file>

<file path=ppt/slideLayouts/_rels/slideLayout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9.png"/><Relationship Id="rId1" Type="http://schemas.openxmlformats.org/officeDocument/2006/relationships/slideMaster" Target="../slideMasters/slideMaster1.xml"/></Relationships>
</file>

<file path=ppt/slideLayouts/_rels/slideLayout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svg"/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2.xml"/></Relationships>
</file>

<file path=ppt/slideLayouts/_rels/slideLayout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2.xml"/></Relationships>
</file>

<file path=ppt/slideLayouts/_rels/slideLayout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image" Target="../media/image45.png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svg"/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2.xml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svg"/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2.xml"/></Relationships>
</file>

<file path=ppt/slideLayouts/_rels/slideLayout7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2.xml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9.svg"/><Relationship Id="rId2" Type="http://schemas.openxmlformats.org/officeDocument/2006/relationships/image" Target="../media/image48.png"/><Relationship Id="rId1" Type="http://schemas.openxmlformats.org/officeDocument/2006/relationships/slideMaster" Target="../slideMasters/slideMaster2.xml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image" Target="../media/image45.png"/><Relationship Id="rId1" Type="http://schemas.openxmlformats.org/officeDocument/2006/relationships/slideMaster" Target="../slideMasters/slideMaster2.xml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svg"/><Relationship Id="rId2" Type="http://schemas.openxmlformats.org/officeDocument/2006/relationships/image" Target="../media/image50.png"/><Relationship Id="rId1" Type="http://schemas.openxmlformats.org/officeDocument/2006/relationships/slideMaster" Target="../slideMasters/slideMaster2.xml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image" Target="../media/image45.png"/><Relationship Id="rId1" Type="http://schemas.openxmlformats.org/officeDocument/2006/relationships/slideMaster" Target="../slideMasters/slideMaster2.xml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svg"/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svg"/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2.xml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svg"/><Relationship Id="rId2" Type="http://schemas.openxmlformats.org/officeDocument/2006/relationships/image" Target="../media/image50.png"/><Relationship Id="rId1" Type="http://schemas.openxmlformats.org/officeDocument/2006/relationships/slideMaster" Target="../slideMasters/slideMaster2.xml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2.xml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6.svg"/><Relationship Id="rId2" Type="http://schemas.openxmlformats.org/officeDocument/2006/relationships/image" Target="../media/image55.png"/><Relationship Id="rId1" Type="http://schemas.openxmlformats.org/officeDocument/2006/relationships/slideMaster" Target="../slideMasters/slideMaster2.xml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2.xml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svg"/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56.svg"/><Relationship Id="rId4" Type="http://schemas.openxmlformats.org/officeDocument/2006/relationships/image" Target="../media/image55.png"/></Relationships>
</file>

<file path=ppt/slideLayouts/_rels/slideLayout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svg"/><Relationship Id="rId2" Type="http://schemas.openxmlformats.org/officeDocument/2006/relationships/image" Target="../media/image50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9.svg"/><Relationship Id="rId4" Type="http://schemas.openxmlformats.org/officeDocument/2006/relationships/image" Target="../media/image48.png"/></Relationships>
</file>

<file path=ppt/slideLayouts/_rels/slideLayout8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svg"/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2.xml"/></Relationships>
</file>

<file path=ppt/slideLayouts/_rels/slideLayout9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image" Target="../media/image45.png"/><Relationship Id="rId1" Type="http://schemas.openxmlformats.org/officeDocument/2006/relationships/slideMaster" Target="../slideMasters/slideMaster2.xml"/></Relationships>
</file>

<file path=ppt/slideLayouts/_rels/slideLayout10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image" Target="../media/image45.png"/><Relationship Id="rId1" Type="http://schemas.openxmlformats.org/officeDocument/2006/relationships/slideMaster" Target="../slideMasters/slideMaster2.xml"/></Relationships>
</file>

<file path=ppt/slideLayouts/_rels/slideLayout10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image" Target="../media/image45.png"/><Relationship Id="rId1" Type="http://schemas.openxmlformats.org/officeDocument/2006/relationships/slideMaster" Target="../slideMasters/slideMaster2.xml"/></Relationships>
</file>

<file path=ppt/slideLayouts/_rels/slideLayout1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image" Target="../media/image45.png"/><Relationship Id="rId1" Type="http://schemas.openxmlformats.org/officeDocument/2006/relationships/slideMaster" Target="../slideMasters/slideMaster2.xml"/></Relationships>
</file>

<file path=ppt/slideLayouts/_rels/slideLayout1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image" Target="../media/image45.png"/><Relationship Id="rId1" Type="http://schemas.openxmlformats.org/officeDocument/2006/relationships/slideMaster" Target="../slideMasters/slideMaster2.xml"/></Relationships>
</file>

<file path=ppt/slideLayouts/_rels/slideLayout1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svg"/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2.xml"/></Relationships>
</file>

<file path=ppt/slideLayouts/_rels/slideLayout1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svg"/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2.xml"/></Relationships>
</file>

<file path=ppt/slideLayouts/_rels/slideLayout1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svg"/><Relationship Id="rId2" Type="http://schemas.openxmlformats.org/officeDocument/2006/relationships/image" Target="../media/image45.png"/><Relationship Id="rId1" Type="http://schemas.openxmlformats.org/officeDocument/2006/relationships/slideMaster" Target="../slideMasters/slideMaster2.xml"/></Relationships>
</file>

<file path=ppt/slideLayouts/_rels/slideLayout1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svg"/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2.xml"/></Relationships>
</file>

<file path=ppt/slideLayouts/_rels/slideLayout1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svg"/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2.xml"/></Relationships>
</file>

<file path=ppt/slideLayouts/_rels/slideLayout1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svg"/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2.xml"/></Relationships>
</file>

<file path=ppt/slideLayouts/_rels/slideLayout1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9.svg"/><Relationship Id="rId2" Type="http://schemas.openxmlformats.org/officeDocument/2006/relationships/image" Target="../media/image45.png"/><Relationship Id="rId1" Type="http://schemas.openxmlformats.org/officeDocument/2006/relationships/slideMaster" Target="../slideMasters/slideMaster2.xml"/></Relationships>
</file>

<file path=ppt/slideLayouts/_rels/slideLayout1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7.svg"/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2.xml"/></Relationships>
</file>

<file path=ppt/slideLayouts/_rels/slideLayout1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2.xml"/></Relationships>
</file>

<file path=ppt/slideLayouts/_rels/slideLayout1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4.svg"/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2.xml"/></Relationships>
</file>

<file path=ppt/slideLayouts/_rels/slideLayout1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image" Target="../media/image45.png"/><Relationship Id="rId1" Type="http://schemas.openxmlformats.org/officeDocument/2006/relationships/slideMaster" Target="../slideMasters/slideMaster2.xml"/></Relationships>
</file>

<file path=ppt/slideLayouts/_rels/slideLayout1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4.svg"/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2.xml"/></Relationships>
</file>

<file path=ppt/slideLayouts/_rels/slideLayout1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image" Target="../media/image45.png"/><Relationship Id="rId1" Type="http://schemas.openxmlformats.org/officeDocument/2006/relationships/slideMaster" Target="../slideMasters/slideMaster2.xml"/></Relationships>
</file>

<file path=ppt/slideLayouts/_rels/slideLayout1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image" Target="../media/image45.png"/><Relationship Id="rId1" Type="http://schemas.openxmlformats.org/officeDocument/2006/relationships/slideMaster" Target="../slideMasters/slideMaster2.xml"/><Relationship Id="rId5" Type="http://schemas.openxmlformats.org/officeDocument/2006/relationships/image" Target="../media/image44.svg"/><Relationship Id="rId4" Type="http://schemas.openxmlformats.org/officeDocument/2006/relationships/image" Target="../media/image42.png"/></Relationships>
</file>

<file path=ppt/slideLayouts/_rels/slideLayout1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0.svg"/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3.xml"/></Relationships>
</file>

<file path=ppt/slideLayouts/_rels/slideLayout1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svg"/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3.xml"/></Relationships>
</file>

<file path=ppt/slideLayouts/_rels/slideLayout1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svg"/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3.xml"/></Relationships>
</file>

<file path=ppt/slideLayouts/_rels/slideLayout1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svg"/><Relationship Id="rId2" Type="http://schemas.openxmlformats.org/officeDocument/2006/relationships/image" Target="../media/image45.png"/><Relationship Id="rId1" Type="http://schemas.openxmlformats.org/officeDocument/2006/relationships/slideMaster" Target="../slideMasters/slideMaster3.xml"/></Relationships>
</file>

<file path=ppt/slideLayouts/_rels/slideLayout1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svg"/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3.xml"/></Relationships>
</file>

<file path=ppt/slideLayouts/_rels/slideLayout1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svg"/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3.xml"/></Relationships>
</file>

<file path=ppt/slideLayouts/_rels/slideLayout1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svg"/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3.xml"/></Relationships>
</file>

<file path=ppt/slideLayouts/_rels/slideLayout1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5.svg"/><Relationship Id="rId2" Type="http://schemas.openxmlformats.org/officeDocument/2006/relationships/image" Target="../media/image48.png"/><Relationship Id="rId1" Type="http://schemas.openxmlformats.org/officeDocument/2006/relationships/slideMaster" Target="../slideMasters/slideMaster3.xml"/></Relationships>
</file>

<file path=ppt/slideLayouts/_rels/slideLayout1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svg"/><Relationship Id="rId2" Type="http://schemas.openxmlformats.org/officeDocument/2006/relationships/image" Target="../media/image45.png"/><Relationship Id="rId1" Type="http://schemas.openxmlformats.org/officeDocument/2006/relationships/slideMaster" Target="../slideMasters/slideMaster3.xml"/></Relationships>
</file>

<file path=ppt/slideLayouts/_rels/slideLayout1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svg"/><Relationship Id="rId2" Type="http://schemas.openxmlformats.org/officeDocument/2006/relationships/image" Target="../media/image50.png"/><Relationship Id="rId1" Type="http://schemas.openxmlformats.org/officeDocument/2006/relationships/slideMaster" Target="../slideMasters/slideMaster3.xml"/></Relationships>
</file>

<file path=ppt/slideLayouts/_rels/slideLayout1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svg"/><Relationship Id="rId2" Type="http://schemas.openxmlformats.org/officeDocument/2006/relationships/image" Target="../media/image45.png"/><Relationship Id="rId1" Type="http://schemas.openxmlformats.org/officeDocument/2006/relationships/slideMaster" Target="../slideMasters/slideMaster3.xml"/></Relationships>
</file>

<file path=ppt/slideLayouts/_rels/slideLayout1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svg"/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3.xml"/></Relationships>
</file>

<file path=ppt/slideLayouts/_rels/slideLayout1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svg"/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3.xml"/></Relationships>
</file>

<file path=ppt/slideLayouts/_rels/slideLayout1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svg"/><Relationship Id="rId2" Type="http://schemas.openxmlformats.org/officeDocument/2006/relationships/image" Target="../media/image50.png"/><Relationship Id="rId1" Type="http://schemas.openxmlformats.org/officeDocument/2006/relationships/slideMaster" Target="../slideMasters/slideMaster3.xml"/></Relationships>
</file>

<file path=ppt/slideLayouts/_rels/slideLayout1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svg"/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3.xml"/></Relationships>
</file>

<file path=ppt/slideLayouts/_rels/slideLayout1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9.svg"/><Relationship Id="rId2" Type="http://schemas.openxmlformats.org/officeDocument/2006/relationships/image" Target="../media/image55.png"/><Relationship Id="rId1" Type="http://schemas.openxmlformats.org/officeDocument/2006/relationships/slideMaster" Target="../slideMasters/slideMaster3.xml"/></Relationships>
</file>

<file path=ppt/slideLayouts/_rels/slideLayout1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svg"/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3.xml"/></Relationships>
</file>

<file path=ppt/slideLayouts/_rels/slideLayout1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7.svg"/><Relationship Id="rId2" Type="http://schemas.openxmlformats.org/officeDocument/2006/relationships/image" Target="../media/image52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69.svg"/><Relationship Id="rId4" Type="http://schemas.openxmlformats.org/officeDocument/2006/relationships/image" Target="../media/image55.png"/></Relationships>
</file>

<file path=ppt/slideLayouts/_rels/slideLayout1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svg"/><Relationship Id="rId2" Type="http://schemas.openxmlformats.org/officeDocument/2006/relationships/image" Target="../media/image50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65.svg"/><Relationship Id="rId4" Type="http://schemas.openxmlformats.org/officeDocument/2006/relationships/image" Target="../media/image48.png"/></Relationships>
</file>

<file path=ppt/slideLayouts/_rels/slideLayout1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svg"/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3.xml"/></Relationships>
</file>

<file path=ppt/slideLayouts/_rels/slideLayout1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svg"/><Relationship Id="rId2" Type="http://schemas.openxmlformats.org/officeDocument/2006/relationships/image" Target="../media/image45.png"/><Relationship Id="rId1" Type="http://schemas.openxmlformats.org/officeDocument/2006/relationships/slideMaster" Target="../slideMasters/slideMaster3.xml"/></Relationships>
</file>

<file path=ppt/slideLayouts/_rels/slideLayout1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svg"/><Relationship Id="rId2" Type="http://schemas.openxmlformats.org/officeDocument/2006/relationships/image" Target="../media/image45.png"/><Relationship Id="rId1" Type="http://schemas.openxmlformats.org/officeDocument/2006/relationships/slideMaster" Target="../slideMasters/slideMaster3.xml"/></Relationships>
</file>

<file path=ppt/slideLayouts/_rels/slideLayout1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svg"/><Relationship Id="rId2" Type="http://schemas.openxmlformats.org/officeDocument/2006/relationships/image" Target="../media/image45.png"/><Relationship Id="rId1" Type="http://schemas.openxmlformats.org/officeDocument/2006/relationships/slideMaster" Target="../slideMasters/slideMaster3.xml"/></Relationships>
</file>

<file path=ppt/slideLayouts/_rels/slideLayout1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svg"/><Relationship Id="rId2" Type="http://schemas.openxmlformats.org/officeDocument/2006/relationships/image" Target="../media/image45.png"/><Relationship Id="rId1" Type="http://schemas.openxmlformats.org/officeDocument/2006/relationships/slideMaster" Target="../slideMasters/slideMaster3.xml"/></Relationships>
</file>

<file path=ppt/slideLayouts/_rels/slideLayout1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svg"/><Relationship Id="rId2" Type="http://schemas.openxmlformats.org/officeDocument/2006/relationships/image" Target="../media/image45.png"/><Relationship Id="rId1" Type="http://schemas.openxmlformats.org/officeDocument/2006/relationships/slideMaster" Target="../slideMasters/slideMaster3.xml"/></Relationships>
</file>

<file path=ppt/slideLayouts/_rels/slideLayout1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svg"/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3.xml"/></Relationships>
</file>

<file path=ppt/slideLayouts/_rels/slideLayout1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1.svg"/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3.xml"/></Relationships>
</file>

<file path=ppt/slideLayouts/_rels/slideLayout1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svg"/><Relationship Id="rId2" Type="http://schemas.openxmlformats.org/officeDocument/2006/relationships/image" Target="../media/image45.png"/><Relationship Id="rId1" Type="http://schemas.openxmlformats.org/officeDocument/2006/relationships/slideMaster" Target="../slideMasters/slideMaster3.xml"/></Relationships>
</file>

<file path=ppt/slideLayouts/_rels/slideLayout1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svg"/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3.xml"/></Relationships>
</file>

<file path=ppt/slideLayouts/_rels/slideLayout1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svg"/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3.xml"/></Relationships>
</file>

<file path=ppt/slideLayouts/_rels/slideLayout1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svg"/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3.xml"/></Relationships>
</file>

<file path=ppt/slideLayouts/_rels/slideLayout1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2.svg"/><Relationship Id="rId2" Type="http://schemas.openxmlformats.org/officeDocument/2006/relationships/image" Target="../media/image45.png"/><Relationship Id="rId1" Type="http://schemas.openxmlformats.org/officeDocument/2006/relationships/slideMaster" Target="../slideMasters/slideMaster3.xml"/></Relationships>
</file>

<file path=ppt/slideLayouts/_rels/slideLayout1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0.svg"/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3.xml"/></Relationships>
</file>

<file path=ppt/slideLayouts/_rels/slideLayout1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svg"/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3.xml"/></Relationships>
</file>

<file path=ppt/slideLayouts/_rels/slideLayout1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8.svg"/><Relationship Id="rId2" Type="http://schemas.openxmlformats.org/officeDocument/2006/relationships/image" Target="../media/image40.png"/><Relationship Id="rId1" Type="http://schemas.openxmlformats.org/officeDocument/2006/relationships/slideMaster" Target="../slideMasters/slideMaster3.xml"/></Relationships>
</file>

<file path=ppt/slideLayouts/_rels/slideLayout1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svg"/><Relationship Id="rId2" Type="http://schemas.openxmlformats.org/officeDocument/2006/relationships/image" Target="../media/image45.png"/><Relationship Id="rId1" Type="http://schemas.openxmlformats.org/officeDocument/2006/relationships/slideMaster" Target="../slideMasters/slideMaster3.xml"/></Relationships>
</file>

<file path=ppt/slideLayouts/_rels/slideLayout1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2.svg"/><Relationship Id="rId2" Type="http://schemas.openxmlformats.org/officeDocument/2006/relationships/image" Target="../media/image42.png"/><Relationship Id="rId1" Type="http://schemas.openxmlformats.org/officeDocument/2006/relationships/slideMaster" Target="../slideMasters/slideMaster3.xml"/></Relationships>
</file>

<file path=ppt/slideLayouts/_rels/slideLayout1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svg"/><Relationship Id="rId2" Type="http://schemas.openxmlformats.org/officeDocument/2006/relationships/image" Target="../media/image45.png"/><Relationship Id="rId1" Type="http://schemas.openxmlformats.org/officeDocument/2006/relationships/slideMaster" Target="../slideMasters/slideMaster3.xml"/></Relationships>
</file>

<file path=ppt/slideLayouts/_rels/slideLayout1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svg"/><Relationship Id="rId2" Type="http://schemas.openxmlformats.org/officeDocument/2006/relationships/image" Target="../media/image45.png"/><Relationship Id="rId1" Type="http://schemas.openxmlformats.org/officeDocument/2006/relationships/slideMaster" Target="../slideMasters/slideMaster3.xml"/><Relationship Id="rId5" Type="http://schemas.openxmlformats.org/officeDocument/2006/relationships/image" Target="../media/image62.svg"/><Relationship Id="rId4" Type="http://schemas.openxmlformats.org/officeDocument/2006/relationships/image" Target="../media/image42.png"/></Relationships>
</file>

<file path=ppt/slideLayouts/_rels/slideLayout18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ackground pattern&#10;&#10;Description automatically generated with low confidence">
            <a:extLst>
              <a:ext uri="{FF2B5EF4-FFF2-40B4-BE49-F238E27FC236}">
                <a16:creationId xmlns:a16="http://schemas.microsoft.com/office/drawing/2014/main" id="{3B9BC70B-E23E-6826-2D7D-170A98E295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CB743F7-1E51-4231-BDBC-00E9E84244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invGray">
          <a:xfrm>
            <a:off x="1594497" y="5227651"/>
            <a:ext cx="9154567" cy="112869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3400">
                <a:solidFill>
                  <a:srgbClr val="000000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&lt;Chapter </a:t>
            </a:r>
            <a:r>
              <a:rPr lang="en-NL"/>
              <a:t>t</a:t>
            </a:r>
            <a:r>
              <a:rPr lang="en-US"/>
              <a:t>itle&gt;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16BFB1D5-0A8B-432B-BC50-7C8FF108FF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invGray">
          <a:xfrm>
            <a:off x="632332" y="5227651"/>
            <a:ext cx="711274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buNone/>
              <a:defRPr sz="3400">
                <a:solidFill>
                  <a:srgbClr val="000000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0#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C0398DE-CF0C-5012-2611-0B0EF667F9F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3590" y="892407"/>
            <a:ext cx="1901614" cy="340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9642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96816-C8D8-4D33-ADC6-A0DDE3C6E31E}"/>
              </a:ext>
            </a:extLst>
          </p:cNvPr>
          <p:cNvSpPr>
            <a:spLocks noGrp="1"/>
          </p:cNvSpPr>
          <p:nvPr>
            <p:ph type="title"/>
          </p:nvPr>
        </p:nvSpPr>
        <p:spPr bwMode="invGray">
          <a:xfrm>
            <a:off x="316799" y="471915"/>
            <a:ext cx="11484000" cy="343237"/>
          </a:xfrm>
          <a:prstGeom prst="rect">
            <a:avLst/>
          </a:prstGeom>
        </p:spPr>
        <p:txBody>
          <a:bodyPr tIns="0" bIns="0" anchor="t">
            <a:spAutoFit/>
          </a:bodyPr>
          <a:lstStyle>
            <a:lvl1pPr>
              <a:lnSpc>
                <a:spcPct val="100000"/>
              </a:lnSpc>
              <a:defRPr sz="2200">
                <a:solidFill>
                  <a:srgbClr val="000000"/>
                </a:solidFill>
                <a:latin typeface="Montserrat Bold" panose="00000800000000000000" pitchFamily="2" charset="0"/>
              </a:defRPr>
            </a:lvl1pPr>
          </a:lstStyle>
          <a:p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2E3C4D-A53B-49B6-90E2-150065B875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invGray">
          <a:xfrm>
            <a:off x="316799" y="830931"/>
            <a:ext cx="11484000" cy="338554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600">
                <a:solidFill>
                  <a:srgbClr val="000000"/>
                </a:solidFill>
                <a:latin typeface="Montserrat SemiBold" pitchFamily="2" charset="0"/>
              </a:defRPr>
            </a:lvl1pPr>
          </a:lstStyle>
          <a:p>
            <a:pPr lvl="0"/>
            <a:endParaRPr lang="en-US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BAE1A89-9C65-45A4-8923-6131F16037F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6799" y="1316038"/>
            <a:ext cx="11484000" cy="4637087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>
              <a:defRPr lang="nl-NL" dirty="0"/>
            </a:lvl1pPr>
          </a:lstStyle>
          <a:p>
            <a:pPr lvl="0"/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23132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#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con&#10;&#10;Description automatically generated">
            <a:extLst>
              <a:ext uri="{FF2B5EF4-FFF2-40B4-BE49-F238E27FC236}">
                <a16:creationId xmlns:a16="http://schemas.microsoft.com/office/drawing/2014/main" id="{BFA97E9C-8844-F3A5-89E8-24558290D96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4486" cy="6858000"/>
          </a:xfrm>
          <a:prstGeom prst="rect">
            <a:avLst/>
          </a:prstGeom>
        </p:spPr>
      </p:pic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CB743F7-1E51-4231-BDBC-00E9E84244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invGray">
          <a:xfrm>
            <a:off x="1594497" y="5227651"/>
            <a:ext cx="9154567" cy="112869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3400">
                <a:solidFill>
                  <a:srgbClr val="000000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&lt;Chapter </a:t>
            </a:r>
            <a:r>
              <a:rPr lang="en-NL"/>
              <a:t>t</a:t>
            </a:r>
            <a:r>
              <a:rPr lang="en-US"/>
              <a:t>itle&gt;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16BFB1D5-0A8B-432B-BC50-7C8FF108FF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invGray">
          <a:xfrm>
            <a:off x="632332" y="5227651"/>
            <a:ext cx="711274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buNone/>
              <a:defRPr sz="3400">
                <a:solidFill>
                  <a:srgbClr val="000000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0#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C0398DE-CF0C-5012-2611-0B0EF667F9F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3590" y="892407"/>
            <a:ext cx="1901614" cy="340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37631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icon&#10;&#10;Description automatically generated">
            <a:extLst>
              <a:ext uri="{FF2B5EF4-FFF2-40B4-BE49-F238E27FC236}">
                <a16:creationId xmlns:a16="http://schemas.microsoft.com/office/drawing/2014/main" id="{ACD86525-0133-09E9-88A1-33F661A261E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4486" cy="6858000"/>
          </a:xfrm>
          <a:prstGeom prst="rect">
            <a:avLst/>
          </a:prstGeom>
        </p:spPr>
      </p:pic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CB743F7-1E51-4231-BDBC-00E9E84244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invGray">
          <a:xfrm>
            <a:off x="1594497" y="5227651"/>
            <a:ext cx="9154567" cy="112869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3400">
                <a:solidFill>
                  <a:schemeClr val="tx1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&lt;Chapter </a:t>
            </a:r>
            <a:r>
              <a:rPr lang="en-NL"/>
              <a:t>t</a:t>
            </a:r>
            <a:r>
              <a:rPr lang="en-US"/>
              <a:t>itle&gt;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16BFB1D5-0A8B-432B-BC50-7C8FF108FF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invGray">
          <a:xfrm>
            <a:off x="632332" y="5227651"/>
            <a:ext cx="711274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buNone/>
              <a:defRPr sz="3400">
                <a:solidFill>
                  <a:schemeClr val="tx1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0#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C0398DE-CF0C-5012-2611-0B0EF667F9F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3590" y="892407"/>
            <a:ext cx="1901614" cy="340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989953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#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ackground pattern, icon&#10;&#10;Description automatically generated">
            <a:extLst>
              <a:ext uri="{FF2B5EF4-FFF2-40B4-BE49-F238E27FC236}">
                <a16:creationId xmlns:a16="http://schemas.microsoft.com/office/drawing/2014/main" id="{CEA787FB-53D4-BCE6-FBD3-DCB77B63208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4486" cy="6858000"/>
          </a:xfrm>
          <a:prstGeom prst="rect">
            <a:avLst/>
          </a:prstGeom>
        </p:spPr>
      </p:pic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CB743F7-1E51-4231-BDBC-00E9E84244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invGray">
          <a:xfrm>
            <a:off x="1594497" y="5227651"/>
            <a:ext cx="9154567" cy="112869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3400">
                <a:solidFill>
                  <a:schemeClr val="tx1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&lt;Chapter </a:t>
            </a:r>
            <a:r>
              <a:rPr lang="en-NL"/>
              <a:t>t</a:t>
            </a:r>
            <a:r>
              <a:rPr lang="en-US"/>
              <a:t>itle&gt;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16BFB1D5-0A8B-432B-BC50-7C8FF108FF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invGray">
          <a:xfrm>
            <a:off x="632332" y="5227651"/>
            <a:ext cx="711274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buNone/>
              <a:defRPr sz="3400">
                <a:solidFill>
                  <a:schemeClr val="tx1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0#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C0398DE-CF0C-5012-2611-0B0EF667F9F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3590" y="892407"/>
            <a:ext cx="1901614" cy="340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90859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#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text&#10;&#10;Description automatically generated">
            <a:extLst>
              <a:ext uri="{FF2B5EF4-FFF2-40B4-BE49-F238E27FC236}">
                <a16:creationId xmlns:a16="http://schemas.microsoft.com/office/drawing/2014/main" id="{B9876336-69AC-3511-FC02-C84C49F11A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4486" cy="6858000"/>
          </a:xfrm>
          <a:prstGeom prst="rect">
            <a:avLst/>
          </a:prstGeom>
        </p:spPr>
      </p:pic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CB743F7-1E51-4231-BDBC-00E9E84244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invGray">
          <a:xfrm>
            <a:off x="1594497" y="5227651"/>
            <a:ext cx="9154567" cy="112869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3400">
                <a:solidFill>
                  <a:schemeClr val="tx1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&lt;Chapter </a:t>
            </a:r>
            <a:r>
              <a:rPr lang="en-NL"/>
              <a:t>t</a:t>
            </a:r>
            <a:r>
              <a:rPr lang="en-US"/>
              <a:t>itle&gt;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16BFB1D5-0A8B-432B-BC50-7C8FF108FF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invGray">
          <a:xfrm>
            <a:off x="632332" y="5227651"/>
            <a:ext cx="711274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buNone/>
              <a:defRPr sz="3400">
                <a:solidFill>
                  <a:schemeClr val="tx1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0#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C0398DE-CF0C-5012-2611-0B0EF667F9F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3590" y="892407"/>
            <a:ext cx="1901614" cy="340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7323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#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8317A753-60DB-7A87-C703-CDD91F4E254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4486" cy="6858000"/>
          </a:xfrm>
          <a:prstGeom prst="rect">
            <a:avLst/>
          </a:prstGeom>
        </p:spPr>
      </p:pic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CB743F7-1E51-4231-BDBC-00E9E84244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invGray">
          <a:xfrm>
            <a:off x="1594497" y="5227651"/>
            <a:ext cx="9154567" cy="112869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3400">
                <a:solidFill>
                  <a:schemeClr val="tx1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&lt;Chapter </a:t>
            </a:r>
            <a:r>
              <a:rPr lang="en-NL"/>
              <a:t>t</a:t>
            </a:r>
            <a:r>
              <a:rPr lang="en-US"/>
              <a:t>itle&gt;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16BFB1D5-0A8B-432B-BC50-7C8FF108FF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invGray">
          <a:xfrm>
            <a:off x="632332" y="5227651"/>
            <a:ext cx="711274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buNone/>
              <a:defRPr sz="3400">
                <a:solidFill>
                  <a:schemeClr val="tx1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0#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C0398DE-CF0C-5012-2611-0B0EF667F9F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3590" y="892407"/>
            <a:ext cx="1901614" cy="340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364554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#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Icon&#10;&#10;Description automatically generated with medium confidence">
            <a:extLst>
              <a:ext uri="{FF2B5EF4-FFF2-40B4-BE49-F238E27FC236}">
                <a16:creationId xmlns:a16="http://schemas.microsoft.com/office/drawing/2014/main" id="{B003572A-32DB-9DEE-BCAB-FA9A5849A4A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6602"/>
          </a:xfrm>
          <a:prstGeom prst="rect">
            <a:avLst/>
          </a:prstGeom>
        </p:spPr>
      </p:pic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CB743F7-1E51-4231-BDBC-00E9E84244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invGray">
          <a:xfrm>
            <a:off x="1594497" y="5227651"/>
            <a:ext cx="9154567" cy="112869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3400">
                <a:solidFill>
                  <a:schemeClr val="tx1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&lt;Chapter </a:t>
            </a:r>
            <a:r>
              <a:rPr lang="en-NL"/>
              <a:t>t</a:t>
            </a:r>
            <a:r>
              <a:rPr lang="en-US"/>
              <a:t>itle&gt;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16BFB1D5-0A8B-432B-BC50-7C8FF108FF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invGray">
          <a:xfrm>
            <a:off x="632332" y="5227651"/>
            <a:ext cx="711274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buNone/>
              <a:defRPr sz="3400">
                <a:solidFill>
                  <a:schemeClr val="tx1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0#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C0398DE-CF0C-5012-2611-0B0EF667F9F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3590" y="892407"/>
            <a:ext cx="1901614" cy="340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875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#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picture containing text, building material, brick&#10;&#10;Description automatically generated">
            <a:extLst>
              <a:ext uri="{FF2B5EF4-FFF2-40B4-BE49-F238E27FC236}">
                <a16:creationId xmlns:a16="http://schemas.microsoft.com/office/drawing/2014/main" id="{75243AEE-292F-62F1-2DA9-21485049806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6602"/>
          </a:xfrm>
          <a:prstGeom prst="rect">
            <a:avLst/>
          </a:prstGeom>
        </p:spPr>
      </p:pic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CB743F7-1E51-4231-BDBC-00E9E84244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invGray">
          <a:xfrm>
            <a:off x="1594497" y="5227651"/>
            <a:ext cx="9154567" cy="112869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3400">
                <a:solidFill>
                  <a:schemeClr val="tx1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&lt;Chapter </a:t>
            </a:r>
            <a:r>
              <a:rPr lang="en-NL"/>
              <a:t>t</a:t>
            </a:r>
            <a:r>
              <a:rPr lang="en-US"/>
              <a:t>itle&gt;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16BFB1D5-0A8B-432B-BC50-7C8FF108FF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invGray">
          <a:xfrm>
            <a:off x="632332" y="5227651"/>
            <a:ext cx="711274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buNone/>
              <a:defRPr sz="3400">
                <a:solidFill>
                  <a:schemeClr val="tx1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0#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C0398DE-CF0C-5012-2611-0B0EF667F9F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3590" y="892407"/>
            <a:ext cx="1901614" cy="340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70902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range #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Background pattern&#10;&#10;Description automatically generated">
            <a:extLst>
              <a:ext uri="{FF2B5EF4-FFF2-40B4-BE49-F238E27FC236}">
                <a16:creationId xmlns:a16="http://schemas.microsoft.com/office/drawing/2014/main" id="{58F428B4-B9E1-FCF4-8C26-FE63A408CF1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4486" cy="6858000"/>
          </a:xfrm>
          <a:prstGeom prst="rect">
            <a:avLst/>
          </a:prstGeom>
        </p:spPr>
      </p:pic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CB743F7-1E51-4231-BDBC-00E9E84244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invGray">
          <a:xfrm>
            <a:off x="1594497" y="5227651"/>
            <a:ext cx="9154567" cy="112869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3400">
                <a:solidFill>
                  <a:schemeClr val="tx1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&lt;Chapter </a:t>
            </a:r>
            <a:r>
              <a:rPr lang="en-NL"/>
              <a:t>t</a:t>
            </a:r>
            <a:r>
              <a:rPr lang="en-US"/>
              <a:t>itle&gt;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16BFB1D5-0A8B-432B-BC50-7C8FF108FF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invGray">
          <a:xfrm>
            <a:off x="632332" y="5227651"/>
            <a:ext cx="711274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buNone/>
              <a:defRPr sz="3400">
                <a:solidFill>
                  <a:schemeClr val="tx1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0#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C0398DE-CF0C-5012-2611-0B0EF667F9F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3590" y="892407"/>
            <a:ext cx="1901614" cy="340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446797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ep blue #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A picture containing logo&#10;&#10;Description automatically generated">
            <a:extLst>
              <a:ext uri="{FF2B5EF4-FFF2-40B4-BE49-F238E27FC236}">
                <a16:creationId xmlns:a16="http://schemas.microsoft.com/office/drawing/2014/main" id="{A08635AC-403D-4F11-2FCB-DB41F799C87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4486" cy="6858000"/>
          </a:xfrm>
          <a:prstGeom prst="rect">
            <a:avLst/>
          </a:prstGeom>
        </p:spPr>
      </p:pic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CB743F7-1E51-4231-BDBC-00E9E84244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invGray">
          <a:xfrm>
            <a:off x="1594497" y="5227651"/>
            <a:ext cx="9154567" cy="112869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3400">
                <a:solidFill>
                  <a:schemeClr val="bg1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&lt;Chapter </a:t>
            </a:r>
            <a:r>
              <a:rPr lang="en-NL"/>
              <a:t>t</a:t>
            </a:r>
            <a:r>
              <a:rPr lang="en-US"/>
              <a:t>itle&gt;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16BFB1D5-0A8B-432B-BC50-7C8FF108FF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invGray">
          <a:xfrm>
            <a:off x="632332" y="5227651"/>
            <a:ext cx="711274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buNone/>
              <a:defRPr sz="3400">
                <a:solidFill>
                  <a:schemeClr val="bg1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0#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C0398DE-CF0C-5012-2611-0B0EF667F9F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3590" y="892407"/>
            <a:ext cx="1901614" cy="340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4662590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ep blue 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Background pattern&#10;&#10;Description automatically generated">
            <a:extLst>
              <a:ext uri="{FF2B5EF4-FFF2-40B4-BE49-F238E27FC236}">
                <a16:creationId xmlns:a16="http://schemas.microsoft.com/office/drawing/2014/main" id="{22F5C705-FE88-CA2F-C672-2960FC524944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4486" cy="6858000"/>
          </a:xfrm>
          <a:prstGeom prst="rect">
            <a:avLst/>
          </a:prstGeom>
        </p:spPr>
      </p:pic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CB743F7-1E51-4231-BDBC-00E9E84244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invGray">
          <a:xfrm>
            <a:off x="1594497" y="5227651"/>
            <a:ext cx="9154567" cy="112869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3400">
                <a:solidFill>
                  <a:schemeClr val="bg1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&lt;Chapter </a:t>
            </a:r>
            <a:r>
              <a:rPr lang="en-NL"/>
              <a:t>t</a:t>
            </a:r>
            <a:r>
              <a:rPr lang="en-US"/>
              <a:t>itle&gt;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16BFB1D5-0A8B-432B-BC50-7C8FF108FF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invGray">
          <a:xfrm>
            <a:off x="632332" y="5227651"/>
            <a:ext cx="711274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buNone/>
              <a:defRPr sz="3400">
                <a:solidFill>
                  <a:schemeClr val="bg1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0#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C0398DE-CF0C-5012-2611-0B0EF667F9F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3590" y="892407"/>
            <a:ext cx="1901614" cy="340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24579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ep blue #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Icon&#10;&#10;Description automatically generated with medium confidence">
            <a:extLst>
              <a:ext uri="{FF2B5EF4-FFF2-40B4-BE49-F238E27FC236}">
                <a16:creationId xmlns:a16="http://schemas.microsoft.com/office/drawing/2014/main" id="{37A6B4FC-E52E-5AEB-7EE0-044EAA25EE3D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CB743F7-1E51-4231-BDBC-00E9E84244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invGray">
          <a:xfrm>
            <a:off x="1594497" y="5227651"/>
            <a:ext cx="9154567" cy="112869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3400">
                <a:solidFill>
                  <a:schemeClr val="bg1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&lt;Chapter </a:t>
            </a:r>
            <a:r>
              <a:rPr lang="en-NL"/>
              <a:t>t</a:t>
            </a:r>
            <a:r>
              <a:rPr lang="en-US"/>
              <a:t>itle&gt;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16BFB1D5-0A8B-432B-BC50-7C8FF108FF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invGray">
          <a:xfrm>
            <a:off x="632332" y="5227651"/>
            <a:ext cx="711274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buNone/>
              <a:defRPr sz="3400">
                <a:solidFill>
                  <a:schemeClr val="bg1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0#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C0398DE-CF0C-5012-2611-0B0EF667F9F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3590" y="892407"/>
            <a:ext cx="1901614" cy="340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419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ep blue #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dark, light, night sky&#10;&#10;Description automatically generated">
            <a:extLst>
              <a:ext uri="{FF2B5EF4-FFF2-40B4-BE49-F238E27FC236}">
                <a16:creationId xmlns:a16="http://schemas.microsoft.com/office/drawing/2014/main" id="{22FA63CE-F424-D183-42EC-264A6E4E8E7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CB743F7-1E51-4231-BDBC-00E9E84244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invGray">
          <a:xfrm>
            <a:off x="1594497" y="5227651"/>
            <a:ext cx="9154567" cy="112869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3400">
                <a:solidFill>
                  <a:schemeClr val="bg1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&lt;Chapter </a:t>
            </a:r>
            <a:r>
              <a:rPr lang="en-NL"/>
              <a:t>t</a:t>
            </a:r>
            <a:r>
              <a:rPr lang="en-US"/>
              <a:t>itle&gt;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16BFB1D5-0A8B-432B-BC50-7C8FF108FF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invGray">
          <a:xfrm>
            <a:off x="632332" y="5227651"/>
            <a:ext cx="711274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buNone/>
              <a:defRPr sz="3400">
                <a:solidFill>
                  <a:schemeClr val="bg1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0#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C0398DE-CF0C-5012-2611-0B0EF667F9F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3590" y="892407"/>
            <a:ext cx="1901614" cy="340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309057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ep blue #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 with medium confidence">
            <a:extLst>
              <a:ext uri="{FF2B5EF4-FFF2-40B4-BE49-F238E27FC236}">
                <a16:creationId xmlns:a16="http://schemas.microsoft.com/office/drawing/2014/main" id="{1E04ACC3-2EE5-9405-37D4-4ABA064E21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4486" cy="6858000"/>
          </a:xfrm>
          <a:prstGeom prst="rect">
            <a:avLst/>
          </a:prstGeom>
        </p:spPr>
      </p:pic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CB743F7-1E51-4231-BDBC-00E9E84244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invGray">
          <a:xfrm>
            <a:off x="1594497" y="5227651"/>
            <a:ext cx="9154567" cy="112869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3400">
                <a:solidFill>
                  <a:schemeClr val="bg1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&lt;Chapter </a:t>
            </a:r>
            <a:r>
              <a:rPr lang="en-NL"/>
              <a:t>t</a:t>
            </a:r>
            <a:r>
              <a:rPr lang="en-US"/>
              <a:t>itle&gt;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16BFB1D5-0A8B-432B-BC50-7C8FF108FF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invGray">
          <a:xfrm>
            <a:off x="632332" y="5227651"/>
            <a:ext cx="711274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buNone/>
              <a:defRPr sz="3400">
                <a:solidFill>
                  <a:schemeClr val="bg1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0#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C0398DE-CF0C-5012-2611-0B0EF667F9F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3590" y="892407"/>
            <a:ext cx="1901614" cy="340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6303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ep blue #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Logo&#10;&#10;Description automatically generated">
            <a:extLst>
              <a:ext uri="{FF2B5EF4-FFF2-40B4-BE49-F238E27FC236}">
                <a16:creationId xmlns:a16="http://schemas.microsoft.com/office/drawing/2014/main" id="{C8679F99-C217-E294-007F-DC7700DBEA7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6602"/>
          </a:xfrm>
          <a:prstGeom prst="rect">
            <a:avLst/>
          </a:prstGeom>
        </p:spPr>
      </p:pic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CB743F7-1E51-4231-BDBC-00E9E84244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invGray">
          <a:xfrm>
            <a:off x="1594497" y="5227651"/>
            <a:ext cx="9154567" cy="112869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3400">
                <a:solidFill>
                  <a:schemeClr val="bg1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&lt;Chapter </a:t>
            </a:r>
            <a:r>
              <a:rPr lang="en-NL"/>
              <a:t>t</a:t>
            </a:r>
            <a:r>
              <a:rPr lang="en-US"/>
              <a:t>itle&gt;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16BFB1D5-0A8B-432B-BC50-7C8FF108FF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invGray">
          <a:xfrm>
            <a:off x="632332" y="5227651"/>
            <a:ext cx="711274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buNone/>
              <a:defRPr sz="3400">
                <a:solidFill>
                  <a:schemeClr val="bg1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0#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C0398DE-CF0C-5012-2611-0B0EF667F9F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3590" y="892407"/>
            <a:ext cx="1901614" cy="340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354517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ep blue #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0D5B414B-4519-81AD-BAAA-BCFF74C1576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4486" cy="6858000"/>
          </a:xfrm>
          <a:prstGeom prst="rect">
            <a:avLst/>
          </a:prstGeom>
        </p:spPr>
      </p:pic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CB743F7-1E51-4231-BDBC-00E9E84244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invGray">
          <a:xfrm>
            <a:off x="1594497" y="5227651"/>
            <a:ext cx="9154567" cy="112869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3400">
                <a:solidFill>
                  <a:schemeClr val="bg1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&lt;Chapter </a:t>
            </a:r>
            <a:r>
              <a:rPr lang="en-NL"/>
              <a:t>t</a:t>
            </a:r>
            <a:r>
              <a:rPr lang="en-US"/>
              <a:t>itle&gt;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16BFB1D5-0A8B-432B-BC50-7C8FF108FF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invGray">
          <a:xfrm>
            <a:off x="632332" y="5227651"/>
            <a:ext cx="711274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buNone/>
              <a:defRPr sz="3400">
                <a:solidFill>
                  <a:schemeClr val="bg1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0#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C0398DE-CF0C-5012-2611-0B0EF667F9F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3590" y="892407"/>
            <a:ext cx="1901614" cy="340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6193942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ep blue #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ackground pattern&#10;&#10;Description automatically generated with low confidence">
            <a:extLst>
              <a:ext uri="{FF2B5EF4-FFF2-40B4-BE49-F238E27FC236}">
                <a16:creationId xmlns:a16="http://schemas.microsoft.com/office/drawing/2014/main" id="{2CCD9F1F-99B1-6B59-2F51-B2C3890C94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4486" cy="6858000"/>
          </a:xfrm>
          <a:prstGeom prst="rect">
            <a:avLst/>
          </a:prstGeom>
        </p:spPr>
      </p:pic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CB743F7-1E51-4231-BDBC-00E9E84244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invGray">
          <a:xfrm>
            <a:off x="1594497" y="5227651"/>
            <a:ext cx="9154567" cy="112869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3400">
                <a:solidFill>
                  <a:schemeClr val="bg1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&lt;Chapter </a:t>
            </a:r>
            <a:r>
              <a:rPr lang="en-NL"/>
              <a:t>t</a:t>
            </a:r>
            <a:r>
              <a:rPr lang="en-US"/>
              <a:t>itle&gt;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16BFB1D5-0A8B-432B-BC50-7C8FF108FF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invGray">
          <a:xfrm>
            <a:off x="632332" y="5227651"/>
            <a:ext cx="711274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buNone/>
              <a:defRPr sz="3400">
                <a:solidFill>
                  <a:schemeClr val="bg1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0#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C0398DE-CF0C-5012-2611-0B0EF667F9F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3590" y="892407"/>
            <a:ext cx="1901614" cy="340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2493776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gray #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774FCD08-1B3F-2FF9-D67D-B3564327C6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4486" cy="6858000"/>
          </a:xfrm>
          <a:prstGeom prst="rect">
            <a:avLst/>
          </a:prstGeom>
        </p:spPr>
      </p:pic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CB743F7-1E51-4231-BDBC-00E9E84244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invGray">
          <a:xfrm>
            <a:off x="1594497" y="5227651"/>
            <a:ext cx="9154567" cy="112869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3400">
                <a:solidFill>
                  <a:schemeClr val="tx1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&lt;Chapter </a:t>
            </a:r>
            <a:r>
              <a:rPr lang="en-NL"/>
              <a:t>t</a:t>
            </a:r>
            <a:r>
              <a:rPr lang="en-US"/>
              <a:t>itle&gt;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16BFB1D5-0A8B-432B-BC50-7C8FF108FF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invGray">
          <a:xfrm>
            <a:off x="632332" y="5227651"/>
            <a:ext cx="711274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buNone/>
              <a:defRPr sz="3400">
                <a:solidFill>
                  <a:schemeClr val="tx1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0#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C0398DE-CF0C-5012-2611-0B0EF667F9F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3590" y="892407"/>
            <a:ext cx="1901614" cy="340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5215477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gray #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12E41C23-765C-109A-112C-079338E24EF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4486" cy="6858000"/>
          </a:xfrm>
          <a:prstGeom prst="rect">
            <a:avLst/>
          </a:prstGeom>
        </p:spPr>
      </p:pic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CB743F7-1E51-4231-BDBC-00E9E84244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invGray">
          <a:xfrm>
            <a:off x="1594497" y="5227651"/>
            <a:ext cx="9154567" cy="112869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3400">
                <a:solidFill>
                  <a:schemeClr val="tx1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&lt;Chapter </a:t>
            </a:r>
            <a:r>
              <a:rPr lang="en-NL"/>
              <a:t>t</a:t>
            </a:r>
            <a:r>
              <a:rPr lang="en-US"/>
              <a:t>itle&gt;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16BFB1D5-0A8B-432B-BC50-7C8FF108FF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invGray">
          <a:xfrm>
            <a:off x="632332" y="5227651"/>
            <a:ext cx="711274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buNone/>
              <a:defRPr sz="3400">
                <a:solidFill>
                  <a:schemeClr val="tx1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0#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C0398DE-CF0C-5012-2611-0B0EF667F9F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3590" y="892407"/>
            <a:ext cx="1901614" cy="340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61182572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gray #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picture containing text, bathroom, toilet, white&#10;&#10;Description automatically generated">
            <a:extLst>
              <a:ext uri="{FF2B5EF4-FFF2-40B4-BE49-F238E27FC236}">
                <a16:creationId xmlns:a16="http://schemas.microsoft.com/office/drawing/2014/main" id="{30362A76-7276-C2A1-F7FE-540CF4AABD1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1206" b="1186"/>
          <a:stretch/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CB743F7-1E51-4231-BDBC-00E9E84244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invGray">
          <a:xfrm>
            <a:off x="1594497" y="5227651"/>
            <a:ext cx="9154567" cy="112869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3400">
                <a:solidFill>
                  <a:schemeClr val="tx1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&lt;Chapter </a:t>
            </a:r>
            <a:r>
              <a:rPr lang="en-NL"/>
              <a:t>t</a:t>
            </a:r>
            <a:r>
              <a:rPr lang="en-US"/>
              <a:t>itle&gt;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16BFB1D5-0A8B-432B-BC50-7C8FF108FF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invGray">
          <a:xfrm>
            <a:off x="632332" y="5227651"/>
            <a:ext cx="711274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buNone/>
              <a:defRPr sz="3400">
                <a:solidFill>
                  <a:schemeClr val="tx1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0#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C0398DE-CF0C-5012-2611-0B0EF667F9F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3590" y="892407"/>
            <a:ext cx="1901614" cy="340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9460895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gray #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text, envelope, stationary, businesscard&#10;&#10;Description automatically generated">
            <a:extLst>
              <a:ext uri="{FF2B5EF4-FFF2-40B4-BE49-F238E27FC236}">
                <a16:creationId xmlns:a16="http://schemas.microsoft.com/office/drawing/2014/main" id="{15AF380C-97FE-800E-D226-CEA597E9AE1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CB743F7-1E51-4231-BDBC-00E9E84244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invGray">
          <a:xfrm>
            <a:off x="1594497" y="5227651"/>
            <a:ext cx="9154567" cy="112869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3400">
                <a:solidFill>
                  <a:schemeClr val="tx1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&lt;Chapter </a:t>
            </a:r>
            <a:r>
              <a:rPr lang="en-NL"/>
              <a:t>t</a:t>
            </a:r>
            <a:r>
              <a:rPr lang="en-US"/>
              <a:t>itle&gt;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16BFB1D5-0A8B-432B-BC50-7C8FF108FF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invGray">
          <a:xfrm>
            <a:off x="632332" y="5227651"/>
            <a:ext cx="711274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buNone/>
              <a:defRPr sz="3400">
                <a:solidFill>
                  <a:schemeClr val="tx1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0#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C0398DE-CF0C-5012-2611-0B0EF667F9F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3590" y="892407"/>
            <a:ext cx="1901614" cy="340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9341185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gray #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ackground pattern&#10;&#10;Description automatically generated">
            <a:extLst>
              <a:ext uri="{FF2B5EF4-FFF2-40B4-BE49-F238E27FC236}">
                <a16:creationId xmlns:a16="http://schemas.microsoft.com/office/drawing/2014/main" id="{E54810E9-32D6-4F19-644D-EE75AB5C8F7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CB743F7-1E51-4231-BDBC-00E9E84244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invGray">
          <a:xfrm>
            <a:off x="1594497" y="5227651"/>
            <a:ext cx="9154567" cy="112869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3400">
                <a:solidFill>
                  <a:schemeClr val="tx1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&lt;Chapter </a:t>
            </a:r>
            <a:r>
              <a:rPr lang="en-NL"/>
              <a:t>t</a:t>
            </a:r>
            <a:r>
              <a:rPr lang="en-US"/>
              <a:t>itle&gt;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16BFB1D5-0A8B-432B-BC50-7C8FF108FF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invGray">
          <a:xfrm>
            <a:off x="632332" y="5227651"/>
            <a:ext cx="711274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buNone/>
              <a:defRPr sz="3400">
                <a:solidFill>
                  <a:schemeClr val="tx1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0#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C0398DE-CF0C-5012-2611-0B0EF667F9F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3590" y="892407"/>
            <a:ext cx="1901614" cy="340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2657235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gray #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 with low confidence">
            <a:extLst>
              <a:ext uri="{FF2B5EF4-FFF2-40B4-BE49-F238E27FC236}">
                <a16:creationId xmlns:a16="http://schemas.microsoft.com/office/drawing/2014/main" id="{A1539406-98D4-7364-CA71-6851E19C657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4486" cy="6858000"/>
          </a:xfrm>
          <a:prstGeom prst="rect">
            <a:avLst/>
          </a:prstGeom>
        </p:spPr>
      </p:pic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CB743F7-1E51-4231-BDBC-00E9E84244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invGray">
          <a:xfrm>
            <a:off x="1594497" y="5227651"/>
            <a:ext cx="9154567" cy="112869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3400">
                <a:solidFill>
                  <a:schemeClr val="tx1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&lt;Chapter </a:t>
            </a:r>
            <a:r>
              <a:rPr lang="en-NL"/>
              <a:t>t</a:t>
            </a:r>
            <a:r>
              <a:rPr lang="en-US"/>
              <a:t>itle&gt;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16BFB1D5-0A8B-432B-BC50-7C8FF108FF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invGray">
          <a:xfrm>
            <a:off x="632332" y="5227651"/>
            <a:ext cx="711274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buNone/>
              <a:defRPr sz="3400">
                <a:solidFill>
                  <a:schemeClr val="tx1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0#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C0398DE-CF0C-5012-2611-0B0EF667F9F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3590" y="892407"/>
            <a:ext cx="1901614" cy="340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745134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gray #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F3AAE880-530C-B03C-97E3-3C38511822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4486" cy="6858000"/>
          </a:xfrm>
          <a:prstGeom prst="rect">
            <a:avLst/>
          </a:prstGeom>
        </p:spPr>
      </p:pic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CB743F7-1E51-4231-BDBC-00E9E84244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invGray">
          <a:xfrm>
            <a:off x="1594497" y="5227651"/>
            <a:ext cx="9154567" cy="112869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3400">
                <a:solidFill>
                  <a:schemeClr val="tx1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&lt;Chapter </a:t>
            </a:r>
            <a:r>
              <a:rPr lang="en-NL"/>
              <a:t>t</a:t>
            </a:r>
            <a:r>
              <a:rPr lang="en-US"/>
              <a:t>itle&gt;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16BFB1D5-0A8B-432B-BC50-7C8FF108FF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invGray">
          <a:xfrm>
            <a:off x="632332" y="5227651"/>
            <a:ext cx="711274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buNone/>
              <a:defRPr sz="3400">
                <a:solidFill>
                  <a:schemeClr val="tx1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0#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C0398DE-CF0C-5012-2611-0B0EF667F9F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3590" y="892407"/>
            <a:ext cx="1901614" cy="340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5174299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ight gray #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9CAEF868-37CB-D50C-8331-76CD15A9C01B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4486" cy="6858000"/>
          </a:xfrm>
          <a:prstGeom prst="rect">
            <a:avLst/>
          </a:prstGeom>
        </p:spPr>
      </p:pic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CB743F7-1E51-4231-BDBC-00E9E84244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invGray">
          <a:xfrm>
            <a:off x="1594497" y="5227651"/>
            <a:ext cx="9154567" cy="112869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3400">
                <a:solidFill>
                  <a:schemeClr val="tx1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&lt;Chapter </a:t>
            </a:r>
            <a:r>
              <a:rPr lang="en-NL"/>
              <a:t>t</a:t>
            </a:r>
            <a:r>
              <a:rPr lang="en-US"/>
              <a:t>itle&gt;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16BFB1D5-0A8B-432B-BC50-7C8FF108FF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invGray">
          <a:xfrm>
            <a:off x="632332" y="5227651"/>
            <a:ext cx="711274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buNone/>
              <a:defRPr sz="3400">
                <a:solidFill>
                  <a:schemeClr val="tx1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0#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C0398DE-CF0C-5012-2611-0B0EF667F9F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3590" y="892407"/>
            <a:ext cx="1901614" cy="340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75454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Basi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20400" y="1534637"/>
            <a:ext cx="11664000" cy="4633200"/>
          </a:xfrm>
          <a:prstGeom prst="rect">
            <a:avLst/>
          </a:prstGeom>
        </p:spPr>
        <p:txBody>
          <a:bodyPr/>
          <a:lstStyle/>
          <a:p>
            <a:pPr lvl="0"/>
            <a:r>
              <a:rPr lang="nl-NL"/>
              <a:t>First level</a:t>
            </a:r>
          </a:p>
          <a:p>
            <a:pPr lvl="1"/>
            <a:r>
              <a:rPr lang="nl-NL"/>
              <a:t>Second level</a:t>
            </a:r>
          </a:p>
          <a:p>
            <a:pPr lvl="2"/>
            <a:r>
              <a:rPr lang="nl-NL" err="1"/>
              <a:t>Third</a:t>
            </a:r>
            <a:r>
              <a:rPr lang="nl-NL"/>
              <a:t> level</a:t>
            </a:r>
          </a:p>
          <a:p>
            <a:pPr lvl="3"/>
            <a:r>
              <a:rPr lang="nl-NL" err="1"/>
              <a:t>Fourth</a:t>
            </a:r>
            <a:r>
              <a:rPr lang="nl-NL"/>
              <a:t> level</a:t>
            </a:r>
          </a:p>
          <a:p>
            <a:pPr lvl="4"/>
            <a:r>
              <a:rPr lang="nl-NL" err="1"/>
              <a:t>Fifth</a:t>
            </a:r>
            <a:r>
              <a:rPr lang="nl-NL"/>
              <a:t> level</a:t>
            </a:r>
          </a:p>
        </p:txBody>
      </p:sp>
      <p:sp>
        <p:nvSpPr>
          <p:cNvPr id="10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320400" y="6326136"/>
            <a:ext cx="591024" cy="2880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333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288651" y="164637"/>
            <a:ext cx="11664000" cy="960107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the header</a:t>
            </a:r>
          </a:p>
        </p:txBody>
      </p:sp>
    </p:spTree>
    <p:extLst>
      <p:ext uri="{BB962C8B-B14F-4D97-AF65-F5344CB8AC3E}">
        <p14:creationId xmlns:p14="http://schemas.microsoft.com/office/powerpoint/2010/main" val="2173439086"/>
      </p:ext>
    </p:extLst>
  </p:cSld>
  <p:clrMapOvr>
    <a:masterClrMapping/>
  </p:clrMapOvr>
  <p:hf hdr="0" ftr="0" dt="0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re 2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</p:spTree>
    <p:extLst>
      <p:ext uri="{BB962C8B-B14F-4D97-AF65-F5344CB8AC3E}">
        <p14:creationId xmlns:p14="http://schemas.microsoft.com/office/powerpoint/2010/main" val="39390167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20400" y="1316765"/>
            <a:ext cx="11664000" cy="4851072"/>
          </a:xfrm>
          <a:prstGeom prst="rect">
            <a:avLst/>
          </a:prstGeom>
        </p:spPr>
        <p:txBody>
          <a:bodyPr/>
          <a:lstStyle/>
          <a:p>
            <a:pPr lvl="0"/>
            <a:r>
              <a:rPr lang="nl-NL"/>
              <a:t>First level</a:t>
            </a:r>
          </a:p>
          <a:p>
            <a:pPr lvl="1"/>
            <a:r>
              <a:rPr lang="nl-NL"/>
              <a:t>Second level</a:t>
            </a:r>
          </a:p>
          <a:p>
            <a:pPr lvl="2"/>
            <a:r>
              <a:rPr lang="nl-NL" err="1"/>
              <a:t>Third</a:t>
            </a:r>
            <a:r>
              <a:rPr lang="nl-NL"/>
              <a:t> level</a:t>
            </a:r>
          </a:p>
          <a:p>
            <a:pPr lvl="3"/>
            <a:r>
              <a:rPr lang="nl-NL" err="1"/>
              <a:t>Fourth</a:t>
            </a:r>
            <a:r>
              <a:rPr lang="nl-NL"/>
              <a:t> level</a:t>
            </a:r>
          </a:p>
          <a:p>
            <a:pPr lvl="4"/>
            <a:r>
              <a:rPr lang="nl-NL" err="1"/>
              <a:t>Fifth</a:t>
            </a:r>
            <a:r>
              <a:rPr lang="nl-NL"/>
              <a:t> level</a:t>
            </a:r>
          </a:p>
        </p:txBody>
      </p:sp>
      <p:sp>
        <p:nvSpPr>
          <p:cNvPr id="6" name="Title 5"/>
          <p:cNvSpPr>
            <a:spLocks noGrp="1"/>
          </p:cNvSpPr>
          <p:nvPr>
            <p:ph type="title" hasCustomPrompt="1"/>
          </p:nvPr>
        </p:nvSpPr>
        <p:spPr>
          <a:xfrm>
            <a:off x="320400" y="164637"/>
            <a:ext cx="11632251" cy="960107"/>
          </a:xfrm>
        </p:spPr>
        <p:txBody>
          <a:bodyPr/>
          <a:lstStyle>
            <a:lvl1pPr>
              <a:defRPr>
                <a:solidFill>
                  <a:srgbClr val="0066A1"/>
                </a:solidFill>
              </a:defRPr>
            </a:lvl1pPr>
          </a:lstStyle>
          <a:p>
            <a:r>
              <a:rPr lang="en-US"/>
              <a:t>Click to edit the header</a:t>
            </a:r>
          </a:p>
        </p:txBody>
      </p:sp>
      <p:pic>
        <p:nvPicPr>
          <p:cNvPr id="2" name="Picture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944154" y="6392292"/>
            <a:ext cx="833125" cy="272499"/>
          </a:xfrm>
          <a:prstGeom prst="rect">
            <a:avLst/>
          </a:prstGeom>
        </p:spPr>
      </p:pic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05083DAC-93BB-45CC-BF60-EDB1C798880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5800488" y="6376758"/>
            <a:ext cx="591024" cy="2880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333">
                <a:solidFill>
                  <a:schemeClr val="tx1"/>
                </a:solidFill>
                <a:latin typeface="Verdana" pitchFamily="34" charset="0"/>
                <a:ea typeface="Verdana" pitchFamily="34" charset="0"/>
                <a:cs typeface="Verdana" pitchFamily="34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124438510"/>
      </p:ext>
    </p:extLst>
  </p:cSld>
  <p:clrMapOvr>
    <a:masterClrMapping/>
  </p:clrMapOvr>
  <p:hf hdr="0" ftr="0" dt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- Deep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9CA3B2FA-F421-A0DB-E0D6-5EA5F350BAB6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8791D0FA-6B99-42E5-B721-5BEB4B07EF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3590" y="892407"/>
            <a:ext cx="1901614" cy="34032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77BA4E-0064-451B-B04F-30179C0144F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4016" y="2853868"/>
            <a:ext cx="9144000" cy="1137797"/>
          </a:xfrm>
          <a:prstGeom prst="rect">
            <a:avLst/>
          </a:prstGeom>
        </p:spPr>
        <p:txBody>
          <a:bodyPr anchor="b">
            <a:noAutofit/>
          </a:bodyPr>
          <a:lstStyle>
            <a:lvl1pPr algn="l">
              <a:lnSpc>
                <a:spcPct val="100000"/>
              </a:lnSpc>
              <a:defRPr sz="3800" spc="0">
                <a:solidFill>
                  <a:schemeClr val="bg1"/>
                </a:solidFill>
                <a:latin typeface="Montserrat SemiBold" pitchFamily="2" charset="0"/>
              </a:defRPr>
            </a:lvl1pPr>
          </a:lstStyle>
          <a:p>
            <a:r>
              <a:rPr lang="en-NL"/>
              <a:t>Title of the presentation</a:t>
            </a:r>
            <a:br>
              <a:rPr lang="en-NL"/>
            </a:br>
            <a:r>
              <a:rPr lang="en-NL"/>
              <a:t>Montserrat Semibold 38 pt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B733730-E338-44D3-B4DD-6CA6D568E317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797609" y="4015145"/>
            <a:ext cx="9144000" cy="551218"/>
          </a:xfrm>
          <a:prstGeom prst="rect">
            <a:avLst/>
          </a:prstGeom>
        </p:spPr>
        <p:txBody>
          <a:bodyPr anchor="t" anchorCtr="0">
            <a:noAutofit/>
          </a:bodyPr>
          <a:lstStyle>
            <a:lvl1pPr marL="0" indent="0" algn="l">
              <a:buNone/>
              <a:defRPr sz="2100">
                <a:solidFill>
                  <a:schemeClr val="bg1"/>
                </a:solidFill>
                <a:latin typeface="Montserrat Medium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Subtitle of the presentation Montserrat Medium 21pt</a:t>
            </a:r>
          </a:p>
        </p:txBody>
      </p:sp>
      <p:sp>
        <p:nvSpPr>
          <p:cNvPr id="7" name="AddCustomFooter#1">
            <a:extLst>
              <a:ext uri="{FF2B5EF4-FFF2-40B4-BE49-F238E27FC236}">
                <a16:creationId xmlns:a16="http://schemas.microsoft.com/office/drawing/2014/main" id="{C06D46CF-8691-F3FA-BDB9-F212D56DCF49}"/>
              </a:ext>
            </a:extLst>
          </p:cNvPr>
          <p:cNvSpPr txBox="1"/>
          <p:nvPr userDrawn="1"/>
        </p:nvSpPr>
        <p:spPr bwMode="invGray">
          <a:xfrm>
            <a:off x="5322060" y="6373305"/>
            <a:ext cx="1473160" cy="10002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90500" algn="l"/>
              </a:tabLst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ECECED"/>
                </a:solidFill>
                <a:effectLst/>
                <a:uLnTx/>
                <a:uFillTx/>
                <a:latin typeface="+mn-lt"/>
                <a:ea typeface="Verdana" pitchFamily="34" charset="0"/>
                <a:cs typeface="Verdana" pitchFamily="34" charset="0"/>
              </a:rPr>
              <a:t>© </a:t>
            </a:r>
            <a:r>
              <a:rPr kumimoji="0" lang="nl-NL" sz="650" b="0" i="0" u="none" strike="noStrike" kern="1200" cap="none" spc="0" normalizeH="0" baseline="0" noProof="0" dirty="0">
                <a:ln>
                  <a:noFill/>
                </a:ln>
                <a:solidFill>
                  <a:srgbClr val="ECECED"/>
                </a:solidFill>
                <a:effectLst/>
                <a:uLnTx/>
                <a:uFillTx/>
                <a:latin typeface="+mn-lt"/>
                <a:ea typeface="Verdana" pitchFamily="34" charset="0"/>
                <a:cs typeface="Verdana" pitchFamily="34" charset="0"/>
              </a:rPr>
              <a:t>Eviden SAS</a:t>
            </a: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ECECED"/>
                </a:solidFill>
                <a:effectLst/>
                <a:uLnTx/>
                <a:uFillTx/>
                <a:latin typeface="+mn-lt"/>
                <a:ea typeface="Verdana" pitchFamily="34" charset="0"/>
                <a:cs typeface="Verdana" pitchFamily="34" charset="0"/>
              </a:rPr>
              <a:t> – </a:t>
            </a:r>
            <a:r>
              <a:rPr kumimoji="0" lang="en-NL" sz="650" b="0" i="0" u="none" strike="noStrike" kern="1200" cap="none" spc="0" normalizeH="0" baseline="0" noProof="0" dirty="0">
                <a:ln>
                  <a:noFill/>
                </a:ln>
                <a:solidFill>
                  <a:srgbClr val="ECECED"/>
                </a:solidFill>
                <a:effectLst/>
                <a:uLnTx/>
                <a:uFillTx/>
                <a:latin typeface="+mn-lt"/>
                <a:ea typeface="Verdana" pitchFamily="34" charset="0"/>
                <a:cs typeface="Verdana" pitchFamily="34" charset="0"/>
              </a:rPr>
              <a:t>For </a:t>
            </a: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ECECED"/>
                </a:solidFill>
                <a:effectLst/>
                <a:uLnTx/>
                <a:uFillTx/>
                <a:latin typeface="+mn-lt"/>
                <a:ea typeface="Verdana" pitchFamily="34" charset="0"/>
                <a:cs typeface="Verdana" pitchFamily="34" charset="0"/>
              </a:rPr>
              <a:t>confidential</a:t>
            </a:r>
            <a:r>
              <a:rPr kumimoji="0" lang="en-NL" sz="650" b="0" i="0" u="none" strike="noStrike" kern="1200" cap="none" spc="0" normalizeH="0" baseline="0" noProof="0" dirty="0">
                <a:ln>
                  <a:noFill/>
                </a:ln>
                <a:solidFill>
                  <a:srgbClr val="ECECED"/>
                </a:solidFill>
                <a:effectLst/>
                <a:uLnTx/>
                <a:uFillTx/>
                <a:latin typeface="+mn-lt"/>
                <a:ea typeface="Verdana" pitchFamily="34" charset="0"/>
                <a:cs typeface="Verdana" pitchFamily="34" charset="0"/>
              </a:rPr>
              <a:t> use</a:t>
            </a:r>
            <a:endParaRPr lang="nl-NL" sz="650" baseline="0" dirty="0">
              <a:solidFill>
                <a:srgbClr val="ECECED"/>
              </a:solidFill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4" name="Text Placeholder 16">
            <a:extLst>
              <a:ext uri="{FF2B5EF4-FFF2-40B4-BE49-F238E27FC236}">
                <a16:creationId xmlns:a16="http://schemas.microsoft.com/office/drawing/2014/main" id="{675DCFDE-81D2-ACDD-BA70-48C2BA3EFB3B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 bwMode="invGray">
          <a:xfrm>
            <a:off x="893590" y="5866179"/>
            <a:ext cx="3201843" cy="624251"/>
          </a:xfrm>
          <a:prstGeom prst="rect">
            <a:avLst/>
          </a:prstGeom>
        </p:spPr>
        <p:txBody>
          <a:bodyPr wrap="none" lIns="0" tIns="0" rIns="0" bIns="0" anchor="b">
            <a:no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88E8"/>
              </a:buClr>
              <a:buSzPct val="85000"/>
              <a:buFont typeface="Lucida Sans Unicode" pitchFamily="34" charset="0"/>
              <a:buNone/>
              <a:defRPr lang="en-US" sz="1200" kern="1200" baseline="0" dirty="0" smtClean="0">
                <a:solidFill>
                  <a:schemeClr val="bg1"/>
                </a:solidFill>
                <a:latin typeface="Montserrat Medium" pitchFamily="2" charset="0"/>
                <a:ea typeface="Verdana" pitchFamily="34" charset="0"/>
                <a:cs typeface="Montserrat Medium" pitchFamily="2" charset="0"/>
              </a:defRPr>
            </a:lvl1pPr>
            <a:lvl2pPr mar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88E8"/>
              </a:buClr>
              <a:buSzPct val="85000"/>
              <a:buFont typeface="Lucida Sans Unicode" pitchFamily="34" charset="0"/>
              <a:buNone/>
              <a:defRPr lang="en-US" sz="1200" kern="1200" baseline="0" dirty="0" smtClean="0">
                <a:solidFill>
                  <a:schemeClr val="bg1"/>
                </a:solidFill>
                <a:latin typeface="Montserrat Medium" pitchFamily="2" charset="0"/>
                <a:ea typeface="Verdana" pitchFamily="34" charset="0"/>
                <a:cs typeface="Montserrat Medium" pitchFamily="2" charset="0"/>
              </a:defRPr>
            </a:lvl2pPr>
            <a:lvl3pPr marL="0" indent="0" algn="l" defTabSz="914400" rtl="0" eaLnBrk="1" latinLnBrk="0" hangingPunct="1">
              <a:spcBef>
                <a:spcPts val="0"/>
              </a:spcBef>
              <a:spcAft>
                <a:spcPts val="0"/>
              </a:spcAft>
              <a:buClr>
                <a:srgbClr val="0588E8"/>
              </a:buClr>
              <a:buSzPct val="85000"/>
              <a:buFont typeface="Lucida Sans Unicode" pitchFamily="34" charset="0"/>
              <a:buNone/>
              <a:defRPr lang="en-US" sz="1200" kern="1200" baseline="0" dirty="0" smtClean="0">
                <a:solidFill>
                  <a:srgbClr val="808080"/>
                </a:solidFill>
                <a:latin typeface="Raleway Light" pitchFamily="2" charset="0"/>
                <a:ea typeface="Verdana" pitchFamily="34" charset="0"/>
                <a:cs typeface="Verdana" pitchFamily="34" charset="0"/>
              </a:defRPr>
            </a:lvl3pPr>
          </a:lstStyle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588E8"/>
              </a:buClr>
              <a:buSzPct val="85000"/>
              <a:buFont typeface="Lucida Sans Unicode" pitchFamily="34" charset="0"/>
              <a:buNone/>
              <a:tabLst/>
              <a:defRPr/>
            </a:pPr>
            <a:r>
              <a:rPr lang="en-US"/>
              <a:t>Presenter Name</a:t>
            </a:r>
            <a:br>
              <a:rPr lang="en-NL"/>
            </a:br>
            <a:r>
              <a:rPr lang="en-US"/>
              <a:t>Job Title</a:t>
            </a:r>
            <a:br>
              <a:rPr lang="en-NL"/>
            </a:br>
            <a:r>
              <a:rPr lang="en-NL"/>
              <a:t>DD/MM/YYYY</a:t>
            </a:r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35124D7-9F89-7B20-CDBF-FE76377C41FF}"/>
              </a:ext>
            </a:extLst>
          </p:cNvPr>
          <p:cNvSpPr txBox="1"/>
          <p:nvPr userDrawn="1"/>
        </p:nvSpPr>
        <p:spPr>
          <a:xfrm>
            <a:off x="10184239" y="6260022"/>
            <a:ext cx="1475084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NL" sz="1200">
                <a:solidFill>
                  <a:schemeClr val="bg1"/>
                </a:solidFill>
                <a:latin typeface="Montserrat Medium" pitchFamily="2" charset="0"/>
              </a:rPr>
              <a:t>an atos business</a:t>
            </a:r>
            <a:endParaRPr lang="en-US" sz="1200">
              <a:solidFill>
                <a:schemeClr val="bg1"/>
              </a:solidFill>
              <a:latin typeface="Montserrat Medium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6022555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Inde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table, console table, dining table&#10;&#10;Description automatically generated">
            <a:extLst>
              <a:ext uri="{FF2B5EF4-FFF2-40B4-BE49-F238E27FC236}">
                <a16:creationId xmlns:a16="http://schemas.microsoft.com/office/drawing/2014/main" id="{E2D43428-E7CE-81FF-FD78-2DD7198CB06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7252"/>
            <a:ext cx="12192000" cy="6858000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53F786AD-7708-487E-982A-6BAEF70EF88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99288" y="1050924"/>
            <a:ext cx="10515600" cy="401638"/>
          </a:xfrm>
          <a:prstGeom prst="rect">
            <a:avLst/>
          </a:prstGeom>
        </p:spPr>
        <p:txBody>
          <a:bodyPr>
            <a:noAutofit/>
          </a:bodyPr>
          <a:lstStyle>
            <a:lvl1pPr>
              <a:defRPr sz="2400">
                <a:solidFill>
                  <a:srgbClr val="000000"/>
                </a:solidFill>
                <a:latin typeface="Montserrat Bold" panose="00000800000000000000" pitchFamily="2" charset="0"/>
              </a:defRPr>
            </a:lvl1pPr>
          </a:lstStyle>
          <a:p>
            <a:r>
              <a:rPr lang="en-NL"/>
              <a:t>Content overview</a:t>
            </a:r>
            <a:endParaRPr lang="nl-NL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70523335-FB70-41A4-AD57-4B5B78CEC3D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3590" y="193671"/>
            <a:ext cx="1901614" cy="340326"/>
          </a:xfrm>
          <a:prstGeom prst="rect">
            <a:avLst/>
          </a:prstGeom>
        </p:spPr>
      </p:pic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AEDB5558-BADD-4E8F-9403-A6C600434F7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invGray">
          <a:xfrm>
            <a:off x="893590" y="2207833"/>
            <a:ext cx="3656742" cy="73390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2400">
                <a:solidFill>
                  <a:srgbClr val="000000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NL"/>
              <a:t>Chapter title</a:t>
            </a:r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5F634F97-7035-4B6B-BE58-509E7F343F2A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invGray">
          <a:xfrm>
            <a:off x="893590" y="1978152"/>
            <a:ext cx="215363" cy="2215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600">
                <a:solidFill>
                  <a:srgbClr val="FF6D43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4" name="Text Placeholder 6">
            <a:extLst>
              <a:ext uri="{FF2B5EF4-FFF2-40B4-BE49-F238E27FC236}">
                <a16:creationId xmlns:a16="http://schemas.microsoft.com/office/drawing/2014/main" id="{97D8FDAA-46B6-4B52-802A-C25AF0584061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 bwMode="invGray">
          <a:xfrm>
            <a:off x="893590" y="3358520"/>
            <a:ext cx="3656742" cy="73390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2400">
                <a:solidFill>
                  <a:srgbClr val="000000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NL"/>
              <a:t>Chapter title</a:t>
            </a:r>
            <a:endParaRPr lang="en-US"/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4AC6D1B7-B40B-4502-823B-14AA1F1D3DF1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 bwMode="invGray">
          <a:xfrm>
            <a:off x="893590" y="3124505"/>
            <a:ext cx="306831" cy="2215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600">
                <a:solidFill>
                  <a:srgbClr val="FF6D43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NL"/>
              <a:t>02</a:t>
            </a:r>
            <a:endParaRPr lang="en-US"/>
          </a:p>
        </p:txBody>
      </p:sp>
      <p:sp>
        <p:nvSpPr>
          <p:cNvPr id="18" name="Text Placeholder 6">
            <a:extLst>
              <a:ext uri="{FF2B5EF4-FFF2-40B4-BE49-F238E27FC236}">
                <a16:creationId xmlns:a16="http://schemas.microsoft.com/office/drawing/2014/main" id="{9E604DA7-4CE1-46AD-82EE-262FEDB3C0B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 bwMode="invGray">
          <a:xfrm>
            <a:off x="893590" y="4513541"/>
            <a:ext cx="3656742" cy="73390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2400">
                <a:solidFill>
                  <a:srgbClr val="000000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NL"/>
              <a:t>Chapter title</a:t>
            </a:r>
            <a:endParaRPr lang="en-US"/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5E558F66-781A-427E-A26B-03CC8BB4BFEE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 bwMode="invGray">
          <a:xfrm>
            <a:off x="893590" y="4283860"/>
            <a:ext cx="306831" cy="2215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600">
                <a:solidFill>
                  <a:srgbClr val="FF6D43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NL"/>
              <a:t>03</a:t>
            </a:r>
            <a:endParaRPr lang="en-US"/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38C80B47-9195-4AE5-BFBD-92C82687B9EB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 bwMode="invGray">
          <a:xfrm>
            <a:off x="4656000" y="2207833"/>
            <a:ext cx="3656742" cy="73390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2400">
                <a:solidFill>
                  <a:srgbClr val="000000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NL"/>
              <a:t>Chapter title</a:t>
            </a:r>
            <a:endParaRPr lang="en-US"/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72ADF441-DA8A-49D0-B08F-29F27237285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 bwMode="invGray">
          <a:xfrm>
            <a:off x="4656000" y="1978152"/>
            <a:ext cx="306831" cy="2215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600">
                <a:solidFill>
                  <a:srgbClr val="FF6D43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NL"/>
              <a:t>04</a:t>
            </a:r>
            <a:endParaRPr lang="en-US"/>
          </a:p>
        </p:txBody>
      </p:sp>
      <p:sp>
        <p:nvSpPr>
          <p:cNvPr id="24" name="Text Placeholder 6">
            <a:extLst>
              <a:ext uri="{FF2B5EF4-FFF2-40B4-BE49-F238E27FC236}">
                <a16:creationId xmlns:a16="http://schemas.microsoft.com/office/drawing/2014/main" id="{64E4BE7A-DC71-466F-9000-5AC0BB4C5C7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 bwMode="invGray">
          <a:xfrm>
            <a:off x="4656000" y="3358520"/>
            <a:ext cx="3656742" cy="73390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2400">
                <a:solidFill>
                  <a:srgbClr val="000000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NL"/>
              <a:t>Chapter title</a:t>
            </a:r>
            <a:endParaRPr lang="en-US"/>
          </a:p>
        </p:txBody>
      </p:sp>
      <p:sp>
        <p:nvSpPr>
          <p:cNvPr id="25" name="Text Placeholder 6">
            <a:extLst>
              <a:ext uri="{FF2B5EF4-FFF2-40B4-BE49-F238E27FC236}">
                <a16:creationId xmlns:a16="http://schemas.microsoft.com/office/drawing/2014/main" id="{F2C5BF79-33AB-4E0A-9B89-4EFF2018707C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 bwMode="invGray">
          <a:xfrm>
            <a:off x="4656000" y="3128839"/>
            <a:ext cx="306831" cy="2215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600">
                <a:solidFill>
                  <a:srgbClr val="FF6D43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NL"/>
              <a:t>05</a:t>
            </a:r>
            <a:endParaRPr lang="en-US"/>
          </a:p>
        </p:txBody>
      </p:sp>
      <p:sp>
        <p:nvSpPr>
          <p:cNvPr id="26" name="Text Placeholder 6">
            <a:extLst>
              <a:ext uri="{FF2B5EF4-FFF2-40B4-BE49-F238E27FC236}">
                <a16:creationId xmlns:a16="http://schemas.microsoft.com/office/drawing/2014/main" id="{0E3806AC-4E53-4B01-965E-713729C4127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 bwMode="invGray">
          <a:xfrm>
            <a:off x="4656000" y="4513541"/>
            <a:ext cx="3656742" cy="73390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2400">
                <a:solidFill>
                  <a:srgbClr val="000000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NL"/>
              <a:t>Chapter title</a:t>
            </a:r>
            <a:endParaRPr lang="en-US"/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FCB81010-191E-4C08-9B03-840E000449D8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 bwMode="invGray">
          <a:xfrm>
            <a:off x="4656000" y="4283860"/>
            <a:ext cx="306831" cy="2215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600">
                <a:solidFill>
                  <a:srgbClr val="FF6D43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NL"/>
              <a:t>06</a:t>
            </a:r>
            <a:endParaRPr lang="en-US"/>
          </a:p>
        </p:txBody>
      </p:sp>
      <p:sp>
        <p:nvSpPr>
          <p:cNvPr id="28" name="Slide Number Placeholder 5">
            <a:extLst>
              <a:ext uri="{FF2B5EF4-FFF2-40B4-BE49-F238E27FC236}">
                <a16:creationId xmlns:a16="http://schemas.microsoft.com/office/drawing/2014/main" id="{14DE181C-BE61-4217-8210-ADD157DC0C4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330609" y="6201536"/>
            <a:ext cx="458064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/>
                </a:solidFill>
                <a:latin typeface="Montserrat SemiBold" pitchFamily="2" charset="0"/>
                <a:ea typeface="Verdana" pitchFamily="34" charset="0"/>
                <a:cs typeface="Montserrat SemiBold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/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7F364BC3-DE44-0841-6002-755FA0F6983A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 bwMode="invGray">
          <a:xfrm>
            <a:off x="8343258" y="2212151"/>
            <a:ext cx="3656742" cy="73390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2400">
                <a:solidFill>
                  <a:srgbClr val="000000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NL"/>
              <a:t>Chapter title</a:t>
            </a:r>
            <a:endParaRPr lang="en-US"/>
          </a:p>
        </p:txBody>
      </p:sp>
      <p:sp>
        <p:nvSpPr>
          <p:cNvPr id="20" name="Text Placeholder 6">
            <a:extLst>
              <a:ext uri="{FF2B5EF4-FFF2-40B4-BE49-F238E27FC236}">
                <a16:creationId xmlns:a16="http://schemas.microsoft.com/office/drawing/2014/main" id="{867B3184-3F0E-E070-411D-80F225710406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 bwMode="invGray">
          <a:xfrm>
            <a:off x="8343258" y="1982470"/>
            <a:ext cx="306831" cy="2215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600">
                <a:solidFill>
                  <a:srgbClr val="FF6D43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NL"/>
              <a:t>04</a:t>
            </a:r>
            <a:endParaRPr lang="en-US"/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8F0CAE64-996C-E045-6E9E-5997F9D7189E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 bwMode="invGray">
          <a:xfrm>
            <a:off x="8343258" y="3362838"/>
            <a:ext cx="3656742" cy="73390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2400">
                <a:solidFill>
                  <a:srgbClr val="000000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NL"/>
              <a:t>Chapter title</a:t>
            </a:r>
            <a:endParaRPr lang="en-US"/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BF336E4F-585C-F1D4-A348-F3BF5F8DDD2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 bwMode="invGray">
          <a:xfrm>
            <a:off x="8343258" y="3133157"/>
            <a:ext cx="306831" cy="2215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600">
                <a:solidFill>
                  <a:srgbClr val="FF6D43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NL"/>
              <a:t>05</a:t>
            </a:r>
            <a:endParaRPr lang="en-US"/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058D7311-5B2B-3541-D647-FEB81699C05C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 bwMode="invGray">
          <a:xfrm>
            <a:off x="8343258" y="4517859"/>
            <a:ext cx="3656742" cy="733908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2400">
                <a:solidFill>
                  <a:srgbClr val="000000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NL"/>
              <a:t>Chapter title</a:t>
            </a:r>
            <a:endParaRPr lang="en-US"/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44A520B7-5ED2-EE9F-9E71-769D36F3F8F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 bwMode="invGray">
          <a:xfrm>
            <a:off x="8343258" y="4288178"/>
            <a:ext cx="306831" cy="22159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>
              <a:buNone/>
              <a:defRPr sz="1600">
                <a:solidFill>
                  <a:srgbClr val="FF6D43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NL"/>
              <a:t>06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805518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es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4EEB59C1-DBAE-B7DE-42D6-1DCE324A29F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8791D0FA-6B99-42E5-B721-5BEB4B07EF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3590" y="892407"/>
            <a:ext cx="1901614" cy="34032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A077BA4E-0064-451B-B04F-30179C0144FC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4016" y="2591220"/>
            <a:ext cx="9144000" cy="1137797"/>
          </a:xfrm>
          <a:prstGeom prst="rect">
            <a:avLst/>
          </a:prstGeom>
        </p:spPr>
        <p:txBody>
          <a:bodyPr anchor="b">
            <a:normAutofit/>
          </a:bodyPr>
          <a:lstStyle>
            <a:lvl1pPr algn="l">
              <a:lnSpc>
                <a:spcPct val="100000"/>
              </a:lnSpc>
              <a:defRPr sz="3800" spc="0">
                <a:solidFill>
                  <a:srgbClr val="000000"/>
                </a:solidFill>
                <a:latin typeface="Montserrat SemiBold" pitchFamily="2" charset="0"/>
              </a:defRPr>
            </a:lvl1pPr>
          </a:lstStyle>
          <a:p>
            <a:r>
              <a:rPr lang="en-NL"/>
              <a:t>Questions</a:t>
            </a:r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708735204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Closing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picture containing logo&#10;&#10;Description automatically generated">
            <a:extLst>
              <a:ext uri="{FF2B5EF4-FFF2-40B4-BE49-F238E27FC236}">
                <a16:creationId xmlns:a16="http://schemas.microsoft.com/office/drawing/2014/main" id="{5DE32A2A-EB48-472D-6F63-FA7245303BC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A53A17A6-5D4E-4132-A874-B1C2B83253FA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3590" y="892407"/>
            <a:ext cx="1901614" cy="340326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1E00396B-D127-B118-DD47-0A376F2B474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804016" y="2746861"/>
            <a:ext cx="3591339" cy="682140"/>
          </a:xfrm>
          <a:prstGeom prst="rect">
            <a:avLst/>
          </a:prstGeom>
        </p:spPr>
        <p:txBody>
          <a:bodyPr anchor="t">
            <a:normAutofit/>
          </a:bodyPr>
          <a:lstStyle>
            <a:lvl1pPr algn="l">
              <a:lnSpc>
                <a:spcPct val="100000"/>
              </a:lnSpc>
              <a:defRPr sz="3800" spc="0">
                <a:solidFill>
                  <a:schemeClr val="bg1"/>
                </a:solidFill>
                <a:latin typeface="Montserrat SemiBold" pitchFamily="2" charset="0"/>
              </a:defRPr>
            </a:lvl1pPr>
          </a:lstStyle>
          <a:p>
            <a:r>
              <a:rPr lang="en-NL"/>
              <a:t>Thank you!</a:t>
            </a:r>
            <a:endParaRPr lang="nl-NL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F4EE82-9623-C4DC-13DE-20F5E983108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804016" y="3905667"/>
            <a:ext cx="3388716" cy="192738"/>
          </a:xfrm>
          <a:prstGeom prst="rect">
            <a:avLst/>
          </a:prstGeom>
        </p:spPr>
        <p:txBody>
          <a:bodyPr anchor="ctr">
            <a:noAutofit/>
          </a:bodyPr>
          <a:lstStyle>
            <a:lvl1pPr marL="0" indent="0" algn="l">
              <a:buNone/>
              <a:defRPr sz="1200">
                <a:solidFill>
                  <a:schemeClr val="bg1"/>
                </a:solidFill>
                <a:latin typeface="Montserrat Medium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NL"/>
              <a:t>For more information please contact:</a:t>
            </a:r>
            <a:endParaRPr lang="en-US"/>
          </a:p>
        </p:txBody>
      </p:sp>
      <p:sp>
        <p:nvSpPr>
          <p:cNvPr id="6" name="AddCustomFooter#1">
            <a:extLst>
              <a:ext uri="{FF2B5EF4-FFF2-40B4-BE49-F238E27FC236}">
                <a16:creationId xmlns:a16="http://schemas.microsoft.com/office/drawing/2014/main" id="{6523DCEE-0520-74FC-2CD6-08812A8B9955}"/>
              </a:ext>
            </a:extLst>
          </p:cNvPr>
          <p:cNvSpPr txBox="1"/>
          <p:nvPr userDrawn="1"/>
        </p:nvSpPr>
        <p:spPr bwMode="invGray">
          <a:xfrm>
            <a:off x="5322060" y="6373305"/>
            <a:ext cx="1473160" cy="10002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90500" algn="l"/>
              </a:tabLst>
              <a:defRPr/>
            </a:pP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ECECED"/>
                </a:solidFill>
                <a:effectLst/>
                <a:uLnTx/>
                <a:uFillTx/>
                <a:latin typeface="+mn-lt"/>
                <a:ea typeface="Verdana" pitchFamily="34" charset="0"/>
                <a:cs typeface="Verdana" pitchFamily="34" charset="0"/>
              </a:rPr>
              <a:t>© </a:t>
            </a:r>
            <a:r>
              <a:rPr kumimoji="0" lang="nl-NL" sz="650" b="0" i="0" u="none" strike="noStrike" kern="1200" cap="none" spc="0" normalizeH="0" baseline="0" noProof="0" dirty="0">
                <a:ln>
                  <a:noFill/>
                </a:ln>
                <a:solidFill>
                  <a:srgbClr val="ECECED"/>
                </a:solidFill>
                <a:effectLst/>
                <a:uLnTx/>
                <a:uFillTx/>
                <a:latin typeface="+mn-lt"/>
                <a:ea typeface="Verdana" pitchFamily="34" charset="0"/>
                <a:cs typeface="Verdana" pitchFamily="34" charset="0"/>
              </a:rPr>
              <a:t>Eviden SAS</a:t>
            </a: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ECECED"/>
                </a:solidFill>
                <a:effectLst/>
                <a:uLnTx/>
                <a:uFillTx/>
                <a:latin typeface="+mn-lt"/>
                <a:ea typeface="Verdana" pitchFamily="34" charset="0"/>
                <a:cs typeface="Verdana" pitchFamily="34" charset="0"/>
              </a:rPr>
              <a:t> – </a:t>
            </a:r>
            <a:r>
              <a:rPr kumimoji="0" lang="en-NL" sz="650" b="0" i="0" u="none" strike="noStrike" kern="1200" cap="none" spc="0" normalizeH="0" baseline="0" noProof="0" dirty="0">
                <a:ln>
                  <a:noFill/>
                </a:ln>
                <a:solidFill>
                  <a:srgbClr val="ECECED"/>
                </a:solidFill>
                <a:effectLst/>
                <a:uLnTx/>
                <a:uFillTx/>
                <a:latin typeface="+mn-lt"/>
                <a:ea typeface="Verdana" pitchFamily="34" charset="0"/>
                <a:cs typeface="Verdana" pitchFamily="34" charset="0"/>
              </a:rPr>
              <a:t>For </a:t>
            </a:r>
            <a:r>
              <a:rPr kumimoji="0" lang="en-US" sz="650" b="0" i="0" u="none" strike="noStrike" kern="1200" cap="none" spc="0" normalizeH="0" baseline="0" noProof="0" dirty="0">
                <a:ln>
                  <a:noFill/>
                </a:ln>
                <a:solidFill>
                  <a:srgbClr val="ECECED"/>
                </a:solidFill>
                <a:effectLst/>
                <a:uLnTx/>
                <a:uFillTx/>
                <a:latin typeface="+mn-lt"/>
                <a:ea typeface="Verdana" pitchFamily="34" charset="0"/>
                <a:cs typeface="Verdana" pitchFamily="34" charset="0"/>
              </a:rPr>
              <a:t>confidential</a:t>
            </a:r>
            <a:r>
              <a:rPr kumimoji="0" lang="en-NL" sz="650" b="0" i="0" u="none" strike="noStrike" kern="1200" cap="none" spc="0" normalizeH="0" baseline="0" noProof="0" dirty="0">
                <a:ln>
                  <a:noFill/>
                </a:ln>
                <a:solidFill>
                  <a:srgbClr val="ECECED"/>
                </a:solidFill>
                <a:effectLst/>
                <a:uLnTx/>
                <a:uFillTx/>
                <a:latin typeface="+mn-lt"/>
                <a:ea typeface="Verdana" pitchFamily="34" charset="0"/>
                <a:cs typeface="Verdana" pitchFamily="34" charset="0"/>
              </a:rPr>
              <a:t> use</a:t>
            </a:r>
            <a:endParaRPr lang="nl-NL" sz="650" baseline="0" dirty="0">
              <a:solidFill>
                <a:srgbClr val="ECECED"/>
              </a:solidFill>
              <a:latin typeface="+mn-lt"/>
              <a:ea typeface="Verdana" pitchFamily="34" charset="0"/>
              <a:cs typeface="Verdana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2A830CD-6CCF-3DD1-4CFA-23A2413BD4AB}"/>
              </a:ext>
            </a:extLst>
          </p:cNvPr>
          <p:cNvSpPr txBox="1"/>
          <p:nvPr userDrawn="1"/>
        </p:nvSpPr>
        <p:spPr>
          <a:xfrm>
            <a:off x="804016" y="6099779"/>
            <a:ext cx="3751206" cy="4154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700" kern="1200" baseline="0">
                <a:solidFill>
                  <a:srgbClr val="ECECED"/>
                </a:solidFill>
                <a:latin typeface="+mn-lt"/>
                <a:ea typeface="Verdana" pitchFamily="34" charset="0"/>
                <a:cs typeface="Verdana" pitchFamily="34" charset="0"/>
              </a:rPr>
              <a:t>Confidential information owned by Eviden SAS, to be used by the recipient only. This document, or any part of it, may not be reproduced, copied, circulated and/or distributed nor quoted without prior written approval from Eviden SAS.</a:t>
            </a:r>
            <a:endParaRPr lang="nl-NL" sz="700">
              <a:solidFill>
                <a:srgbClr val="ECECED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167350026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oran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Background pattern&#10;&#10;Description automatically generated">
            <a:extLst>
              <a:ext uri="{FF2B5EF4-FFF2-40B4-BE49-F238E27FC236}">
                <a16:creationId xmlns:a16="http://schemas.microsoft.com/office/drawing/2014/main" id="{ADC064ED-B54A-0109-6D08-0E409F8DF7E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CB743F7-1E51-4231-BDBC-00E9E84244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invGray">
          <a:xfrm>
            <a:off x="1594497" y="5227651"/>
            <a:ext cx="9154567" cy="112869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3400">
                <a:solidFill>
                  <a:srgbClr val="000000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&lt;Chapter </a:t>
            </a:r>
            <a:r>
              <a:rPr lang="en-NL"/>
              <a:t>t</a:t>
            </a:r>
            <a:r>
              <a:rPr lang="en-US"/>
              <a:t>itle&gt;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16BFB1D5-0A8B-432B-BC50-7C8FF108FF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invGray">
          <a:xfrm>
            <a:off x="632332" y="5227651"/>
            <a:ext cx="711274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buNone/>
              <a:defRPr sz="3400">
                <a:solidFill>
                  <a:srgbClr val="000000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0#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C0398DE-CF0C-5012-2611-0B0EF667F9F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3590" y="892407"/>
            <a:ext cx="1901614" cy="340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0634344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deep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picture containing text, table, stand&#10;&#10;Description automatically generated">
            <a:extLst>
              <a:ext uri="{FF2B5EF4-FFF2-40B4-BE49-F238E27FC236}">
                <a16:creationId xmlns:a16="http://schemas.microsoft.com/office/drawing/2014/main" id="{3C32FCEC-9ABA-D91A-02FB-FE0A352CB54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CB743F7-1E51-4231-BDBC-00E9E84244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invGray">
          <a:xfrm>
            <a:off x="1594497" y="5227651"/>
            <a:ext cx="9154567" cy="112869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3400">
                <a:solidFill>
                  <a:schemeClr val="bg1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&lt;Chapter </a:t>
            </a:r>
            <a:r>
              <a:rPr lang="en-NL"/>
              <a:t>t</a:t>
            </a:r>
            <a:r>
              <a:rPr lang="en-US"/>
              <a:t>itle&gt;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16BFB1D5-0A8B-432B-BC50-7C8FF108FF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invGray">
          <a:xfrm>
            <a:off x="632332" y="5227651"/>
            <a:ext cx="711274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buNone/>
              <a:defRPr sz="3400">
                <a:solidFill>
                  <a:schemeClr val="bg1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0#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C0398DE-CF0C-5012-2611-0B0EF667F9F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3590" y="892407"/>
            <a:ext cx="1901614" cy="340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544054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Divider gre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Background pattern&#10;&#10;Description automatically generated with low confidence">
            <a:extLst>
              <a:ext uri="{FF2B5EF4-FFF2-40B4-BE49-F238E27FC236}">
                <a16:creationId xmlns:a16="http://schemas.microsoft.com/office/drawing/2014/main" id="{3B9BC70B-E23E-6826-2D7D-170A98E29502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CB743F7-1E51-4231-BDBC-00E9E84244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invGray">
          <a:xfrm>
            <a:off x="1594497" y="5227651"/>
            <a:ext cx="9154567" cy="112869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3400">
                <a:solidFill>
                  <a:srgbClr val="000000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&lt;Chapter </a:t>
            </a:r>
            <a:r>
              <a:rPr lang="en-NL"/>
              <a:t>t</a:t>
            </a:r>
            <a:r>
              <a:rPr lang="en-US"/>
              <a:t>itle&gt;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16BFB1D5-0A8B-432B-BC50-7C8FF108FF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invGray">
          <a:xfrm>
            <a:off x="632332" y="5227651"/>
            <a:ext cx="711274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buNone/>
              <a:defRPr sz="3400">
                <a:solidFill>
                  <a:srgbClr val="000000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0#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C0398DE-CF0C-5012-2611-0B0EF667F9F5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93590" y="892407"/>
            <a:ext cx="1901614" cy="3403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90433803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with image - orange">
    <p:bg>
      <p:bgPr>
        <a:gradFill>
          <a:gsLst>
            <a:gs pos="0">
              <a:srgbClr val="FF6D43"/>
            </a:gs>
            <a:gs pos="100000">
              <a:srgbClr val="E55C3C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CB743F7-1E51-4231-BDBC-00E9E84244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invGray">
          <a:xfrm>
            <a:off x="1594498" y="2735665"/>
            <a:ext cx="4323982" cy="362068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3400">
                <a:solidFill>
                  <a:schemeClr val="tx1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&lt;Chapter </a:t>
            </a:r>
            <a:r>
              <a:rPr lang="en-NL"/>
              <a:t>t</a:t>
            </a:r>
            <a:r>
              <a:rPr lang="en-US"/>
              <a:t>itle&gt;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16BFB1D5-0A8B-432B-BC50-7C8FF108FF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invGray">
          <a:xfrm>
            <a:off x="632332" y="2735665"/>
            <a:ext cx="711274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buNone/>
              <a:defRPr sz="3400">
                <a:solidFill>
                  <a:schemeClr val="tx1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0#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A53A17A6-5D4E-4132-A874-B1C2B83253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3590" y="892407"/>
            <a:ext cx="1901614" cy="340326"/>
          </a:xfrm>
          <a:prstGeom prst="rect">
            <a:avLst/>
          </a:prstGeom>
        </p:spPr>
      </p:pic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60049AB-4246-438E-8784-79D421B1991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NL"/>
              <a:t>Click here to add an image</a:t>
            </a:r>
          </a:p>
          <a:p>
            <a:endParaRPr lang="en-NL"/>
          </a:p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34539915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with image - deep blue">
    <p:bg>
      <p:bgPr>
        <a:gradFill>
          <a:gsLst>
            <a:gs pos="0">
              <a:srgbClr val="1B4859"/>
            </a:gs>
            <a:gs pos="75000">
              <a:srgbClr val="002D3C"/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CB743F7-1E51-4231-BDBC-00E9E84244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invGray">
          <a:xfrm>
            <a:off x="1594498" y="2735665"/>
            <a:ext cx="4323982" cy="362068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3400">
                <a:solidFill>
                  <a:schemeClr val="bg1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&lt;Chapter </a:t>
            </a:r>
            <a:r>
              <a:rPr lang="en-NL"/>
              <a:t>t</a:t>
            </a:r>
            <a:r>
              <a:rPr lang="en-US"/>
              <a:t>itle&gt;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16BFB1D5-0A8B-432B-BC50-7C8FF108FF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invGray">
          <a:xfrm>
            <a:off x="632332" y="2735665"/>
            <a:ext cx="711274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buNone/>
              <a:defRPr sz="3400">
                <a:solidFill>
                  <a:schemeClr val="bg1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0#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A53A17A6-5D4E-4132-A874-B1C2B83253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3590" y="892407"/>
            <a:ext cx="1901614" cy="340326"/>
          </a:xfrm>
          <a:prstGeom prst="rect">
            <a:avLst/>
          </a:prstGeom>
        </p:spPr>
      </p:pic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60049AB-4246-438E-8784-79D421B1991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bg1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NL"/>
              <a:t>Click here to add an image</a:t>
            </a:r>
          </a:p>
          <a:p>
            <a:endParaRPr lang="en-NL"/>
          </a:p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80058408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ivider with image - grey">
    <p:bg>
      <p:bgPr>
        <a:gradFill>
          <a:gsLst>
            <a:gs pos="0">
              <a:srgbClr val="ECECED"/>
            </a:gs>
            <a:gs pos="100000">
              <a:srgbClr val="D1D1D1">
                <a:alpha val="60000"/>
              </a:srgbClr>
            </a:gs>
          </a:gsLst>
          <a:path path="circle">
            <a:fillToRect l="50000" t="50000" r="50000" b="5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CB743F7-1E51-4231-BDBC-00E9E84244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invGray">
          <a:xfrm>
            <a:off x="1594498" y="2735665"/>
            <a:ext cx="4323982" cy="3620685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>
              <a:buNone/>
              <a:defRPr sz="3400">
                <a:solidFill>
                  <a:schemeClr val="tx1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&lt;Chapter </a:t>
            </a:r>
            <a:r>
              <a:rPr lang="en-NL"/>
              <a:t>t</a:t>
            </a:r>
            <a:r>
              <a:rPr lang="en-US"/>
              <a:t>itle&gt;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16BFB1D5-0A8B-432B-BC50-7C8FF108FF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invGray">
          <a:xfrm>
            <a:off x="632332" y="2735665"/>
            <a:ext cx="711274" cy="5232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marL="0" indent="0" algn="r">
              <a:buNone/>
              <a:defRPr sz="3400">
                <a:solidFill>
                  <a:schemeClr val="tx1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0#</a:t>
            </a:r>
          </a:p>
        </p:txBody>
      </p:sp>
      <p:pic>
        <p:nvPicPr>
          <p:cNvPr id="13" name="Graphic 12">
            <a:extLst>
              <a:ext uri="{FF2B5EF4-FFF2-40B4-BE49-F238E27FC236}">
                <a16:creationId xmlns:a16="http://schemas.microsoft.com/office/drawing/2014/main" id="{A53A17A6-5D4E-4132-A874-B1C2B83253FA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93590" y="892407"/>
            <a:ext cx="1901614" cy="340326"/>
          </a:xfrm>
          <a:prstGeom prst="rect">
            <a:avLst/>
          </a:prstGeom>
        </p:spPr>
      </p:pic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260049AB-4246-438E-8784-79D421B19910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6096000" y="0"/>
            <a:ext cx="6096000" cy="6858000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NL"/>
              <a:t>Click here to add an image</a:t>
            </a:r>
          </a:p>
          <a:p>
            <a:endParaRPr lang="en-NL"/>
          </a:p>
          <a:p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22421500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On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2E3C4D-A53B-49B6-90E2-150065B875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invGray">
          <a:xfrm>
            <a:off x="263525" y="526631"/>
            <a:ext cx="11484000" cy="276999"/>
          </a:xfrm>
          <a:prstGeom prst="rect">
            <a:avLst/>
          </a:prstGeom>
        </p:spPr>
        <p:txBody>
          <a:bodyPr wrap="square">
            <a:spAutoFit/>
          </a:bodyPr>
          <a:lstStyle>
            <a:lvl1pPr marL="0" indent="0">
              <a:buNone/>
              <a:defRPr sz="1800" i="1">
                <a:solidFill>
                  <a:srgbClr val="000000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2BAE1A89-9C65-45A4-8923-6131F16037F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263525" y="1316038"/>
            <a:ext cx="11537274" cy="369332"/>
          </a:xfrm>
          <a:prstGeom prst="rect">
            <a:avLst/>
          </a:prstGeom>
        </p:spPr>
        <p:txBody>
          <a:bodyPr vert="horz" lIns="0" tIns="0" rIns="0" bIns="0" rtlCol="0">
            <a:spAutoFit/>
          </a:bodyPr>
          <a:lstStyle>
            <a:lvl1pPr>
              <a:defRPr lang="nl-NL" dirty="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756433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514" userDrawn="1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Roadmap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096816-C8D8-4D33-ADC6-A0DDE3C6E31E}"/>
              </a:ext>
            </a:extLst>
          </p:cNvPr>
          <p:cNvSpPr>
            <a:spLocks noGrp="1"/>
          </p:cNvSpPr>
          <p:nvPr>
            <p:ph type="title"/>
          </p:nvPr>
        </p:nvSpPr>
        <p:spPr bwMode="invGray">
          <a:xfrm>
            <a:off x="316799" y="471915"/>
            <a:ext cx="11484000" cy="343237"/>
          </a:xfrm>
          <a:prstGeom prst="rect">
            <a:avLst/>
          </a:prstGeom>
        </p:spPr>
        <p:txBody>
          <a:bodyPr tIns="0" bIns="0" anchor="t">
            <a:spAutoFit/>
          </a:bodyPr>
          <a:lstStyle>
            <a:lvl1pPr>
              <a:lnSpc>
                <a:spcPct val="100000"/>
              </a:lnSpc>
              <a:defRPr sz="2200">
                <a:solidFill>
                  <a:srgbClr val="000000"/>
                </a:solidFill>
                <a:latin typeface="Montserrat Bold" panose="000008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2E3C4D-A53B-49B6-90E2-150065B8751E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invGray">
          <a:xfrm>
            <a:off x="316799" y="830931"/>
            <a:ext cx="11484000" cy="338554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600">
                <a:solidFill>
                  <a:srgbClr val="000000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D5602A16-3FDE-9496-F52D-BBCE95215FDE}"/>
              </a:ext>
            </a:extLst>
          </p:cNvPr>
          <p:cNvSpPr/>
          <p:nvPr userDrawn="1"/>
        </p:nvSpPr>
        <p:spPr>
          <a:xfrm>
            <a:off x="336000" y="5322848"/>
            <a:ext cx="11520000" cy="914152"/>
          </a:xfrm>
          <a:prstGeom prst="rect">
            <a:avLst/>
          </a:prstGeom>
          <a:solidFill>
            <a:srgbClr val="ECECED"/>
          </a:solidFill>
          <a:ln>
            <a:solidFill>
              <a:srgbClr val="002D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en-IN" sz="1100">
                <a:solidFill>
                  <a:schemeClr val="tx1"/>
                </a:solidFill>
              </a:rPr>
              <a:t>Operations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04F57E-25D4-D7CE-5B70-0F7945C266D7}"/>
              </a:ext>
            </a:extLst>
          </p:cNvPr>
          <p:cNvSpPr/>
          <p:nvPr userDrawn="1"/>
        </p:nvSpPr>
        <p:spPr>
          <a:xfrm>
            <a:off x="336000" y="1269000"/>
            <a:ext cx="11520000" cy="3600000"/>
          </a:xfrm>
          <a:prstGeom prst="rect">
            <a:avLst/>
          </a:prstGeom>
          <a:solidFill>
            <a:srgbClr val="ECECED"/>
          </a:solidFill>
          <a:ln>
            <a:solidFill>
              <a:srgbClr val="002D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/>
          <a:lstStyle/>
          <a:p>
            <a:pPr algn="ctr"/>
            <a:r>
              <a:rPr lang="en-IN" sz="1100">
                <a:solidFill>
                  <a:schemeClr val="tx1"/>
                </a:solidFill>
              </a:rPr>
              <a:t>Activities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5A111962-D294-7F7D-3B9A-124F5D2B9A7C}"/>
              </a:ext>
            </a:extLst>
          </p:cNvPr>
          <p:cNvSpPr/>
          <p:nvPr userDrawn="1"/>
        </p:nvSpPr>
        <p:spPr>
          <a:xfrm>
            <a:off x="336000" y="4869000"/>
            <a:ext cx="11520000" cy="453848"/>
          </a:xfrm>
          <a:prstGeom prst="rect">
            <a:avLst/>
          </a:prstGeom>
          <a:solidFill>
            <a:schemeClr val="accent1"/>
          </a:solidFill>
          <a:ln>
            <a:solidFill>
              <a:srgbClr val="002D3C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vert270" rtlCol="0" anchor="t"/>
          <a:lstStyle/>
          <a:p>
            <a:pPr lvl="0" algn="ctr"/>
            <a:r>
              <a:rPr lang="en-IN" sz="1100">
                <a:solidFill>
                  <a:schemeClr val="tx1"/>
                </a:solidFill>
              </a:rPr>
              <a:t>Time</a:t>
            </a:r>
          </a:p>
        </p:txBody>
      </p:sp>
    </p:spTree>
    <p:extLst>
      <p:ext uri="{BB962C8B-B14F-4D97-AF65-F5344CB8AC3E}">
        <p14:creationId xmlns:p14="http://schemas.microsoft.com/office/powerpoint/2010/main" val="346140237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be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Background pattern&#10;&#10;Description automatically generated">
            <a:extLst>
              <a:ext uri="{FF2B5EF4-FFF2-40B4-BE49-F238E27FC236}">
                <a16:creationId xmlns:a16="http://schemas.microsoft.com/office/drawing/2014/main" id="{4EEB59C1-DBAE-B7DE-42D6-1DCE324A29F8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" name="Graphic 2">
            <a:extLst>
              <a:ext uri="{FF2B5EF4-FFF2-40B4-BE49-F238E27FC236}">
                <a16:creationId xmlns:a16="http://schemas.microsoft.com/office/drawing/2014/main" id="{21C878A3-882F-3207-05E3-4FED098BBA39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24316" y="6589619"/>
            <a:ext cx="1111378" cy="198900"/>
          </a:xfrm>
          <a:prstGeom prst="rect">
            <a:avLst/>
          </a:prstGeom>
        </p:spPr>
      </p:pic>
      <p:sp>
        <p:nvSpPr>
          <p:cNvPr id="5" name="AddCustomFooter#1">
            <a:extLst>
              <a:ext uri="{FF2B5EF4-FFF2-40B4-BE49-F238E27FC236}">
                <a16:creationId xmlns:a16="http://schemas.microsoft.com/office/drawing/2014/main" id="{CA8AE93D-8E63-88D0-16B7-7690206147CD}"/>
              </a:ext>
            </a:extLst>
          </p:cNvPr>
          <p:cNvSpPr txBox="1"/>
          <p:nvPr userDrawn="1"/>
        </p:nvSpPr>
        <p:spPr bwMode="invGray">
          <a:xfrm>
            <a:off x="5155964" y="6712973"/>
            <a:ext cx="1300036" cy="100027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190500" algn="l"/>
              </a:tabLst>
              <a:defRPr/>
            </a:pPr>
            <a:r>
              <a:rPr kumimoji="0" lang="en-US" sz="65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Verdana" pitchFamily="34" charset="0"/>
                <a:cs typeface="Verdana" pitchFamily="34" charset="0"/>
              </a:rPr>
              <a:t>© </a:t>
            </a:r>
            <a:r>
              <a:rPr kumimoji="0" lang="nl-NL" sz="65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Verdana" pitchFamily="34" charset="0"/>
                <a:cs typeface="Verdana" pitchFamily="34" charset="0"/>
              </a:rPr>
              <a:t>Eviden SAS</a:t>
            </a:r>
            <a:r>
              <a:rPr kumimoji="0" lang="en-US" sz="65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Verdana" pitchFamily="34" charset="0"/>
                <a:cs typeface="Verdana" pitchFamily="34" charset="0"/>
              </a:rPr>
              <a:t> – </a:t>
            </a:r>
            <a:r>
              <a:rPr kumimoji="0" lang="en-NL" sz="650" b="0" i="0" u="none" strike="noStrike" kern="1200" cap="none" spc="0" normalizeH="0" baseline="0" noProof="0">
                <a:ln>
                  <a:noFill/>
                </a:ln>
                <a:solidFill>
                  <a:schemeClr val="bg1">
                    <a:lumMod val="50000"/>
                  </a:schemeClr>
                </a:solidFill>
                <a:effectLst/>
                <a:uLnTx/>
                <a:uFillTx/>
                <a:latin typeface="+mn-lt"/>
                <a:ea typeface="Verdana" pitchFamily="34" charset="0"/>
                <a:cs typeface="Verdana" pitchFamily="34" charset="0"/>
              </a:rPr>
              <a:t>For internal use</a:t>
            </a:r>
            <a:endParaRPr lang="nl-NL" sz="650" baseline="0">
              <a:solidFill>
                <a:schemeClr val="bg1">
                  <a:lumMod val="50000"/>
                </a:schemeClr>
              </a:solidFill>
              <a:latin typeface="+mn-lt"/>
              <a:ea typeface="Verdana" pitchFamily="34" charset="0"/>
              <a:cs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952032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3AB2C97-AE85-490F-AD5D-C7F886D3B38F}"/>
              </a:ext>
            </a:extLst>
          </p:cNvPr>
          <p:cNvSpPr>
            <a:spLocks noGrp="1"/>
          </p:cNvSpPr>
          <p:nvPr>
            <p:ph type="title"/>
          </p:nvPr>
        </p:nvSpPr>
        <p:spPr bwMode="invGray">
          <a:xfrm>
            <a:off x="316800" y="471915"/>
            <a:ext cx="11484000" cy="343237"/>
          </a:xfrm>
          <a:prstGeom prst="rect">
            <a:avLst/>
          </a:prstGeom>
        </p:spPr>
        <p:txBody>
          <a:bodyPr anchor="t">
            <a:spAutoFit/>
          </a:bodyPr>
          <a:lstStyle>
            <a:lvl1pPr>
              <a:defRPr sz="2200">
                <a:solidFill>
                  <a:srgbClr val="000000"/>
                </a:solidFill>
                <a:latin typeface="Montserrat Bold" panose="000008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3E380AB4-E463-44B5-BF13-CB409ADD4E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invGray">
          <a:xfrm>
            <a:off x="316800" y="830931"/>
            <a:ext cx="11484000" cy="338554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600">
                <a:solidFill>
                  <a:srgbClr val="000000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6673F966-8056-4DE2-B799-EF36BC12AE9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6800" y="1316038"/>
            <a:ext cx="3600000" cy="46370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DDD60F31-EC58-4827-AE70-2A037AD8A328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258800" y="1316038"/>
            <a:ext cx="3600000" cy="46370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EF2B20C0-85C2-4DF4-A44F-BC3996D47AF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8200800" y="1316037"/>
            <a:ext cx="3600000" cy="46370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85630681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- small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3AB2C97-AE85-490F-AD5D-C7F886D3B38F}"/>
              </a:ext>
            </a:extLst>
          </p:cNvPr>
          <p:cNvSpPr>
            <a:spLocks noGrp="1"/>
          </p:cNvSpPr>
          <p:nvPr>
            <p:ph type="title"/>
          </p:nvPr>
        </p:nvSpPr>
        <p:spPr bwMode="invGray">
          <a:xfrm>
            <a:off x="316800" y="471915"/>
            <a:ext cx="6750477" cy="343237"/>
          </a:xfrm>
          <a:prstGeom prst="rect">
            <a:avLst/>
          </a:prstGeom>
        </p:spPr>
        <p:txBody>
          <a:bodyPr anchor="t">
            <a:spAutoFit/>
          </a:bodyPr>
          <a:lstStyle>
            <a:lvl1pPr>
              <a:defRPr sz="2200">
                <a:solidFill>
                  <a:srgbClr val="000000"/>
                </a:solidFill>
                <a:latin typeface="Montserrat Bold" panose="000008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3E380AB4-E463-44B5-BF13-CB409ADD4E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invGray">
          <a:xfrm>
            <a:off x="316800" y="830931"/>
            <a:ext cx="6750477" cy="338554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600">
                <a:solidFill>
                  <a:srgbClr val="000000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7581D1D-5EAE-4A54-A05E-CABE73051D3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7334885" y="471915"/>
            <a:ext cx="4464910" cy="5481210"/>
          </a:xfrm>
          <a:prstGeom prst="roundRect">
            <a:avLst>
              <a:gd name="adj" fmla="val 1612"/>
            </a:avLst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rgbClr val="000000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NL"/>
              <a:t>Click here to add an image</a:t>
            </a:r>
          </a:p>
          <a:p>
            <a:endParaRPr lang="en-NL"/>
          </a:p>
          <a:p>
            <a:endParaRPr lang="en-NL"/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26BC8A62-F5B1-434F-9116-260E0EED5724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6800" y="1316038"/>
            <a:ext cx="5677192" cy="46370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44928125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- big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3AB2C97-AE85-490F-AD5D-C7F886D3B38F}"/>
              </a:ext>
            </a:extLst>
          </p:cNvPr>
          <p:cNvSpPr>
            <a:spLocks noGrp="1"/>
          </p:cNvSpPr>
          <p:nvPr>
            <p:ph type="title"/>
          </p:nvPr>
        </p:nvSpPr>
        <p:spPr bwMode="invGray">
          <a:xfrm>
            <a:off x="316800" y="471915"/>
            <a:ext cx="4181414" cy="343237"/>
          </a:xfrm>
          <a:prstGeom prst="rect">
            <a:avLst/>
          </a:prstGeom>
        </p:spPr>
        <p:txBody>
          <a:bodyPr anchor="t">
            <a:spAutoFit/>
          </a:bodyPr>
          <a:lstStyle>
            <a:lvl1pPr>
              <a:defRPr sz="2200">
                <a:solidFill>
                  <a:srgbClr val="000000"/>
                </a:solidFill>
                <a:latin typeface="Montserrat Bold" panose="000008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3E380AB4-E463-44B5-BF13-CB409ADD4E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invGray">
          <a:xfrm>
            <a:off x="316800" y="830931"/>
            <a:ext cx="4182375" cy="338554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600">
                <a:solidFill>
                  <a:srgbClr val="000000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Picture Placeholder 5">
            <a:extLst>
              <a:ext uri="{FF2B5EF4-FFF2-40B4-BE49-F238E27FC236}">
                <a16:creationId xmlns:a16="http://schemas.microsoft.com/office/drawing/2014/main" id="{37581D1D-5EAE-4A54-A05E-CABE73051D3B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913419" y="471915"/>
            <a:ext cx="6885414" cy="5481210"/>
          </a:xfrm>
          <a:prstGeom prst="roundRect">
            <a:avLst>
              <a:gd name="adj" fmla="val 1612"/>
            </a:avLst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rgbClr val="000000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NL"/>
              <a:t>Click here to add an image</a:t>
            </a:r>
          </a:p>
          <a:p>
            <a:endParaRPr lang="en-NL"/>
          </a:p>
          <a:p>
            <a:endParaRPr lang="en-NL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FB9542F9-32A5-410D-9629-E8AEBA046707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6800" y="1316038"/>
            <a:ext cx="4181414" cy="46370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54566945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- chart r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3AB2C97-AE85-490F-AD5D-C7F886D3B38F}"/>
              </a:ext>
            </a:extLst>
          </p:cNvPr>
          <p:cNvSpPr>
            <a:spLocks noGrp="1"/>
          </p:cNvSpPr>
          <p:nvPr>
            <p:ph type="title"/>
          </p:nvPr>
        </p:nvSpPr>
        <p:spPr bwMode="invGray">
          <a:xfrm>
            <a:off x="316800" y="471915"/>
            <a:ext cx="11484000" cy="343237"/>
          </a:xfrm>
          <a:prstGeom prst="rect">
            <a:avLst/>
          </a:prstGeom>
        </p:spPr>
        <p:txBody>
          <a:bodyPr anchor="t">
            <a:spAutoFit/>
          </a:bodyPr>
          <a:lstStyle>
            <a:lvl1pPr>
              <a:defRPr sz="2200">
                <a:solidFill>
                  <a:srgbClr val="000000"/>
                </a:solidFill>
                <a:latin typeface="Montserrat Bold" panose="000008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3E380AB4-E463-44B5-BF13-CB409ADD4E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invGray">
          <a:xfrm>
            <a:off x="316800" y="830931"/>
            <a:ext cx="11484000" cy="338554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600">
                <a:solidFill>
                  <a:srgbClr val="000000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6C72E7BA-6D3C-4D6A-9EA0-061F3E9E8324}"/>
              </a:ext>
            </a:extLst>
          </p:cNvPr>
          <p:cNvSpPr>
            <a:spLocks noGrp="1"/>
          </p:cNvSpPr>
          <p:nvPr>
            <p:ph type="chart" sz="quarter" idx="15" hasCustomPrompt="1"/>
          </p:nvPr>
        </p:nvSpPr>
        <p:spPr>
          <a:xfrm>
            <a:off x="5420705" y="1316764"/>
            <a:ext cx="6380095" cy="463656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rgbClr val="000000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NL"/>
              <a:t>Placeholder for chart</a:t>
            </a:r>
            <a:endParaRPr lang="nl-NL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056049E1-8871-4DD9-80BA-F04283E24506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316800" y="1316038"/>
            <a:ext cx="4707669" cy="4637087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3004183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ne column - chart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3AB2C97-AE85-490F-AD5D-C7F886D3B38F}"/>
              </a:ext>
            </a:extLst>
          </p:cNvPr>
          <p:cNvSpPr>
            <a:spLocks noGrp="1"/>
          </p:cNvSpPr>
          <p:nvPr>
            <p:ph type="title"/>
          </p:nvPr>
        </p:nvSpPr>
        <p:spPr bwMode="invGray">
          <a:xfrm>
            <a:off x="316799" y="471915"/>
            <a:ext cx="11484000" cy="343237"/>
          </a:xfrm>
          <a:prstGeom prst="rect">
            <a:avLst/>
          </a:prstGeom>
        </p:spPr>
        <p:txBody>
          <a:bodyPr anchor="t">
            <a:spAutoFit/>
          </a:bodyPr>
          <a:lstStyle>
            <a:lvl1pPr>
              <a:defRPr sz="2200">
                <a:solidFill>
                  <a:srgbClr val="000000"/>
                </a:solidFill>
                <a:latin typeface="Montserrat Bold" panose="000008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3E380AB4-E463-44B5-BF13-CB409ADD4E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invGray">
          <a:xfrm>
            <a:off x="316799" y="830931"/>
            <a:ext cx="11484000" cy="338554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600">
                <a:solidFill>
                  <a:srgbClr val="000000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hart Placeholder 6">
            <a:extLst>
              <a:ext uri="{FF2B5EF4-FFF2-40B4-BE49-F238E27FC236}">
                <a16:creationId xmlns:a16="http://schemas.microsoft.com/office/drawing/2014/main" id="{6C72E7BA-6D3C-4D6A-9EA0-061F3E9E8324}"/>
              </a:ext>
            </a:extLst>
          </p:cNvPr>
          <p:cNvSpPr>
            <a:spLocks noGrp="1"/>
          </p:cNvSpPr>
          <p:nvPr>
            <p:ph type="chart" sz="quarter" idx="15" hasCustomPrompt="1"/>
          </p:nvPr>
        </p:nvSpPr>
        <p:spPr>
          <a:xfrm>
            <a:off x="414338" y="1316764"/>
            <a:ext cx="5037248" cy="4636563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rgbClr val="000000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NL"/>
              <a:t>Placeholder for chart</a:t>
            </a:r>
            <a:endParaRPr lang="nl-NL"/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DDA4C3D8-8F24-457D-A0D3-C853BE2888F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188704" y="1316503"/>
            <a:ext cx="5612095" cy="46365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>
                <a:solidFill>
                  <a:srgbClr val="000000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15340243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images + four text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3AB2C97-AE85-490F-AD5D-C7F886D3B38F}"/>
              </a:ext>
            </a:extLst>
          </p:cNvPr>
          <p:cNvSpPr>
            <a:spLocks noGrp="1"/>
          </p:cNvSpPr>
          <p:nvPr>
            <p:ph type="title"/>
          </p:nvPr>
        </p:nvSpPr>
        <p:spPr bwMode="invGray">
          <a:xfrm>
            <a:off x="316800" y="471915"/>
            <a:ext cx="11484000" cy="343237"/>
          </a:xfrm>
          <a:prstGeom prst="rect">
            <a:avLst/>
          </a:prstGeom>
        </p:spPr>
        <p:txBody>
          <a:bodyPr anchor="t">
            <a:spAutoFit/>
          </a:bodyPr>
          <a:lstStyle>
            <a:lvl1pPr>
              <a:defRPr sz="2200">
                <a:solidFill>
                  <a:srgbClr val="000000"/>
                </a:solidFill>
                <a:latin typeface="Montserrat Bold" panose="000008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3E380AB4-E463-44B5-BF13-CB409ADD4E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invGray">
          <a:xfrm>
            <a:off x="316800" y="830931"/>
            <a:ext cx="11484000" cy="338554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600">
                <a:solidFill>
                  <a:srgbClr val="000000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Picture Placeholder 5">
            <a:extLst>
              <a:ext uri="{FF2B5EF4-FFF2-40B4-BE49-F238E27FC236}">
                <a16:creationId xmlns:a16="http://schemas.microsoft.com/office/drawing/2014/main" id="{4DA07A1E-7E43-40F2-95A9-1DAE8473B2B8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414338" y="1429965"/>
            <a:ext cx="2070313" cy="2130358"/>
          </a:xfrm>
          <a:prstGeom prst="roundRect">
            <a:avLst>
              <a:gd name="adj" fmla="val 6780"/>
            </a:avLst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rgbClr val="000000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NL"/>
              <a:t>Click here to add an image</a:t>
            </a:r>
          </a:p>
          <a:p>
            <a:endParaRPr lang="en-NL"/>
          </a:p>
          <a:p>
            <a:endParaRPr lang="en-NL"/>
          </a:p>
        </p:txBody>
      </p:sp>
      <p:sp>
        <p:nvSpPr>
          <p:cNvPr id="20" name="Picture Placeholder 5">
            <a:extLst>
              <a:ext uri="{FF2B5EF4-FFF2-40B4-BE49-F238E27FC236}">
                <a16:creationId xmlns:a16="http://schemas.microsoft.com/office/drawing/2014/main" id="{BA3582E0-15F7-4939-B5EE-0DCB1F5EB669}"/>
              </a:ext>
            </a:extLst>
          </p:cNvPr>
          <p:cNvSpPr>
            <a:spLocks noGrp="1"/>
          </p:cNvSpPr>
          <p:nvPr>
            <p:ph type="pic" sz="quarter" idx="20" hasCustomPrompt="1"/>
          </p:nvPr>
        </p:nvSpPr>
        <p:spPr>
          <a:xfrm>
            <a:off x="6292518" y="1429965"/>
            <a:ext cx="2070313" cy="2130358"/>
          </a:xfrm>
          <a:prstGeom prst="roundRect">
            <a:avLst>
              <a:gd name="adj" fmla="val 6780"/>
            </a:avLst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rgbClr val="000000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NL"/>
              <a:t>Click here to add an image</a:t>
            </a:r>
          </a:p>
          <a:p>
            <a:endParaRPr lang="en-NL"/>
          </a:p>
          <a:p>
            <a:endParaRPr lang="en-NL"/>
          </a:p>
        </p:txBody>
      </p:sp>
      <p:sp>
        <p:nvSpPr>
          <p:cNvPr id="24" name="Picture Placeholder 5">
            <a:extLst>
              <a:ext uri="{FF2B5EF4-FFF2-40B4-BE49-F238E27FC236}">
                <a16:creationId xmlns:a16="http://schemas.microsoft.com/office/drawing/2014/main" id="{B75F2EC0-3A73-4ED4-A42B-B55C74D832F1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414338" y="3826923"/>
            <a:ext cx="2070313" cy="2130358"/>
          </a:xfrm>
          <a:prstGeom prst="roundRect">
            <a:avLst>
              <a:gd name="adj" fmla="val 6780"/>
            </a:avLst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rgbClr val="000000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NL"/>
              <a:t>Click here to add an image</a:t>
            </a:r>
          </a:p>
          <a:p>
            <a:endParaRPr lang="en-NL"/>
          </a:p>
          <a:p>
            <a:endParaRPr lang="en-NL"/>
          </a:p>
        </p:txBody>
      </p:sp>
      <p:sp>
        <p:nvSpPr>
          <p:cNvPr id="26" name="Picture Placeholder 5">
            <a:extLst>
              <a:ext uri="{FF2B5EF4-FFF2-40B4-BE49-F238E27FC236}">
                <a16:creationId xmlns:a16="http://schemas.microsoft.com/office/drawing/2014/main" id="{5AF3F779-9DC3-4AAF-AE3B-9FE0C5FA02B0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6292518" y="3826923"/>
            <a:ext cx="2070313" cy="2130358"/>
          </a:xfrm>
          <a:prstGeom prst="roundRect">
            <a:avLst>
              <a:gd name="adj" fmla="val 6780"/>
            </a:avLst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solidFill>
                  <a:srgbClr val="000000"/>
                </a:solidFill>
                <a:latin typeface="Montserrat" panose="00000500000000000000" pitchFamily="2" charset="0"/>
              </a:defRPr>
            </a:lvl1pPr>
          </a:lstStyle>
          <a:p>
            <a:r>
              <a:rPr lang="en-NL"/>
              <a:t>Click here to add an image</a:t>
            </a:r>
          </a:p>
          <a:p>
            <a:endParaRPr lang="en-NL"/>
          </a:p>
          <a:p>
            <a:endParaRPr lang="en-NL"/>
          </a:p>
        </p:txBody>
      </p:sp>
      <p:sp>
        <p:nvSpPr>
          <p:cNvPr id="14" name="Text Placeholder 4">
            <a:extLst>
              <a:ext uri="{FF2B5EF4-FFF2-40B4-BE49-F238E27FC236}">
                <a16:creationId xmlns:a16="http://schemas.microsoft.com/office/drawing/2014/main" id="{033AC978-A238-4386-8624-0CCD5A155122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 bwMode="invGray">
          <a:xfrm>
            <a:off x="2805716" y="1429965"/>
            <a:ext cx="3132000" cy="213035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rgbClr val="000000"/>
                </a:solidFill>
                <a:latin typeface="Montserrat Regular" panose="000005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47AFCE78-5C36-44C8-91C8-92D9BA8B2A07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 bwMode="invGray">
          <a:xfrm>
            <a:off x="2805716" y="3826922"/>
            <a:ext cx="3132000" cy="213035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rgbClr val="000000"/>
                </a:solidFill>
                <a:latin typeface="Montserrat Regular" panose="000005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B1908094-B0A8-4A77-A781-2F7092A350B6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 bwMode="invGray">
          <a:xfrm>
            <a:off x="8668800" y="1429965"/>
            <a:ext cx="3132000" cy="2130358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rgbClr val="000000"/>
                </a:solidFill>
                <a:latin typeface="Montserrat Regular" panose="000005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BDCD943-E55C-4177-BFF5-0964EED3979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 bwMode="invGray">
          <a:xfrm>
            <a:off x="8668800" y="3826922"/>
            <a:ext cx="3132000" cy="213035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rgbClr val="000000"/>
                </a:solidFill>
                <a:latin typeface="Montserrat Regular" panose="000005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05389750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highlight blocks + four text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3AB2C97-AE85-490F-AD5D-C7F886D3B38F}"/>
              </a:ext>
            </a:extLst>
          </p:cNvPr>
          <p:cNvSpPr>
            <a:spLocks noGrp="1"/>
          </p:cNvSpPr>
          <p:nvPr>
            <p:ph type="title"/>
          </p:nvPr>
        </p:nvSpPr>
        <p:spPr bwMode="invGray">
          <a:xfrm>
            <a:off x="316799" y="471915"/>
            <a:ext cx="11484000" cy="343237"/>
          </a:xfrm>
          <a:prstGeom prst="rect">
            <a:avLst/>
          </a:prstGeom>
        </p:spPr>
        <p:txBody>
          <a:bodyPr anchor="t">
            <a:spAutoFit/>
          </a:bodyPr>
          <a:lstStyle>
            <a:lvl1pPr>
              <a:defRPr sz="2200">
                <a:latin typeface="Montserrat Bold" panose="000008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3E380AB4-E463-44B5-BF13-CB409ADD4E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invGray">
          <a:xfrm>
            <a:off x="316799" y="830931"/>
            <a:ext cx="11484000" cy="338554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600">
                <a:solidFill>
                  <a:srgbClr val="2D2D2D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E3CA8B58-D28A-433A-8884-CEC98561B5DF}"/>
              </a:ext>
            </a:extLst>
          </p:cNvPr>
          <p:cNvSpPr/>
          <p:nvPr userDrawn="1"/>
        </p:nvSpPr>
        <p:spPr>
          <a:xfrm>
            <a:off x="422777" y="1429965"/>
            <a:ext cx="2070313" cy="2130357"/>
          </a:xfrm>
          <a:prstGeom prst="roundRect">
            <a:avLst>
              <a:gd name="adj" fmla="val 5789"/>
            </a:avLst>
          </a:prstGeom>
          <a:solidFill>
            <a:srgbClr val="2D2D2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F759717C-E81C-4C70-9235-FF3D6ED69F8A}"/>
              </a:ext>
            </a:extLst>
          </p:cNvPr>
          <p:cNvSpPr/>
          <p:nvPr userDrawn="1"/>
        </p:nvSpPr>
        <p:spPr>
          <a:xfrm>
            <a:off x="422777" y="3831256"/>
            <a:ext cx="2070313" cy="2130357"/>
          </a:xfrm>
          <a:prstGeom prst="roundRect">
            <a:avLst>
              <a:gd name="adj" fmla="val 5789"/>
            </a:avLst>
          </a:prstGeom>
          <a:solidFill>
            <a:srgbClr val="ECEC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074D446E-B224-472C-980C-5E05C0359A01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 bwMode="invGray">
          <a:xfrm>
            <a:off x="617775" y="1631004"/>
            <a:ext cx="1680317" cy="172503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Montserrat Regular" panose="000005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74E93D42-A67E-465A-839D-8F565E7FAE9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 bwMode="invGray">
          <a:xfrm>
            <a:off x="617775" y="4033913"/>
            <a:ext cx="1680317" cy="172503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rgbClr val="000000"/>
                </a:solidFill>
                <a:latin typeface="Montserrat Regular" panose="000005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Rectangle: Rounded Corners 26">
            <a:extLst>
              <a:ext uri="{FF2B5EF4-FFF2-40B4-BE49-F238E27FC236}">
                <a16:creationId xmlns:a16="http://schemas.microsoft.com/office/drawing/2014/main" id="{1047352F-5E4B-4E67-95C0-019B5ECC2AB2}"/>
              </a:ext>
            </a:extLst>
          </p:cNvPr>
          <p:cNvSpPr/>
          <p:nvPr userDrawn="1"/>
        </p:nvSpPr>
        <p:spPr>
          <a:xfrm>
            <a:off x="6287693" y="1429965"/>
            <a:ext cx="2070313" cy="2130357"/>
          </a:xfrm>
          <a:prstGeom prst="roundRect">
            <a:avLst>
              <a:gd name="adj" fmla="val 5789"/>
            </a:avLst>
          </a:prstGeom>
          <a:solidFill>
            <a:srgbClr val="FF6D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8" name="Rectangle: Rounded Corners 27">
            <a:extLst>
              <a:ext uri="{FF2B5EF4-FFF2-40B4-BE49-F238E27FC236}">
                <a16:creationId xmlns:a16="http://schemas.microsoft.com/office/drawing/2014/main" id="{998C8F63-546B-4516-BC2C-7FFA8AFABDB8}"/>
              </a:ext>
            </a:extLst>
          </p:cNvPr>
          <p:cNvSpPr/>
          <p:nvPr userDrawn="1"/>
        </p:nvSpPr>
        <p:spPr>
          <a:xfrm>
            <a:off x="6287691" y="3831255"/>
            <a:ext cx="2070313" cy="2130357"/>
          </a:xfrm>
          <a:prstGeom prst="roundRect">
            <a:avLst>
              <a:gd name="adj" fmla="val 5789"/>
            </a:avLst>
          </a:prstGeom>
          <a:solidFill>
            <a:srgbClr val="002D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B0E0D8AF-49E6-49E0-9F50-362332B8B92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 bwMode="invGray">
          <a:xfrm>
            <a:off x="6482691" y="1631004"/>
            <a:ext cx="1680317" cy="172503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rgbClr val="000000"/>
                </a:solidFill>
                <a:latin typeface="Montserrat Regular" panose="000005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73A7A69C-7DE5-4E67-A136-A50A826334EF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 bwMode="invGray">
          <a:xfrm>
            <a:off x="6482691" y="4033913"/>
            <a:ext cx="1680317" cy="172503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bg1"/>
                </a:solidFill>
                <a:latin typeface="Montserrat Regular" panose="000005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0198DF7-CEAE-47CF-94B7-60626AC3CAA4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 bwMode="invGray">
          <a:xfrm>
            <a:off x="2784434" y="1429965"/>
            <a:ext cx="3132000" cy="213035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rgbClr val="000000"/>
                </a:solidFill>
                <a:latin typeface="Montserrat Regular" panose="000005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2E71C253-CB2E-4933-98E4-5EE04CF92642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 bwMode="invGray">
          <a:xfrm>
            <a:off x="2784434" y="3826923"/>
            <a:ext cx="3132000" cy="213035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rgbClr val="000000"/>
                </a:solidFill>
                <a:latin typeface="Montserrat Regular" panose="000005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43C3C0BE-76A9-4AEB-B881-463AEFD97AD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 bwMode="invGray">
          <a:xfrm>
            <a:off x="8668799" y="1429965"/>
            <a:ext cx="3132000" cy="213035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rgbClr val="000000"/>
                </a:solidFill>
                <a:latin typeface="Montserrat Regular" panose="000005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0848F375-61FF-4AC2-BA7D-635E975C5F95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 bwMode="invGray">
          <a:xfrm>
            <a:off x="8668799" y="3826922"/>
            <a:ext cx="3132000" cy="2130357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rgbClr val="000000"/>
                </a:solidFill>
                <a:latin typeface="Montserrat Regular" panose="000005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25744822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x blocks with titl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3AB2C97-AE85-490F-AD5D-C7F886D3B38F}"/>
              </a:ext>
            </a:extLst>
          </p:cNvPr>
          <p:cNvSpPr>
            <a:spLocks noGrp="1"/>
          </p:cNvSpPr>
          <p:nvPr>
            <p:ph type="title"/>
          </p:nvPr>
        </p:nvSpPr>
        <p:spPr bwMode="invGray">
          <a:xfrm>
            <a:off x="316800" y="471915"/>
            <a:ext cx="11484000" cy="343237"/>
          </a:xfrm>
          <a:prstGeom prst="rect">
            <a:avLst/>
          </a:prstGeom>
        </p:spPr>
        <p:txBody>
          <a:bodyPr anchor="t">
            <a:spAutoFit/>
          </a:bodyPr>
          <a:lstStyle>
            <a:lvl1pPr>
              <a:defRPr sz="2200">
                <a:latin typeface="Montserrat Bold" panose="000008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3E380AB4-E463-44B5-BF13-CB409ADD4E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invGray">
          <a:xfrm>
            <a:off x="316800" y="830931"/>
            <a:ext cx="11484000" cy="338554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600">
                <a:solidFill>
                  <a:srgbClr val="2D2D2D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D2459CEC-A4CF-4DD4-81E8-93B3A5F6536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 bwMode="invGray">
          <a:xfrm>
            <a:off x="8088366" y="1439605"/>
            <a:ext cx="3712434" cy="31217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rgbClr val="2D2D2D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8741328C-C085-4599-8E8E-9F2675721AA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 bwMode="invGray">
          <a:xfrm>
            <a:off x="8088365" y="3813858"/>
            <a:ext cx="3712435" cy="31217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rgbClr val="2D2D2D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4BC0F70D-170B-4864-9328-0FB2F231130D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 bwMode="invGray">
          <a:xfrm>
            <a:off x="316800" y="1439605"/>
            <a:ext cx="3712434" cy="31217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rgbClr val="2D2D2D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4">
            <a:extLst>
              <a:ext uri="{FF2B5EF4-FFF2-40B4-BE49-F238E27FC236}">
                <a16:creationId xmlns:a16="http://schemas.microsoft.com/office/drawing/2014/main" id="{36370263-69FE-4CD9-9FFD-457F6EC1ED91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 bwMode="invGray">
          <a:xfrm>
            <a:off x="316800" y="3813858"/>
            <a:ext cx="3712435" cy="31217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rgbClr val="2D2D2D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">
            <a:extLst>
              <a:ext uri="{FF2B5EF4-FFF2-40B4-BE49-F238E27FC236}">
                <a16:creationId xmlns:a16="http://schemas.microsoft.com/office/drawing/2014/main" id="{2EF3C9B2-76EC-4D51-8D58-B549BD2659BB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 bwMode="invGray">
          <a:xfrm>
            <a:off x="4184726" y="1439605"/>
            <a:ext cx="3712434" cy="31217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rgbClr val="2D2D2D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4">
            <a:extLst>
              <a:ext uri="{FF2B5EF4-FFF2-40B4-BE49-F238E27FC236}">
                <a16:creationId xmlns:a16="http://schemas.microsoft.com/office/drawing/2014/main" id="{6073B89A-ABDB-42BA-B930-F2CDCAD2D5F5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 bwMode="invGray">
          <a:xfrm>
            <a:off x="4184726" y="3813858"/>
            <a:ext cx="3712435" cy="31217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rgbClr val="2D2D2D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">
            <a:extLst>
              <a:ext uri="{FF2B5EF4-FFF2-40B4-BE49-F238E27FC236}">
                <a16:creationId xmlns:a16="http://schemas.microsoft.com/office/drawing/2014/main" id="{320C2A9B-1446-42B5-9866-6A529B7EB42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 bwMode="invGray">
          <a:xfrm>
            <a:off x="316800" y="1836750"/>
            <a:ext cx="3712433" cy="174909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2D2D2D"/>
                </a:solidFill>
                <a:latin typeface="Montserrat Regular" panose="000005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4">
            <a:extLst>
              <a:ext uri="{FF2B5EF4-FFF2-40B4-BE49-F238E27FC236}">
                <a16:creationId xmlns:a16="http://schemas.microsoft.com/office/drawing/2014/main" id="{C5F06084-AC16-49C2-BFAC-0A404A7435D0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 bwMode="invGray">
          <a:xfrm>
            <a:off x="316800" y="4216115"/>
            <a:ext cx="3712433" cy="174909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2D2D2D"/>
                </a:solidFill>
                <a:latin typeface="Montserrat Regular" panose="000005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4">
            <a:extLst>
              <a:ext uri="{FF2B5EF4-FFF2-40B4-BE49-F238E27FC236}">
                <a16:creationId xmlns:a16="http://schemas.microsoft.com/office/drawing/2014/main" id="{45397D41-59D2-4B16-B530-4079DF1ED91A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 bwMode="invGray">
          <a:xfrm>
            <a:off x="4184726" y="1836750"/>
            <a:ext cx="3712433" cy="174909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2D2D2D"/>
                </a:solidFill>
                <a:latin typeface="Montserrat Regular" panose="000005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">
            <a:extLst>
              <a:ext uri="{FF2B5EF4-FFF2-40B4-BE49-F238E27FC236}">
                <a16:creationId xmlns:a16="http://schemas.microsoft.com/office/drawing/2014/main" id="{6877C2CE-0D3D-4F51-B4FB-44CA0AC4CDE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 bwMode="invGray">
          <a:xfrm>
            <a:off x="4184726" y="4216115"/>
            <a:ext cx="3712433" cy="174909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2D2D2D"/>
                </a:solidFill>
                <a:latin typeface="Montserrat Regular" panose="000005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0" name="Text Placeholder 4">
            <a:extLst>
              <a:ext uri="{FF2B5EF4-FFF2-40B4-BE49-F238E27FC236}">
                <a16:creationId xmlns:a16="http://schemas.microsoft.com/office/drawing/2014/main" id="{5D027021-1D69-4E2B-AA72-76DABF09EC76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 bwMode="invGray">
          <a:xfrm>
            <a:off x="8088367" y="1836750"/>
            <a:ext cx="3712433" cy="174909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2D2D2D"/>
                </a:solidFill>
                <a:latin typeface="Montserrat Regular" panose="000005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1" name="Text Placeholder 4">
            <a:extLst>
              <a:ext uri="{FF2B5EF4-FFF2-40B4-BE49-F238E27FC236}">
                <a16:creationId xmlns:a16="http://schemas.microsoft.com/office/drawing/2014/main" id="{FF652AAD-B456-43BF-B19B-120FF398F9C1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 bwMode="invGray">
          <a:xfrm>
            <a:off x="8088367" y="4216115"/>
            <a:ext cx="3712433" cy="174909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2D2D2D"/>
                </a:solidFill>
                <a:latin typeface="Montserrat Regular" panose="000005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48866225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blocks with hight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3AB2C97-AE85-490F-AD5D-C7F886D3B38F}"/>
              </a:ext>
            </a:extLst>
          </p:cNvPr>
          <p:cNvSpPr>
            <a:spLocks noGrp="1"/>
          </p:cNvSpPr>
          <p:nvPr>
            <p:ph type="title"/>
          </p:nvPr>
        </p:nvSpPr>
        <p:spPr bwMode="invGray">
          <a:xfrm>
            <a:off x="316799" y="471915"/>
            <a:ext cx="11484000" cy="343237"/>
          </a:xfrm>
          <a:prstGeom prst="rect">
            <a:avLst/>
          </a:prstGeom>
        </p:spPr>
        <p:txBody>
          <a:bodyPr anchor="t">
            <a:spAutoFit/>
          </a:bodyPr>
          <a:lstStyle>
            <a:lvl1pPr>
              <a:defRPr sz="2200">
                <a:latin typeface="Montserrat Bold" panose="000008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3E380AB4-E463-44B5-BF13-CB409ADD4E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invGray">
          <a:xfrm>
            <a:off x="316799" y="830931"/>
            <a:ext cx="11484000" cy="338554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600">
                <a:solidFill>
                  <a:srgbClr val="2D2D2D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F3D8963-5580-4C5D-83BD-9F4EE3E85093}"/>
              </a:ext>
            </a:extLst>
          </p:cNvPr>
          <p:cNvSpPr/>
          <p:nvPr/>
        </p:nvSpPr>
        <p:spPr>
          <a:xfrm>
            <a:off x="417847" y="1376740"/>
            <a:ext cx="2749999" cy="4681353"/>
          </a:xfrm>
          <a:prstGeom prst="roundRect">
            <a:avLst>
              <a:gd name="adj" fmla="val 6076"/>
            </a:avLst>
          </a:prstGeom>
          <a:solidFill>
            <a:srgbClr val="ECEC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266BEE5-890F-4D2B-A3D4-446773B2C7A7}"/>
              </a:ext>
            </a:extLst>
          </p:cNvPr>
          <p:cNvSpPr/>
          <p:nvPr/>
        </p:nvSpPr>
        <p:spPr>
          <a:xfrm>
            <a:off x="3291456" y="1376740"/>
            <a:ext cx="2749999" cy="4681353"/>
          </a:xfrm>
          <a:prstGeom prst="roundRect">
            <a:avLst>
              <a:gd name="adj" fmla="val 6076"/>
            </a:avLst>
          </a:prstGeom>
          <a:solidFill>
            <a:srgbClr val="ECEC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B76ECF3-ABC9-4360-9A82-4F41E3655D43}"/>
              </a:ext>
            </a:extLst>
          </p:cNvPr>
          <p:cNvSpPr/>
          <p:nvPr/>
        </p:nvSpPr>
        <p:spPr>
          <a:xfrm>
            <a:off x="6165065" y="1376740"/>
            <a:ext cx="2749999" cy="4681353"/>
          </a:xfrm>
          <a:prstGeom prst="roundRect">
            <a:avLst>
              <a:gd name="adj" fmla="val 6076"/>
            </a:avLst>
          </a:prstGeom>
          <a:solidFill>
            <a:srgbClr val="ECEC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E8E96AE-E249-4716-9137-DA93C7E53D0E}"/>
              </a:ext>
            </a:extLst>
          </p:cNvPr>
          <p:cNvSpPr/>
          <p:nvPr/>
        </p:nvSpPr>
        <p:spPr>
          <a:xfrm>
            <a:off x="9038673" y="1376740"/>
            <a:ext cx="2749999" cy="4681353"/>
          </a:xfrm>
          <a:prstGeom prst="roundRect">
            <a:avLst>
              <a:gd name="adj" fmla="val 6076"/>
            </a:avLst>
          </a:prstGeom>
          <a:solidFill>
            <a:srgbClr val="FF6D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239C0297-1567-40AA-90D6-CB03A2A553DC}"/>
              </a:ext>
            </a:extLst>
          </p:cNvPr>
          <p:cNvSpPr>
            <a:spLocks noGrp="1"/>
          </p:cNvSpPr>
          <p:nvPr userDrawn="1">
            <p:ph type="body" sz="quarter" idx="42"/>
          </p:nvPr>
        </p:nvSpPr>
        <p:spPr bwMode="invGray">
          <a:xfrm>
            <a:off x="563857" y="1481550"/>
            <a:ext cx="2457978" cy="31217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1400">
                <a:solidFill>
                  <a:srgbClr val="000000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76D94888-A371-4384-8376-ED2A72F15754}"/>
              </a:ext>
            </a:extLst>
          </p:cNvPr>
          <p:cNvSpPr>
            <a:spLocks noGrp="1"/>
          </p:cNvSpPr>
          <p:nvPr userDrawn="1">
            <p:ph type="body" sz="quarter" idx="48"/>
          </p:nvPr>
        </p:nvSpPr>
        <p:spPr bwMode="invGray">
          <a:xfrm>
            <a:off x="563858" y="1878695"/>
            <a:ext cx="2457977" cy="406071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00000"/>
                </a:solidFill>
                <a:latin typeface="Montserrat Regular" panose="000005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D94C5563-891A-404C-BEE1-28600555F5A7}"/>
              </a:ext>
            </a:extLst>
          </p:cNvPr>
          <p:cNvSpPr>
            <a:spLocks noGrp="1"/>
          </p:cNvSpPr>
          <p:nvPr userDrawn="1">
            <p:ph type="body" sz="quarter" idx="49"/>
          </p:nvPr>
        </p:nvSpPr>
        <p:spPr bwMode="invGray">
          <a:xfrm>
            <a:off x="3437466" y="1481550"/>
            <a:ext cx="2457978" cy="31217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1400">
                <a:solidFill>
                  <a:srgbClr val="000000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D62F8185-7100-4AB7-8700-7B9AB5C5C762}"/>
              </a:ext>
            </a:extLst>
          </p:cNvPr>
          <p:cNvSpPr>
            <a:spLocks noGrp="1"/>
          </p:cNvSpPr>
          <p:nvPr userDrawn="1">
            <p:ph type="body" sz="quarter" idx="50"/>
          </p:nvPr>
        </p:nvSpPr>
        <p:spPr bwMode="invGray">
          <a:xfrm>
            <a:off x="3437467" y="1878695"/>
            <a:ext cx="2457977" cy="406071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00000"/>
                </a:solidFill>
                <a:latin typeface="Montserrat Regular" panose="000005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F2DDC885-AC07-439F-BC77-A4C9B911E7E5}"/>
              </a:ext>
            </a:extLst>
          </p:cNvPr>
          <p:cNvSpPr>
            <a:spLocks noGrp="1"/>
          </p:cNvSpPr>
          <p:nvPr userDrawn="1">
            <p:ph type="body" sz="quarter" idx="51"/>
          </p:nvPr>
        </p:nvSpPr>
        <p:spPr bwMode="invGray">
          <a:xfrm>
            <a:off x="6311075" y="1481550"/>
            <a:ext cx="2457978" cy="31217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1400">
                <a:solidFill>
                  <a:srgbClr val="000000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">
            <a:extLst>
              <a:ext uri="{FF2B5EF4-FFF2-40B4-BE49-F238E27FC236}">
                <a16:creationId xmlns:a16="http://schemas.microsoft.com/office/drawing/2014/main" id="{BF938847-A46F-4040-B617-CA0FDAC75981}"/>
              </a:ext>
            </a:extLst>
          </p:cNvPr>
          <p:cNvSpPr>
            <a:spLocks noGrp="1"/>
          </p:cNvSpPr>
          <p:nvPr userDrawn="1">
            <p:ph type="body" sz="quarter" idx="52"/>
          </p:nvPr>
        </p:nvSpPr>
        <p:spPr bwMode="invGray">
          <a:xfrm>
            <a:off x="6311076" y="1878695"/>
            <a:ext cx="2457977" cy="406071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00000"/>
                </a:solidFill>
                <a:latin typeface="Montserrat Regular" panose="000005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4">
            <a:extLst>
              <a:ext uri="{FF2B5EF4-FFF2-40B4-BE49-F238E27FC236}">
                <a16:creationId xmlns:a16="http://schemas.microsoft.com/office/drawing/2014/main" id="{3D2A8777-0FD1-4F0D-BDA3-82FBFC3C711F}"/>
              </a:ext>
            </a:extLst>
          </p:cNvPr>
          <p:cNvSpPr>
            <a:spLocks noGrp="1"/>
          </p:cNvSpPr>
          <p:nvPr userDrawn="1">
            <p:ph type="body" sz="quarter" idx="53"/>
          </p:nvPr>
        </p:nvSpPr>
        <p:spPr bwMode="invGray">
          <a:xfrm>
            <a:off x="9184683" y="1481550"/>
            <a:ext cx="2457978" cy="31217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1400">
                <a:solidFill>
                  <a:srgbClr val="000000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4">
            <a:extLst>
              <a:ext uri="{FF2B5EF4-FFF2-40B4-BE49-F238E27FC236}">
                <a16:creationId xmlns:a16="http://schemas.microsoft.com/office/drawing/2014/main" id="{0D2F8A3C-F63E-4F2C-9C20-DCFE48617FE5}"/>
              </a:ext>
            </a:extLst>
          </p:cNvPr>
          <p:cNvSpPr>
            <a:spLocks noGrp="1"/>
          </p:cNvSpPr>
          <p:nvPr userDrawn="1">
            <p:ph type="body" sz="quarter" idx="54"/>
          </p:nvPr>
        </p:nvSpPr>
        <p:spPr bwMode="invGray">
          <a:xfrm>
            <a:off x="9184684" y="1878695"/>
            <a:ext cx="2457977" cy="406071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00000"/>
                </a:solidFill>
                <a:latin typeface="Montserrat Regular" panose="000005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9846852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3AB2C97-AE85-490F-AD5D-C7F886D3B38F}"/>
              </a:ext>
            </a:extLst>
          </p:cNvPr>
          <p:cNvSpPr>
            <a:spLocks noGrp="1"/>
          </p:cNvSpPr>
          <p:nvPr>
            <p:ph type="title"/>
          </p:nvPr>
        </p:nvSpPr>
        <p:spPr bwMode="invGray">
          <a:xfrm>
            <a:off x="316800" y="471915"/>
            <a:ext cx="11484000" cy="343237"/>
          </a:xfrm>
          <a:prstGeom prst="rect">
            <a:avLst/>
          </a:prstGeom>
        </p:spPr>
        <p:txBody>
          <a:bodyPr anchor="t">
            <a:spAutoFit/>
          </a:bodyPr>
          <a:lstStyle>
            <a:lvl1pPr>
              <a:defRPr sz="2200">
                <a:latin typeface="Montserrat Bold" panose="000008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3E380AB4-E463-44B5-BF13-CB409ADD4E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invGray">
          <a:xfrm>
            <a:off x="316800" y="830931"/>
            <a:ext cx="11484000" cy="338554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600">
                <a:solidFill>
                  <a:srgbClr val="2D2D2D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F3D8963-5580-4C5D-83BD-9F4EE3E85093}"/>
              </a:ext>
            </a:extLst>
          </p:cNvPr>
          <p:cNvSpPr/>
          <p:nvPr/>
        </p:nvSpPr>
        <p:spPr>
          <a:xfrm>
            <a:off x="417847" y="1376740"/>
            <a:ext cx="5043037" cy="501955"/>
          </a:xfrm>
          <a:prstGeom prst="roundRect">
            <a:avLst>
              <a:gd name="adj" fmla="val 6076"/>
            </a:avLst>
          </a:prstGeom>
          <a:solidFill>
            <a:srgbClr val="FF6D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266BEE5-890F-4D2B-A3D4-446773B2C7A7}"/>
              </a:ext>
            </a:extLst>
          </p:cNvPr>
          <p:cNvSpPr/>
          <p:nvPr/>
        </p:nvSpPr>
        <p:spPr>
          <a:xfrm>
            <a:off x="6745635" y="1386659"/>
            <a:ext cx="5043037" cy="501955"/>
          </a:xfrm>
          <a:prstGeom prst="roundRect">
            <a:avLst>
              <a:gd name="adj" fmla="val 6076"/>
            </a:avLst>
          </a:prstGeom>
          <a:solidFill>
            <a:srgbClr val="FF6D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239C0297-1567-40AA-90D6-CB03A2A553DC}"/>
              </a:ext>
            </a:extLst>
          </p:cNvPr>
          <p:cNvSpPr>
            <a:spLocks noGrp="1"/>
          </p:cNvSpPr>
          <p:nvPr userDrawn="1">
            <p:ph type="body" sz="quarter" idx="42"/>
          </p:nvPr>
        </p:nvSpPr>
        <p:spPr bwMode="invGray">
          <a:xfrm>
            <a:off x="577864" y="1481550"/>
            <a:ext cx="4723003" cy="31217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1400">
                <a:solidFill>
                  <a:srgbClr val="000000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76D94888-A371-4384-8376-ED2A72F15754}"/>
              </a:ext>
            </a:extLst>
          </p:cNvPr>
          <p:cNvSpPr>
            <a:spLocks noGrp="1"/>
          </p:cNvSpPr>
          <p:nvPr userDrawn="1">
            <p:ph type="body" sz="quarter" idx="48"/>
          </p:nvPr>
        </p:nvSpPr>
        <p:spPr bwMode="invGray">
          <a:xfrm>
            <a:off x="577863" y="1983505"/>
            <a:ext cx="4723004" cy="395590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00000"/>
                </a:solidFill>
                <a:latin typeface="Montserrat Regular" panose="000005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D94C5563-891A-404C-BEE1-28600555F5A7}"/>
              </a:ext>
            </a:extLst>
          </p:cNvPr>
          <p:cNvSpPr>
            <a:spLocks noGrp="1"/>
          </p:cNvSpPr>
          <p:nvPr userDrawn="1">
            <p:ph type="body" sz="quarter" idx="49"/>
          </p:nvPr>
        </p:nvSpPr>
        <p:spPr bwMode="invGray">
          <a:xfrm>
            <a:off x="6905554" y="1481550"/>
            <a:ext cx="4723198" cy="31217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1400">
                <a:solidFill>
                  <a:srgbClr val="000000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D62F8185-7100-4AB7-8700-7B9AB5C5C762}"/>
              </a:ext>
            </a:extLst>
          </p:cNvPr>
          <p:cNvSpPr>
            <a:spLocks noGrp="1"/>
          </p:cNvSpPr>
          <p:nvPr userDrawn="1">
            <p:ph type="body" sz="quarter" idx="50"/>
          </p:nvPr>
        </p:nvSpPr>
        <p:spPr bwMode="invGray">
          <a:xfrm>
            <a:off x="6905553" y="1983504"/>
            <a:ext cx="4723200" cy="395590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00000"/>
                </a:solidFill>
                <a:latin typeface="Montserrat Regular" panose="000005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2348058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3AB2C97-AE85-490F-AD5D-C7F886D3B38F}"/>
              </a:ext>
            </a:extLst>
          </p:cNvPr>
          <p:cNvSpPr>
            <a:spLocks noGrp="1"/>
          </p:cNvSpPr>
          <p:nvPr>
            <p:ph type="title"/>
          </p:nvPr>
        </p:nvSpPr>
        <p:spPr bwMode="invGray">
          <a:xfrm>
            <a:off x="316800" y="471915"/>
            <a:ext cx="11484000" cy="343237"/>
          </a:xfrm>
          <a:prstGeom prst="rect">
            <a:avLst/>
          </a:prstGeom>
        </p:spPr>
        <p:txBody>
          <a:bodyPr anchor="t">
            <a:spAutoFit/>
          </a:bodyPr>
          <a:lstStyle>
            <a:lvl1pPr>
              <a:defRPr sz="2200">
                <a:solidFill>
                  <a:srgbClr val="000000"/>
                </a:solidFill>
                <a:latin typeface="Montserrat Bold" panose="000008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3E380AB4-E463-44B5-BF13-CB409ADD4E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invGray">
          <a:xfrm>
            <a:off x="316800" y="830931"/>
            <a:ext cx="11484000" cy="338554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600">
                <a:solidFill>
                  <a:srgbClr val="000000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F3D8963-5580-4C5D-83BD-9F4EE3E85093}"/>
              </a:ext>
            </a:extLst>
          </p:cNvPr>
          <p:cNvSpPr/>
          <p:nvPr/>
        </p:nvSpPr>
        <p:spPr>
          <a:xfrm>
            <a:off x="417847" y="1376740"/>
            <a:ext cx="3239999" cy="501955"/>
          </a:xfrm>
          <a:prstGeom prst="roundRect">
            <a:avLst>
              <a:gd name="adj" fmla="val 6076"/>
            </a:avLst>
          </a:prstGeom>
          <a:solidFill>
            <a:srgbClr val="FF6D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266BEE5-890F-4D2B-A3D4-446773B2C7A7}"/>
              </a:ext>
            </a:extLst>
          </p:cNvPr>
          <p:cNvSpPr/>
          <p:nvPr/>
        </p:nvSpPr>
        <p:spPr>
          <a:xfrm>
            <a:off x="4483260" y="1386659"/>
            <a:ext cx="3239999" cy="501955"/>
          </a:xfrm>
          <a:prstGeom prst="roundRect">
            <a:avLst>
              <a:gd name="adj" fmla="val 6076"/>
            </a:avLst>
          </a:prstGeom>
          <a:solidFill>
            <a:srgbClr val="FF6D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B76ECF3-ABC9-4360-9A82-4F41E3655D43}"/>
              </a:ext>
            </a:extLst>
          </p:cNvPr>
          <p:cNvSpPr/>
          <p:nvPr/>
        </p:nvSpPr>
        <p:spPr>
          <a:xfrm>
            <a:off x="8548673" y="1386660"/>
            <a:ext cx="3239999" cy="501955"/>
          </a:xfrm>
          <a:prstGeom prst="roundRect">
            <a:avLst>
              <a:gd name="adj" fmla="val 6076"/>
            </a:avLst>
          </a:prstGeom>
          <a:solidFill>
            <a:srgbClr val="FF6D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239C0297-1567-40AA-90D6-CB03A2A553DC}"/>
              </a:ext>
            </a:extLst>
          </p:cNvPr>
          <p:cNvSpPr>
            <a:spLocks noGrp="1"/>
          </p:cNvSpPr>
          <p:nvPr userDrawn="1">
            <p:ph type="body" sz="quarter" idx="42"/>
          </p:nvPr>
        </p:nvSpPr>
        <p:spPr bwMode="invGray">
          <a:xfrm>
            <a:off x="561384" y="1481550"/>
            <a:ext cx="2952925" cy="312176"/>
          </a:xfrm>
          <a:prstGeom prst="rect">
            <a:avLst/>
          </a:prstGeom>
        </p:spPr>
        <p:txBody>
          <a:bodyPr lIns="90000" tIns="46800" rIns="90000" bIns="46800" anchor="ctr">
            <a:normAutofit/>
          </a:bodyPr>
          <a:lstStyle>
            <a:lvl1pPr marL="0" indent="0">
              <a:buNone/>
              <a:defRPr sz="1400">
                <a:solidFill>
                  <a:srgbClr val="000000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76D94888-A371-4384-8376-ED2A72F15754}"/>
              </a:ext>
            </a:extLst>
          </p:cNvPr>
          <p:cNvSpPr>
            <a:spLocks noGrp="1"/>
          </p:cNvSpPr>
          <p:nvPr userDrawn="1">
            <p:ph type="body" sz="quarter" idx="48"/>
          </p:nvPr>
        </p:nvSpPr>
        <p:spPr bwMode="invGray">
          <a:xfrm>
            <a:off x="561846" y="1983505"/>
            <a:ext cx="2952000" cy="395590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00000"/>
                </a:solidFill>
                <a:latin typeface="Montserrat Regular" panose="000005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D94C5563-891A-404C-BEE1-28600555F5A7}"/>
              </a:ext>
            </a:extLst>
          </p:cNvPr>
          <p:cNvSpPr>
            <a:spLocks noGrp="1"/>
          </p:cNvSpPr>
          <p:nvPr userDrawn="1">
            <p:ph type="body" sz="quarter" idx="49"/>
          </p:nvPr>
        </p:nvSpPr>
        <p:spPr bwMode="invGray">
          <a:xfrm>
            <a:off x="4627259" y="1481550"/>
            <a:ext cx="2952000" cy="31217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1400">
                <a:solidFill>
                  <a:srgbClr val="000000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D62F8185-7100-4AB7-8700-7B9AB5C5C762}"/>
              </a:ext>
            </a:extLst>
          </p:cNvPr>
          <p:cNvSpPr>
            <a:spLocks noGrp="1"/>
          </p:cNvSpPr>
          <p:nvPr userDrawn="1">
            <p:ph type="body" sz="quarter" idx="50"/>
          </p:nvPr>
        </p:nvSpPr>
        <p:spPr bwMode="invGray">
          <a:xfrm>
            <a:off x="4627259" y="1983505"/>
            <a:ext cx="2952000" cy="395590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00000"/>
                </a:solidFill>
                <a:latin typeface="Montserrat Regular" panose="000005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F2DDC885-AC07-439F-BC77-A4C9B911E7E5}"/>
              </a:ext>
            </a:extLst>
          </p:cNvPr>
          <p:cNvSpPr>
            <a:spLocks noGrp="1"/>
          </p:cNvSpPr>
          <p:nvPr userDrawn="1">
            <p:ph type="body" sz="quarter" idx="51"/>
          </p:nvPr>
        </p:nvSpPr>
        <p:spPr bwMode="invGray">
          <a:xfrm>
            <a:off x="8692672" y="1481550"/>
            <a:ext cx="2952000" cy="31217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1400">
                <a:solidFill>
                  <a:srgbClr val="000000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">
            <a:extLst>
              <a:ext uri="{FF2B5EF4-FFF2-40B4-BE49-F238E27FC236}">
                <a16:creationId xmlns:a16="http://schemas.microsoft.com/office/drawing/2014/main" id="{BF938847-A46F-4040-B617-CA0FDAC75981}"/>
              </a:ext>
            </a:extLst>
          </p:cNvPr>
          <p:cNvSpPr>
            <a:spLocks noGrp="1"/>
          </p:cNvSpPr>
          <p:nvPr userDrawn="1">
            <p:ph type="body" sz="quarter" idx="52"/>
          </p:nvPr>
        </p:nvSpPr>
        <p:spPr bwMode="invGray">
          <a:xfrm>
            <a:off x="8692672" y="1983505"/>
            <a:ext cx="2952000" cy="395590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00000"/>
                </a:solidFill>
                <a:latin typeface="Montserrat Regular" panose="000005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30399070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3AB2C97-AE85-490F-AD5D-C7F886D3B38F}"/>
              </a:ext>
            </a:extLst>
          </p:cNvPr>
          <p:cNvSpPr>
            <a:spLocks noGrp="1"/>
          </p:cNvSpPr>
          <p:nvPr>
            <p:ph type="title"/>
          </p:nvPr>
        </p:nvSpPr>
        <p:spPr bwMode="invGray">
          <a:xfrm>
            <a:off x="316800" y="471915"/>
            <a:ext cx="11484000" cy="343237"/>
          </a:xfrm>
          <a:prstGeom prst="rect">
            <a:avLst/>
          </a:prstGeom>
        </p:spPr>
        <p:txBody>
          <a:bodyPr anchor="t">
            <a:spAutoFit/>
          </a:bodyPr>
          <a:lstStyle>
            <a:lvl1pPr>
              <a:defRPr sz="2200">
                <a:solidFill>
                  <a:srgbClr val="000000"/>
                </a:solidFill>
                <a:latin typeface="Montserrat Bold" panose="000008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3E380AB4-E463-44B5-BF13-CB409ADD4E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invGray">
          <a:xfrm>
            <a:off x="316800" y="830931"/>
            <a:ext cx="11484000" cy="338554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600">
                <a:solidFill>
                  <a:srgbClr val="000000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AF3D8963-5580-4C5D-83BD-9F4EE3E85093}"/>
              </a:ext>
            </a:extLst>
          </p:cNvPr>
          <p:cNvSpPr/>
          <p:nvPr/>
        </p:nvSpPr>
        <p:spPr>
          <a:xfrm>
            <a:off x="417847" y="1376740"/>
            <a:ext cx="2749999" cy="501955"/>
          </a:xfrm>
          <a:prstGeom prst="roundRect">
            <a:avLst>
              <a:gd name="adj" fmla="val 6076"/>
            </a:avLst>
          </a:prstGeom>
          <a:solidFill>
            <a:srgbClr val="FF6D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3266BEE5-890F-4D2B-A3D4-446773B2C7A7}"/>
              </a:ext>
            </a:extLst>
          </p:cNvPr>
          <p:cNvSpPr/>
          <p:nvPr/>
        </p:nvSpPr>
        <p:spPr>
          <a:xfrm>
            <a:off x="3291456" y="1376740"/>
            <a:ext cx="2749999" cy="501955"/>
          </a:xfrm>
          <a:prstGeom prst="roundRect">
            <a:avLst>
              <a:gd name="adj" fmla="val 6076"/>
            </a:avLst>
          </a:prstGeom>
          <a:solidFill>
            <a:srgbClr val="FF6D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6B76ECF3-ABC9-4360-9A82-4F41E3655D43}"/>
              </a:ext>
            </a:extLst>
          </p:cNvPr>
          <p:cNvSpPr/>
          <p:nvPr/>
        </p:nvSpPr>
        <p:spPr>
          <a:xfrm>
            <a:off x="6165065" y="1376740"/>
            <a:ext cx="2749999" cy="501955"/>
          </a:xfrm>
          <a:prstGeom prst="roundRect">
            <a:avLst>
              <a:gd name="adj" fmla="val 6076"/>
            </a:avLst>
          </a:prstGeom>
          <a:solidFill>
            <a:srgbClr val="FF6D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2E8E96AE-E249-4716-9137-DA93C7E53D0E}"/>
              </a:ext>
            </a:extLst>
          </p:cNvPr>
          <p:cNvSpPr/>
          <p:nvPr/>
        </p:nvSpPr>
        <p:spPr>
          <a:xfrm>
            <a:off x="9038673" y="1376740"/>
            <a:ext cx="2749999" cy="501955"/>
          </a:xfrm>
          <a:prstGeom prst="roundRect">
            <a:avLst>
              <a:gd name="adj" fmla="val 6076"/>
            </a:avLst>
          </a:prstGeom>
          <a:solidFill>
            <a:srgbClr val="FF6D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239C0297-1567-40AA-90D6-CB03A2A553DC}"/>
              </a:ext>
            </a:extLst>
          </p:cNvPr>
          <p:cNvSpPr>
            <a:spLocks noGrp="1"/>
          </p:cNvSpPr>
          <p:nvPr userDrawn="1">
            <p:ph type="body" sz="quarter" idx="42"/>
          </p:nvPr>
        </p:nvSpPr>
        <p:spPr bwMode="invGray">
          <a:xfrm>
            <a:off x="563857" y="1481550"/>
            <a:ext cx="2457978" cy="31217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1400">
                <a:solidFill>
                  <a:srgbClr val="000000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76D94888-A371-4384-8376-ED2A72F15754}"/>
              </a:ext>
            </a:extLst>
          </p:cNvPr>
          <p:cNvSpPr>
            <a:spLocks noGrp="1"/>
          </p:cNvSpPr>
          <p:nvPr userDrawn="1">
            <p:ph type="body" sz="quarter" idx="48"/>
          </p:nvPr>
        </p:nvSpPr>
        <p:spPr bwMode="invGray">
          <a:xfrm>
            <a:off x="563858" y="1983505"/>
            <a:ext cx="2457977" cy="395590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00000"/>
                </a:solidFill>
                <a:latin typeface="Montserrat Regular" panose="000005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D94C5563-891A-404C-BEE1-28600555F5A7}"/>
              </a:ext>
            </a:extLst>
          </p:cNvPr>
          <p:cNvSpPr>
            <a:spLocks noGrp="1"/>
          </p:cNvSpPr>
          <p:nvPr userDrawn="1">
            <p:ph type="body" sz="quarter" idx="49"/>
          </p:nvPr>
        </p:nvSpPr>
        <p:spPr bwMode="invGray">
          <a:xfrm>
            <a:off x="3437466" y="1481550"/>
            <a:ext cx="2457978" cy="31217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1400">
                <a:solidFill>
                  <a:srgbClr val="000000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D62F8185-7100-4AB7-8700-7B9AB5C5C762}"/>
              </a:ext>
            </a:extLst>
          </p:cNvPr>
          <p:cNvSpPr>
            <a:spLocks noGrp="1"/>
          </p:cNvSpPr>
          <p:nvPr userDrawn="1">
            <p:ph type="body" sz="quarter" idx="50"/>
          </p:nvPr>
        </p:nvSpPr>
        <p:spPr bwMode="invGray">
          <a:xfrm>
            <a:off x="3437467" y="1983505"/>
            <a:ext cx="2457977" cy="395590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00000"/>
                </a:solidFill>
                <a:latin typeface="Montserrat Regular" panose="000005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4">
            <a:extLst>
              <a:ext uri="{FF2B5EF4-FFF2-40B4-BE49-F238E27FC236}">
                <a16:creationId xmlns:a16="http://schemas.microsoft.com/office/drawing/2014/main" id="{F2DDC885-AC07-439F-BC77-A4C9B911E7E5}"/>
              </a:ext>
            </a:extLst>
          </p:cNvPr>
          <p:cNvSpPr>
            <a:spLocks noGrp="1"/>
          </p:cNvSpPr>
          <p:nvPr userDrawn="1">
            <p:ph type="body" sz="quarter" idx="51"/>
          </p:nvPr>
        </p:nvSpPr>
        <p:spPr bwMode="invGray">
          <a:xfrm>
            <a:off x="6311075" y="1481550"/>
            <a:ext cx="2457978" cy="31217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1400">
                <a:solidFill>
                  <a:srgbClr val="000000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">
            <a:extLst>
              <a:ext uri="{FF2B5EF4-FFF2-40B4-BE49-F238E27FC236}">
                <a16:creationId xmlns:a16="http://schemas.microsoft.com/office/drawing/2014/main" id="{BF938847-A46F-4040-B617-CA0FDAC75981}"/>
              </a:ext>
            </a:extLst>
          </p:cNvPr>
          <p:cNvSpPr>
            <a:spLocks noGrp="1"/>
          </p:cNvSpPr>
          <p:nvPr userDrawn="1">
            <p:ph type="body" sz="quarter" idx="52"/>
          </p:nvPr>
        </p:nvSpPr>
        <p:spPr bwMode="invGray">
          <a:xfrm>
            <a:off x="6311076" y="1983505"/>
            <a:ext cx="2457977" cy="395590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00000"/>
                </a:solidFill>
                <a:latin typeface="Montserrat Regular" panose="000005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2" name="Text Placeholder 4">
            <a:extLst>
              <a:ext uri="{FF2B5EF4-FFF2-40B4-BE49-F238E27FC236}">
                <a16:creationId xmlns:a16="http://schemas.microsoft.com/office/drawing/2014/main" id="{3D2A8777-0FD1-4F0D-BDA3-82FBFC3C711F}"/>
              </a:ext>
            </a:extLst>
          </p:cNvPr>
          <p:cNvSpPr>
            <a:spLocks noGrp="1"/>
          </p:cNvSpPr>
          <p:nvPr userDrawn="1">
            <p:ph type="body" sz="quarter" idx="53"/>
          </p:nvPr>
        </p:nvSpPr>
        <p:spPr bwMode="invGray">
          <a:xfrm>
            <a:off x="9184683" y="1481550"/>
            <a:ext cx="2457978" cy="312176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>
              <a:buNone/>
              <a:defRPr sz="1400">
                <a:solidFill>
                  <a:srgbClr val="000000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4">
            <a:extLst>
              <a:ext uri="{FF2B5EF4-FFF2-40B4-BE49-F238E27FC236}">
                <a16:creationId xmlns:a16="http://schemas.microsoft.com/office/drawing/2014/main" id="{0D2F8A3C-F63E-4F2C-9C20-DCFE48617FE5}"/>
              </a:ext>
            </a:extLst>
          </p:cNvPr>
          <p:cNvSpPr>
            <a:spLocks noGrp="1"/>
          </p:cNvSpPr>
          <p:nvPr userDrawn="1">
            <p:ph type="body" sz="quarter" idx="54"/>
          </p:nvPr>
        </p:nvSpPr>
        <p:spPr bwMode="invGray">
          <a:xfrm>
            <a:off x="9184684" y="1983505"/>
            <a:ext cx="2457977" cy="395590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00000"/>
                </a:solidFill>
                <a:latin typeface="Montserrat Regular" panose="000005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18896164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ored block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3AB2C97-AE85-490F-AD5D-C7F886D3B38F}"/>
              </a:ext>
            </a:extLst>
          </p:cNvPr>
          <p:cNvSpPr>
            <a:spLocks noGrp="1"/>
          </p:cNvSpPr>
          <p:nvPr>
            <p:ph type="title"/>
          </p:nvPr>
        </p:nvSpPr>
        <p:spPr bwMode="invGray">
          <a:xfrm>
            <a:off x="316800" y="471915"/>
            <a:ext cx="11484000" cy="343237"/>
          </a:xfrm>
          <a:prstGeom prst="rect">
            <a:avLst/>
          </a:prstGeom>
        </p:spPr>
        <p:txBody>
          <a:bodyPr anchor="t">
            <a:spAutoFit/>
          </a:bodyPr>
          <a:lstStyle>
            <a:lvl1pPr>
              <a:defRPr sz="2200">
                <a:latin typeface="Montserrat Bold" panose="000008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3E380AB4-E463-44B5-BF13-CB409ADD4E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invGray">
          <a:xfrm>
            <a:off x="316800" y="830931"/>
            <a:ext cx="11484000" cy="338554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600">
                <a:solidFill>
                  <a:srgbClr val="2D2D2D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84EEE4F9-1953-4BE2-AAB6-AF624FA0F7FE}"/>
              </a:ext>
            </a:extLst>
          </p:cNvPr>
          <p:cNvSpPr/>
          <p:nvPr userDrawn="1"/>
        </p:nvSpPr>
        <p:spPr>
          <a:xfrm>
            <a:off x="417847" y="1376137"/>
            <a:ext cx="3600000" cy="4554881"/>
          </a:xfrm>
          <a:prstGeom prst="roundRect">
            <a:avLst>
              <a:gd name="adj" fmla="val 3617"/>
            </a:avLst>
          </a:prstGeom>
          <a:solidFill>
            <a:srgbClr val="002D3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5" name="Rectangle: Rounded Corners 24">
            <a:extLst>
              <a:ext uri="{FF2B5EF4-FFF2-40B4-BE49-F238E27FC236}">
                <a16:creationId xmlns:a16="http://schemas.microsoft.com/office/drawing/2014/main" id="{1FC0C31A-EADE-475B-8659-B247694C8156}"/>
              </a:ext>
            </a:extLst>
          </p:cNvPr>
          <p:cNvSpPr/>
          <p:nvPr userDrawn="1"/>
        </p:nvSpPr>
        <p:spPr>
          <a:xfrm>
            <a:off x="4318095" y="1376136"/>
            <a:ext cx="3600000" cy="4554881"/>
          </a:xfrm>
          <a:prstGeom prst="roundRect">
            <a:avLst>
              <a:gd name="adj" fmla="val 3617"/>
            </a:avLst>
          </a:prstGeom>
          <a:solidFill>
            <a:srgbClr val="FF6D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C783D2F0-C63F-4ED3-B982-C7543245DEE7}"/>
              </a:ext>
            </a:extLst>
          </p:cNvPr>
          <p:cNvSpPr/>
          <p:nvPr userDrawn="1"/>
        </p:nvSpPr>
        <p:spPr>
          <a:xfrm>
            <a:off x="8218343" y="1376135"/>
            <a:ext cx="3600000" cy="4554881"/>
          </a:xfrm>
          <a:prstGeom prst="roundRect">
            <a:avLst>
              <a:gd name="adj" fmla="val 3617"/>
            </a:avLst>
          </a:prstGeom>
          <a:solidFill>
            <a:srgbClr val="ECEC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>
              <a:solidFill>
                <a:srgbClr val="2D2D2D"/>
              </a:solidFill>
            </a:endParaRPr>
          </a:p>
        </p:txBody>
      </p:sp>
      <p:sp>
        <p:nvSpPr>
          <p:cNvPr id="27" name="Text Placeholder 20">
            <a:extLst>
              <a:ext uri="{FF2B5EF4-FFF2-40B4-BE49-F238E27FC236}">
                <a16:creationId xmlns:a16="http://schemas.microsoft.com/office/drawing/2014/main" id="{0DDB1D8F-E5AF-4D25-B6DF-68652F4E84D3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99378" y="1479121"/>
            <a:ext cx="3436938" cy="352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chemeClr val="bg1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20">
            <a:extLst>
              <a:ext uri="{FF2B5EF4-FFF2-40B4-BE49-F238E27FC236}">
                <a16:creationId xmlns:a16="http://schemas.microsoft.com/office/drawing/2014/main" id="{A7F0CE21-4019-4FC6-A3A0-36B6B7A8C51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4399626" y="1479121"/>
            <a:ext cx="3436938" cy="352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rgbClr val="2D2D2D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0">
            <a:extLst>
              <a:ext uri="{FF2B5EF4-FFF2-40B4-BE49-F238E27FC236}">
                <a16:creationId xmlns:a16="http://schemas.microsoft.com/office/drawing/2014/main" id="{BE854316-9D8B-4ACC-8002-506C758C2F09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302576" y="1479121"/>
            <a:ext cx="3436938" cy="352271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600">
                <a:solidFill>
                  <a:srgbClr val="2D2D2D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20">
            <a:extLst>
              <a:ext uri="{FF2B5EF4-FFF2-40B4-BE49-F238E27FC236}">
                <a16:creationId xmlns:a16="http://schemas.microsoft.com/office/drawing/2014/main" id="{083BF51F-0691-49F7-A008-3E8F6B3A3C4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499378" y="1973739"/>
            <a:ext cx="3436938" cy="38877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200">
                <a:solidFill>
                  <a:schemeClr val="bg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20">
            <a:extLst>
              <a:ext uri="{FF2B5EF4-FFF2-40B4-BE49-F238E27FC236}">
                <a16:creationId xmlns:a16="http://schemas.microsoft.com/office/drawing/2014/main" id="{03D91854-B70D-43CC-9CA1-D173962CB0A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4399626" y="1973739"/>
            <a:ext cx="3436938" cy="38877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200">
                <a:solidFill>
                  <a:srgbClr val="2D2D2D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2" name="Text Placeholder 20">
            <a:extLst>
              <a:ext uri="{FF2B5EF4-FFF2-40B4-BE49-F238E27FC236}">
                <a16:creationId xmlns:a16="http://schemas.microsoft.com/office/drawing/2014/main" id="{97EC2FAB-088C-474C-A92D-32F83C396147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299874" y="1973739"/>
            <a:ext cx="3436938" cy="388779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200">
                <a:solidFill>
                  <a:schemeClr val="tx1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060251991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bars with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3AB2C97-AE85-490F-AD5D-C7F886D3B38F}"/>
              </a:ext>
            </a:extLst>
          </p:cNvPr>
          <p:cNvSpPr>
            <a:spLocks noGrp="1"/>
          </p:cNvSpPr>
          <p:nvPr>
            <p:ph type="title"/>
          </p:nvPr>
        </p:nvSpPr>
        <p:spPr bwMode="invGray">
          <a:xfrm>
            <a:off x="316800" y="471915"/>
            <a:ext cx="11484000" cy="343237"/>
          </a:xfrm>
          <a:prstGeom prst="rect">
            <a:avLst/>
          </a:prstGeom>
        </p:spPr>
        <p:txBody>
          <a:bodyPr anchor="t">
            <a:spAutoFit/>
          </a:bodyPr>
          <a:lstStyle>
            <a:lvl1pPr>
              <a:defRPr sz="2200">
                <a:latin typeface="Montserrat Bold" panose="000008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3E380AB4-E463-44B5-BF13-CB409ADD4E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invGray">
          <a:xfrm>
            <a:off x="316800" y="830931"/>
            <a:ext cx="11484000" cy="338554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600">
                <a:solidFill>
                  <a:srgbClr val="2D2D2D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3DD9479-32BE-4255-8D4F-4216693171D1}"/>
              </a:ext>
            </a:extLst>
          </p:cNvPr>
          <p:cNvSpPr/>
          <p:nvPr userDrawn="1"/>
        </p:nvSpPr>
        <p:spPr>
          <a:xfrm>
            <a:off x="413556" y="1414671"/>
            <a:ext cx="9354024" cy="1800000"/>
          </a:xfrm>
          <a:prstGeom prst="roundRect">
            <a:avLst>
              <a:gd name="adj" fmla="val 3617"/>
            </a:avLst>
          </a:prstGeom>
          <a:solidFill>
            <a:srgbClr val="FF6D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nl-NL"/>
          </a:p>
        </p:txBody>
      </p:sp>
      <p:sp>
        <p:nvSpPr>
          <p:cNvPr id="23" name="Text Placeholder 20">
            <a:extLst>
              <a:ext uri="{FF2B5EF4-FFF2-40B4-BE49-F238E27FC236}">
                <a16:creationId xmlns:a16="http://schemas.microsoft.com/office/drawing/2014/main" id="{359A2CB8-6225-4B92-8899-576771C47E5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07517" y="1510019"/>
            <a:ext cx="9188242" cy="1641734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400">
                <a:solidFill>
                  <a:srgbClr val="000000"/>
                </a:solidFill>
                <a:latin typeface="Montserrat Bold" panose="000008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">
            <a:extLst>
              <a:ext uri="{FF2B5EF4-FFF2-40B4-BE49-F238E27FC236}">
                <a16:creationId xmlns:a16="http://schemas.microsoft.com/office/drawing/2014/main" id="{A4910E2B-FFA5-49E8-A92C-549A7A70AA43}"/>
              </a:ext>
            </a:extLst>
          </p:cNvPr>
          <p:cNvSpPr>
            <a:spLocks noGrp="1"/>
          </p:cNvSpPr>
          <p:nvPr>
            <p:ph type="pic" sz="quarter" idx="24" hasCustomPrompt="1"/>
          </p:nvPr>
        </p:nvSpPr>
        <p:spPr>
          <a:xfrm>
            <a:off x="9843083" y="1414671"/>
            <a:ext cx="1935361" cy="4440752"/>
          </a:xfrm>
          <a:prstGeom prst="roundRect">
            <a:avLst>
              <a:gd name="adj" fmla="val 3028"/>
            </a:avLst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latin typeface="Raleway Light" pitchFamily="2" charset="0"/>
              </a:defRPr>
            </a:lvl1pPr>
          </a:lstStyle>
          <a:p>
            <a:r>
              <a:rPr lang="en-NL"/>
              <a:t>Select image by clicking here</a:t>
            </a:r>
            <a:br>
              <a:rPr lang="en-NL"/>
            </a:br>
            <a:br>
              <a:rPr lang="en-NL"/>
            </a:br>
            <a:br>
              <a:rPr lang="en-NL"/>
            </a:br>
            <a:br>
              <a:rPr lang="en-NL"/>
            </a:br>
            <a:endParaRPr lang="nl-NL"/>
          </a:p>
        </p:txBody>
      </p:sp>
      <p:sp>
        <p:nvSpPr>
          <p:cNvPr id="36" name="Text Placeholder 20">
            <a:extLst>
              <a:ext uri="{FF2B5EF4-FFF2-40B4-BE49-F238E27FC236}">
                <a16:creationId xmlns:a16="http://schemas.microsoft.com/office/drawing/2014/main" id="{2036E1FB-7710-4F84-9459-CC3C9AB1DFE4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07517" y="3428999"/>
            <a:ext cx="9188242" cy="2426423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sz="1200">
                <a:solidFill>
                  <a:srgbClr val="000000"/>
                </a:solidFill>
                <a:latin typeface="Montserrat" panose="000005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99662171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ircles with hight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3AB2C97-AE85-490F-AD5D-C7F886D3B38F}"/>
              </a:ext>
            </a:extLst>
          </p:cNvPr>
          <p:cNvSpPr>
            <a:spLocks noGrp="1"/>
          </p:cNvSpPr>
          <p:nvPr>
            <p:ph type="title"/>
          </p:nvPr>
        </p:nvSpPr>
        <p:spPr bwMode="invGray">
          <a:xfrm>
            <a:off x="316800" y="471915"/>
            <a:ext cx="11484000" cy="343237"/>
          </a:xfrm>
          <a:prstGeom prst="rect">
            <a:avLst/>
          </a:prstGeom>
        </p:spPr>
        <p:txBody>
          <a:bodyPr anchor="t">
            <a:spAutoFit/>
          </a:bodyPr>
          <a:lstStyle>
            <a:lvl1pPr>
              <a:defRPr sz="2200">
                <a:latin typeface="Montserrat Bold" panose="000008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3E380AB4-E463-44B5-BF13-CB409ADD4E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invGray">
          <a:xfrm>
            <a:off x="316800" y="830931"/>
            <a:ext cx="11484000" cy="338554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600">
                <a:solidFill>
                  <a:srgbClr val="2D2D2D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Oval 19">
            <a:extLst>
              <a:ext uri="{FF2B5EF4-FFF2-40B4-BE49-F238E27FC236}">
                <a16:creationId xmlns:a16="http://schemas.microsoft.com/office/drawing/2014/main" id="{AF3D8963-5580-4C5D-83BD-9F4EE3E85093}"/>
              </a:ext>
            </a:extLst>
          </p:cNvPr>
          <p:cNvSpPr/>
          <p:nvPr/>
        </p:nvSpPr>
        <p:spPr>
          <a:xfrm>
            <a:off x="727826" y="1481550"/>
            <a:ext cx="2160000" cy="2160000"/>
          </a:xfrm>
          <a:prstGeom prst="ellipse">
            <a:avLst/>
          </a:prstGeom>
          <a:solidFill>
            <a:srgbClr val="ECEC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239C0297-1567-40AA-90D6-CB03A2A553DC}"/>
              </a:ext>
            </a:extLst>
          </p:cNvPr>
          <p:cNvSpPr>
            <a:spLocks noGrp="1"/>
          </p:cNvSpPr>
          <p:nvPr userDrawn="1">
            <p:ph type="body" sz="quarter" idx="42"/>
          </p:nvPr>
        </p:nvSpPr>
        <p:spPr bwMode="invGray">
          <a:xfrm>
            <a:off x="939567" y="1915598"/>
            <a:ext cx="1764148" cy="129190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rgbClr val="000000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76D94888-A371-4384-8376-ED2A72F15754}"/>
              </a:ext>
            </a:extLst>
          </p:cNvPr>
          <p:cNvSpPr>
            <a:spLocks noGrp="1"/>
          </p:cNvSpPr>
          <p:nvPr userDrawn="1">
            <p:ph type="body" sz="quarter" idx="48"/>
          </p:nvPr>
        </p:nvSpPr>
        <p:spPr bwMode="invGray">
          <a:xfrm>
            <a:off x="727827" y="3884102"/>
            <a:ext cx="2160000" cy="198947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00000"/>
                </a:solidFill>
                <a:latin typeface="Montserrat Regular" panose="000005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">
            <a:extLst>
              <a:ext uri="{FF2B5EF4-FFF2-40B4-BE49-F238E27FC236}">
                <a16:creationId xmlns:a16="http://schemas.microsoft.com/office/drawing/2014/main" id="{D62F8185-7100-4AB7-8700-7B9AB5C5C762}"/>
              </a:ext>
            </a:extLst>
          </p:cNvPr>
          <p:cNvSpPr>
            <a:spLocks noGrp="1"/>
          </p:cNvSpPr>
          <p:nvPr userDrawn="1">
            <p:ph type="body" sz="quarter" idx="50"/>
          </p:nvPr>
        </p:nvSpPr>
        <p:spPr bwMode="invGray">
          <a:xfrm>
            <a:off x="3564704" y="3884102"/>
            <a:ext cx="2160000" cy="198947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00000"/>
                </a:solidFill>
                <a:latin typeface="Montserrat Regular" panose="000005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">
            <a:extLst>
              <a:ext uri="{FF2B5EF4-FFF2-40B4-BE49-F238E27FC236}">
                <a16:creationId xmlns:a16="http://schemas.microsoft.com/office/drawing/2014/main" id="{BF938847-A46F-4040-B617-CA0FDAC75981}"/>
              </a:ext>
            </a:extLst>
          </p:cNvPr>
          <p:cNvSpPr>
            <a:spLocks noGrp="1"/>
          </p:cNvSpPr>
          <p:nvPr userDrawn="1">
            <p:ph type="body" sz="quarter" idx="52"/>
          </p:nvPr>
        </p:nvSpPr>
        <p:spPr bwMode="invGray">
          <a:xfrm>
            <a:off x="6463186" y="3884102"/>
            <a:ext cx="2160000" cy="198947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00000"/>
                </a:solidFill>
                <a:latin typeface="Montserrat Regular" panose="000005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4" name="Text Placeholder 4">
            <a:extLst>
              <a:ext uri="{FF2B5EF4-FFF2-40B4-BE49-F238E27FC236}">
                <a16:creationId xmlns:a16="http://schemas.microsoft.com/office/drawing/2014/main" id="{0D2F8A3C-F63E-4F2C-9C20-DCFE48617FE5}"/>
              </a:ext>
            </a:extLst>
          </p:cNvPr>
          <p:cNvSpPr>
            <a:spLocks noGrp="1"/>
          </p:cNvSpPr>
          <p:nvPr userDrawn="1">
            <p:ph type="body" sz="quarter" idx="54"/>
          </p:nvPr>
        </p:nvSpPr>
        <p:spPr bwMode="invGray">
          <a:xfrm>
            <a:off x="9361669" y="3884102"/>
            <a:ext cx="2160000" cy="198947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000000"/>
                </a:solidFill>
                <a:latin typeface="Montserrat Regular" panose="000005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Oval 23">
            <a:extLst>
              <a:ext uri="{FF2B5EF4-FFF2-40B4-BE49-F238E27FC236}">
                <a16:creationId xmlns:a16="http://schemas.microsoft.com/office/drawing/2014/main" id="{287C6481-0ED3-49FF-ADEF-DF9A6101CF3F}"/>
              </a:ext>
            </a:extLst>
          </p:cNvPr>
          <p:cNvSpPr/>
          <p:nvPr userDrawn="1"/>
        </p:nvSpPr>
        <p:spPr>
          <a:xfrm>
            <a:off x="3564703" y="1481550"/>
            <a:ext cx="2160000" cy="2160000"/>
          </a:xfrm>
          <a:prstGeom prst="ellipse">
            <a:avLst/>
          </a:prstGeom>
          <a:solidFill>
            <a:srgbClr val="ECEC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5" name="Oval 24">
            <a:extLst>
              <a:ext uri="{FF2B5EF4-FFF2-40B4-BE49-F238E27FC236}">
                <a16:creationId xmlns:a16="http://schemas.microsoft.com/office/drawing/2014/main" id="{0DF03BF8-9606-472E-9E21-26E6D18548B6}"/>
              </a:ext>
            </a:extLst>
          </p:cNvPr>
          <p:cNvSpPr/>
          <p:nvPr userDrawn="1"/>
        </p:nvSpPr>
        <p:spPr>
          <a:xfrm>
            <a:off x="6463186" y="1481550"/>
            <a:ext cx="2160000" cy="2160000"/>
          </a:xfrm>
          <a:prstGeom prst="ellipse">
            <a:avLst/>
          </a:prstGeom>
          <a:solidFill>
            <a:srgbClr val="ECECE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5C88E66-6B8E-44CF-85CF-949AA8FFCC5B}"/>
              </a:ext>
            </a:extLst>
          </p:cNvPr>
          <p:cNvSpPr/>
          <p:nvPr userDrawn="1"/>
        </p:nvSpPr>
        <p:spPr>
          <a:xfrm>
            <a:off x="9361669" y="1481550"/>
            <a:ext cx="2160000" cy="2160000"/>
          </a:xfrm>
          <a:prstGeom prst="ellipse">
            <a:avLst/>
          </a:prstGeom>
          <a:solidFill>
            <a:srgbClr val="FF6D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2A3174F6-D1C7-4E9C-B759-7D978E426553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 bwMode="invGray">
          <a:xfrm>
            <a:off x="3775873" y="1915598"/>
            <a:ext cx="1764148" cy="129190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rgbClr val="000000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Text Placeholder 4">
            <a:extLst>
              <a:ext uri="{FF2B5EF4-FFF2-40B4-BE49-F238E27FC236}">
                <a16:creationId xmlns:a16="http://schemas.microsoft.com/office/drawing/2014/main" id="{2F6FC99F-5A17-427C-AED6-461BAD458AEF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 bwMode="invGray">
          <a:xfrm>
            <a:off x="6661112" y="1915598"/>
            <a:ext cx="1764148" cy="129190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rgbClr val="000000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347DC7F7-85E1-456D-B752-BFECF1A2960E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 bwMode="invGray">
          <a:xfrm>
            <a:off x="9559595" y="1915598"/>
            <a:ext cx="1764148" cy="129190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rgbClr val="000000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Text Placeholder 4">
            <a:extLst>
              <a:ext uri="{FF2B5EF4-FFF2-40B4-BE49-F238E27FC236}">
                <a16:creationId xmlns:a16="http://schemas.microsoft.com/office/drawing/2014/main" id="{7A0BB3E2-7BA1-4789-A4A6-6EFF562664A7}"/>
              </a:ext>
            </a:extLst>
          </p:cNvPr>
          <p:cNvSpPr>
            <a:spLocks noGrp="1"/>
          </p:cNvSpPr>
          <p:nvPr>
            <p:ph type="body" sz="quarter" idx="58" hasCustomPrompt="1"/>
          </p:nvPr>
        </p:nvSpPr>
        <p:spPr bwMode="invGray">
          <a:xfrm>
            <a:off x="2975221" y="2331768"/>
            <a:ext cx="502086" cy="45956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Montserrat SemiBold" pitchFamily="2" charset="0"/>
                <a:sym typeface="Wingdings" panose="05000000000000000000" pitchFamily="2" charset="2"/>
              </a:defRPr>
            </a:lvl1pPr>
          </a:lstStyle>
          <a:p>
            <a:pPr lvl="0"/>
            <a:r>
              <a:rPr lang="en-NL"/>
              <a:t></a:t>
            </a:r>
            <a:endParaRPr lang="en-US"/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06BC21B3-F035-4282-BB79-3822948CABA3}"/>
              </a:ext>
            </a:extLst>
          </p:cNvPr>
          <p:cNvSpPr>
            <a:spLocks noGrp="1"/>
          </p:cNvSpPr>
          <p:nvPr>
            <p:ph type="body" sz="quarter" idx="59" hasCustomPrompt="1"/>
          </p:nvPr>
        </p:nvSpPr>
        <p:spPr bwMode="invGray">
          <a:xfrm>
            <a:off x="5842901" y="2331768"/>
            <a:ext cx="502086" cy="45956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Montserrat SemiBold" pitchFamily="2" charset="0"/>
                <a:sym typeface="Wingdings" panose="05000000000000000000" pitchFamily="2" charset="2"/>
              </a:defRPr>
            </a:lvl1pPr>
          </a:lstStyle>
          <a:p>
            <a:pPr lvl="0"/>
            <a:r>
              <a:rPr lang="en-NL"/>
              <a:t></a:t>
            </a:r>
            <a:endParaRPr lang="en-US"/>
          </a:p>
        </p:txBody>
      </p:sp>
      <p:sp>
        <p:nvSpPr>
          <p:cNvPr id="32" name="Text Placeholder 4">
            <a:extLst>
              <a:ext uri="{FF2B5EF4-FFF2-40B4-BE49-F238E27FC236}">
                <a16:creationId xmlns:a16="http://schemas.microsoft.com/office/drawing/2014/main" id="{9E0633CC-D902-4913-A17B-900CE3FB9FD6}"/>
              </a:ext>
            </a:extLst>
          </p:cNvPr>
          <p:cNvSpPr>
            <a:spLocks noGrp="1"/>
          </p:cNvSpPr>
          <p:nvPr>
            <p:ph type="body" sz="quarter" idx="60" hasCustomPrompt="1"/>
          </p:nvPr>
        </p:nvSpPr>
        <p:spPr bwMode="invGray">
          <a:xfrm>
            <a:off x="8741384" y="2331768"/>
            <a:ext cx="502086" cy="459564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  <a:latin typeface="Montserrat SemiBold" pitchFamily="2" charset="0"/>
                <a:sym typeface="Wingdings" panose="05000000000000000000" pitchFamily="2" charset="2"/>
              </a:defRPr>
            </a:lvl1pPr>
          </a:lstStyle>
          <a:p>
            <a:pPr lvl="0"/>
            <a:r>
              <a:rPr lang="en-NL"/>
              <a:t>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5926858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ircles horizont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3AB2C97-AE85-490F-AD5D-C7F886D3B38F}"/>
              </a:ext>
            </a:extLst>
          </p:cNvPr>
          <p:cNvSpPr>
            <a:spLocks noGrp="1"/>
          </p:cNvSpPr>
          <p:nvPr>
            <p:ph type="title"/>
          </p:nvPr>
        </p:nvSpPr>
        <p:spPr bwMode="invGray">
          <a:xfrm>
            <a:off x="316800" y="471915"/>
            <a:ext cx="11484000" cy="343237"/>
          </a:xfrm>
          <a:prstGeom prst="rect">
            <a:avLst/>
          </a:prstGeom>
        </p:spPr>
        <p:txBody>
          <a:bodyPr anchor="t">
            <a:spAutoFit/>
          </a:bodyPr>
          <a:lstStyle>
            <a:lvl1pPr>
              <a:defRPr sz="2200">
                <a:latin typeface="Montserrat Bold" panose="000008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3E380AB4-E463-44B5-BF13-CB409ADD4E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invGray">
          <a:xfrm>
            <a:off x="316800" y="830931"/>
            <a:ext cx="11484000" cy="338554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600">
                <a:solidFill>
                  <a:srgbClr val="2D2D2D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">
            <a:extLst>
              <a:ext uri="{FF2B5EF4-FFF2-40B4-BE49-F238E27FC236}">
                <a16:creationId xmlns:a16="http://schemas.microsoft.com/office/drawing/2014/main" id="{76D94888-A371-4384-8376-ED2A72F15754}"/>
              </a:ext>
            </a:extLst>
          </p:cNvPr>
          <p:cNvSpPr>
            <a:spLocks noGrp="1"/>
          </p:cNvSpPr>
          <p:nvPr userDrawn="1">
            <p:ph type="body" sz="quarter" idx="48"/>
          </p:nvPr>
        </p:nvSpPr>
        <p:spPr bwMode="invGray">
          <a:xfrm>
            <a:off x="2279790" y="1347661"/>
            <a:ext cx="9508882" cy="138578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2D2D2D"/>
                </a:solidFill>
                <a:latin typeface="Montserrat Regular" panose="000005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Oval 25">
            <a:extLst>
              <a:ext uri="{FF2B5EF4-FFF2-40B4-BE49-F238E27FC236}">
                <a16:creationId xmlns:a16="http://schemas.microsoft.com/office/drawing/2014/main" id="{C5C88E66-6B8E-44CF-85CF-949AA8FFCC5B}"/>
              </a:ext>
            </a:extLst>
          </p:cNvPr>
          <p:cNvSpPr/>
          <p:nvPr userDrawn="1"/>
        </p:nvSpPr>
        <p:spPr>
          <a:xfrm>
            <a:off x="417847" y="1347660"/>
            <a:ext cx="1385786" cy="1385786"/>
          </a:xfrm>
          <a:prstGeom prst="ellipse">
            <a:avLst/>
          </a:prstGeom>
          <a:solidFill>
            <a:srgbClr val="FF6D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9" name="Text Placeholder 4">
            <a:extLst>
              <a:ext uri="{FF2B5EF4-FFF2-40B4-BE49-F238E27FC236}">
                <a16:creationId xmlns:a16="http://schemas.microsoft.com/office/drawing/2014/main" id="{347DC7F7-85E1-456D-B752-BFECF1A2960E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 bwMode="invGray">
          <a:xfrm>
            <a:off x="557050" y="1669562"/>
            <a:ext cx="1103970" cy="78035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59A7601F-B392-4306-8ECD-E925556B0797}"/>
              </a:ext>
            </a:extLst>
          </p:cNvPr>
          <p:cNvSpPr/>
          <p:nvPr userDrawn="1"/>
        </p:nvSpPr>
        <p:spPr>
          <a:xfrm>
            <a:off x="417847" y="2936438"/>
            <a:ext cx="1385786" cy="1385786"/>
          </a:xfrm>
          <a:prstGeom prst="ellipse">
            <a:avLst/>
          </a:prstGeom>
          <a:solidFill>
            <a:srgbClr val="FF6D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3" name="Text Placeholder 4">
            <a:extLst>
              <a:ext uri="{FF2B5EF4-FFF2-40B4-BE49-F238E27FC236}">
                <a16:creationId xmlns:a16="http://schemas.microsoft.com/office/drawing/2014/main" id="{24A23DF1-E7E1-4875-BC1D-65EDC9D7ECE1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 bwMode="invGray">
          <a:xfrm>
            <a:off x="557050" y="3258340"/>
            <a:ext cx="1103970" cy="78035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Oval 33">
            <a:extLst>
              <a:ext uri="{FF2B5EF4-FFF2-40B4-BE49-F238E27FC236}">
                <a16:creationId xmlns:a16="http://schemas.microsoft.com/office/drawing/2014/main" id="{2B9D9238-2B28-4FF0-8A62-94856DDF363B}"/>
              </a:ext>
            </a:extLst>
          </p:cNvPr>
          <p:cNvSpPr/>
          <p:nvPr userDrawn="1"/>
        </p:nvSpPr>
        <p:spPr>
          <a:xfrm>
            <a:off x="417847" y="4525216"/>
            <a:ext cx="1385786" cy="1385786"/>
          </a:xfrm>
          <a:prstGeom prst="ellipse">
            <a:avLst/>
          </a:prstGeom>
          <a:solidFill>
            <a:srgbClr val="FF6D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5" name="Text Placeholder 4">
            <a:extLst>
              <a:ext uri="{FF2B5EF4-FFF2-40B4-BE49-F238E27FC236}">
                <a16:creationId xmlns:a16="http://schemas.microsoft.com/office/drawing/2014/main" id="{EC99944B-2516-4F0A-A4F6-CFB5AFA88B3A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 bwMode="invGray">
          <a:xfrm>
            <a:off x="557050" y="4847118"/>
            <a:ext cx="1103970" cy="780358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400">
                <a:solidFill>
                  <a:schemeClr val="tx1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8" name="Text Placeholder 4">
            <a:extLst>
              <a:ext uri="{FF2B5EF4-FFF2-40B4-BE49-F238E27FC236}">
                <a16:creationId xmlns:a16="http://schemas.microsoft.com/office/drawing/2014/main" id="{DC396290-4E8F-4DF9-9DA2-0E13006E7F31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 bwMode="invGray">
          <a:xfrm>
            <a:off x="2279790" y="2936438"/>
            <a:ext cx="9508882" cy="138578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2D2D2D"/>
                </a:solidFill>
                <a:latin typeface="Montserrat Regular" panose="000005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">
            <a:extLst>
              <a:ext uri="{FF2B5EF4-FFF2-40B4-BE49-F238E27FC236}">
                <a16:creationId xmlns:a16="http://schemas.microsoft.com/office/drawing/2014/main" id="{1DCD6FFA-2908-47A4-9EED-8F42FA9CF2D9}"/>
              </a:ext>
            </a:extLst>
          </p:cNvPr>
          <p:cNvSpPr>
            <a:spLocks noGrp="1"/>
          </p:cNvSpPr>
          <p:nvPr>
            <p:ph type="body" sz="quarter" idx="61"/>
          </p:nvPr>
        </p:nvSpPr>
        <p:spPr bwMode="invGray">
          <a:xfrm>
            <a:off x="2279790" y="4525215"/>
            <a:ext cx="9508882" cy="1385786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rgbClr val="2D2D2D"/>
                </a:solidFill>
                <a:latin typeface="Montserrat Regular" panose="00000500000000000000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0335822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>
            <a:extLst>
              <a:ext uri="{FF2B5EF4-FFF2-40B4-BE49-F238E27FC236}">
                <a16:creationId xmlns:a16="http://schemas.microsoft.com/office/drawing/2014/main" id="{83AB2C97-AE85-490F-AD5D-C7F886D3B38F}"/>
              </a:ext>
            </a:extLst>
          </p:cNvPr>
          <p:cNvSpPr>
            <a:spLocks noGrp="1"/>
          </p:cNvSpPr>
          <p:nvPr>
            <p:ph type="title"/>
          </p:nvPr>
        </p:nvSpPr>
        <p:spPr bwMode="invGray">
          <a:xfrm>
            <a:off x="316799" y="471915"/>
            <a:ext cx="11484000" cy="343237"/>
          </a:xfrm>
          <a:prstGeom prst="rect">
            <a:avLst/>
          </a:prstGeom>
        </p:spPr>
        <p:txBody>
          <a:bodyPr anchor="t">
            <a:spAutoFit/>
          </a:bodyPr>
          <a:lstStyle>
            <a:lvl1pPr>
              <a:defRPr sz="2200">
                <a:latin typeface="Montserrat Bold" panose="00000800000000000000" pitchFamily="2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3E380AB4-E463-44B5-BF13-CB409ADD4E3F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 bwMode="invGray">
          <a:xfrm>
            <a:off x="316799" y="830931"/>
            <a:ext cx="11484000" cy="338554"/>
          </a:xfrm>
          <a:prstGeom prst="rect">
            <a:avLst/>
          </a:prstGeom>
        </p:spPr>
        <p:txBody>
          <a:bodyPr>
            <a:spAutoFit/>
          </a:bodyPr>
          <a:lstStyle>
            <a:lvl1pPr marL="0" indent="0">
              <a:buNone/>
              <a:defRPr sz="1600">
                <a:solidFill>
                  <a:srgbClr val="2D2D2D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8" name="Picture Placeholder 5">
            <a:extLst>
              <a:ext uri="{FF2B5EF4-FFF2-40B4-BE49-F238E27FC236}">
                <a16:creationId xmlns:a16="http://schemas.microsoft.com/office/drawing/2014/main" id="{27368E06-8E66-425C-8041-488A92DF4D82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9093756" y="1641049"/>
            <a:ext cx="2694915" cy="4146802"/>
          </a:xfrm>
          <a:prstGeom prst="roundRect">
            <a:avLst>
              <a:gd name="adj" fmla="val 1612"/>
            </a:avLst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600">
                <a:latin typeface="Montserrat" panose="00000500000000000000" pitchFamily="2" charset="0"/>
              </a:defRPr>
            </a:lvl1pPr>
          </a:lstStyle>
          <a:p>
            <a:r>
              <a:rPr lang="en-NL"/>
              <a:t>Click here to add an image</a:t>
            </a:r>
          </a:p>
          <a:p>
            <a:endParaRPr lang="en-NL"/>
          </a:p>
          <a:p>
            <a:endParaRPr lang="en-NL"/>
          </a:p>
        </p:txBody>
      </p:sp>
      <p:sp>
        <p:nvSpPr>
          <p:cNvPr id="29" name="Rectangle: Rounded Corners 28">
            <a:extLst>
              <a:ext uri="{FF2B5EF4-FFF2-40B4-BE49-F238E27FC236}">
                <a16:creationId xmlns:a16="http://schemas.microsoft.com/office/drawing/2014/main" id="{8FA79DE3-D5C8-416C-96D7-B11C85C27DE5}"/>
              </a:ext>
            </a:extLst>
          </p:cNvPr>
          <p:cNvSpPr/>
          <p:nvPr userDrawn="1"/>
        </p:nvSpPr>
        <p:spPr>
          <a:xfrm>
            <a:off x="780797" y="1641049"/>
            <a:ext cx="7991413" cy="3021386"/>
          </a:xfrm>
          <a:prstGeom prst="roundRect">
            <a:avLst>
              <a:gd name="adj" fmla="val 4815"/>
            </a:avLst>
          </a:prstGeom>
          <a:solidFill>
            <a:srgbClr val="FF6D4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258A6315-20C5-4602-806F-A9FAD2BA25B0}"/>
              </a:ext>
            </a:extLst>
          </p:cNvPr>
          <p:cNvSpPr txBox="1"/>
          <p:nvPr userDrawn="1"/>
        </p:nvSpPr>
        <p:spPr>
          <a:xfrm>
            <a:off x="875664" y="1601365"/>
            <a:ext cx="65314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sz="8800" i="1">
                <a:solidFill>
                  <a:srgbClr val="2D2D2D"/>
                </a:solidFill>
                <a:latin typeface="Montserrat SemiBold" pitchFamily="2" charset="0"/>
              </a:rPr>
              <a:t>“</a:t>
            </a:r>
            <a:endParaRPr lang="nl-NL" sz="8800" i="1">
              <a:solidFill>
                <a:srgbClr val="2D2D2D"/>
              </a:solidFill>
              <a:latin typeface="Montserrat SemiBold" pitchFamily="2" charset="0"/>
            </a:endParaRP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E9D8150-EF26-4C53-AE98-C126E4C0EED7}"/>
              </a:ext>
            </a:extLst>
          </p:cNvPr>
          <p:cNvSpPr txBox="1"/>
          <p:nvPr userDrawn="1"/>
        </p:nvSpPr>
        <p:spPr>
          <a:xfrm>
            <a:off x="7953269" y="3770401"/>
            <a:ext cx="653143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NL" sz="8800" i="1">
                <a:solidFill>
                  <a:srgbClr val="2D2D2D"/>
                </a:solidFill>
                <a:latin typeface="Montserrat SemiBold" pitchFamily="2" charset="0"/>
              </a:rPr>
              <a:t>”</a:t>
            </a:r>
            <a:endParaRPr lang="nl-NL" sz="8800" i="1">
              <a:solidFill>
                <a:srgbClr val="2D2D2D"/>
              </a:solidFill>
              <a:latin typeface="Montserrat SemiBold" pitchFamily="2" charset="0"/>
            </a:endParaRPr>
          </a:p>
        </p:txBody>
      </p:sp>
      <p:sp>
        <p:nvSpPr>
          <p:cNvPr id="36" name="Text Placeholder 4">
            <a:extLst>
              <a:ext uri="{FF2B5EF4-FFF2-40B4-BE49-F238E27FC236}">
                <a16:creationId xmlns:a16="http://schemas.microsoft.com/office/drawing/2014/main" id="{579CE8E9-A79A-4D25-83BE-9B8D0934AC97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 bwMode="invGray">
          <a:xfrm>
            <a:off x="1807944" y="1881072"/>
            <a:ext cx="5937118" cy="2541340"/>
          </a:xfrm>
          <a:prstGeom prst="rect">
            <a:avLst/>
          </a:prstGeom>
        </p:spPr>
        <p:txBody>
          <a:bodyPr anchor="ctr">
            <a:normAutofit/>
          </a:bodyPr>
          <a:lstStyle>
            <a:lvl1pPr marL="0" indent="0" algn="ctr">
              <a:buNone/>
              <a:defRPr sz="1800" i="1">
                <a:solidFill>
                  <a:srgbClr val="2D2D2D"/>
                </a:solidFill>
                <a:latin typeface="Montserrat SemiBold" pitchFamily="2" charset="0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23522310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 bwMode="gray">
          <a:xfrm>
            <a:off x="308311" y="1316765"/>
            <a:ext cx="11431333" cy="4779235"/>
          </a:xfrm>
          <a:prstGeom prst="rect">
            <a:avLst/>
          </a:prstGeom>
        </p:spPr>
        <p:txBody>
          <a:bodyPr/>
          <a:lstStyle>
            <a:lvl4pPr>
              <a:defRPr/>
            </a:lvl4pPr>
          </a:lstStyle>
          <a:p>
            <a:pPr lvl="0"/>
            <a:r>
              <a:rPr lang="nl-NL"/>
              <a:t>Paragraph 01 (Raleway Medium 14 pt)</a:t>
            </a:r>
          </a:p>
          <a:p>
            <a:pPr lvl="1"/>
            <a:r>
              <a:rPr lang="nl-NL"/>
              <a:t>Paragraph 02 (Raleway Light 12 pt)</a:t>
            </a:r>
          </a:p>
          <a:p>
            <a:pPr lvl="2"/>
            <a:r>
              <a:rPr lang="nl-NL"/>
              <a:t>Paragraph 03 (Raleway Light 11 pt)</a:t>
            </a:r>
          </a:p>
          <a:p>
            <a:pPr lvl="3"/>
            <a:r>
              <a:rPr lang="en-US"/>
              <a:t>Paragraph 04 (</a:t>
            </a:r>
            <a:r>
              <a:rPr lang="en-US" err="1"/>
              <a:t>Raleway</a:t>
            </a:r>
            <a:r>
              <a:rPr lang="en-US"/>
              <a:t> Light 10 </a:t>
            </a:r>
            <a:r>
              <a:rPr lang="en-US" err="1"/>
              <a:t>pt</a:t>
            </a:r>
            <a:r>
              <a:rPr lang="en-US"/>
              <a:t>)</a:t>
            </a:r>
            <a:endParaRPr lang="nl-N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BC570E9-2A2F-4939-B0C0-AB1431773FB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03548" y="164637"/>
            <a:ext cx="11436096" cy="338554"/>
          </a:xfrm>
        </p:spPr>
        <p:txBody>
          <a:bodyPr/>
          <a:lstStyle/>
          <a:p>
            <a:pPr lvl="0"/>
            <a:r>
              <a:rPr lang="en-US"/>
              <a:t>Title in </a:t>
            </a:r>
            <a:r>
              <a:rPr lang="en-US" err="1"/>
              <a:t>Raleway</a:t>
            </a:r>
            <a:r>
              <a:rPr lang="en-US"/>
              <a:t> </a:t>
            </a:r>
            <a:r>
              <a:rPr lang="en-US" err="1"/>
              <a:t>SemiBold</a:t>
            </a:r>
            <a:r>
              <a:rPr lang="en-US"/>
              <a:t> 20pt</a:t>
            </a:r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58DF64B4-820E-44CB-84F9-19FBC3D52E9A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3547" y="556610"/>
            <a:ext cx="11436096" cy="580529"/>
          </a:xfrm>
        </p:spPr>
        <p:txBody>
          <a:bodyPr/>
          <a:lstStyle>
            <a:lvl1pPr marL="0" indent="0">
              <a:buNone/>
              <a:defRPr sz="2133">
                <a:solidFill>
                  <a:srgbClr val="0596FF"/>
                </a:solidFill>
                <a:latin typeface="+mj-lt"/>
              </a:defRPr>
            </a:lvl1pPr>
          </a:lstStyle>
          <a:p>
            <a:pPr lvl="0"/>
            <a:r>
              <a:rPr lang="en-US"/>
              <a:t>Subtitle in </a:t>
            </a:r>
            <a:r>
              <a:rPr lang="en-US" err="1"/>
              <a:t>Raleway</a:t>
            </a:r>
            <a:r>
              <a:rPr lang="en-US"/>
              <a:t> </a:t>
            </a:r>
            <a:r>
              <a:rPr lang="en-US" err="1"/>
              <a:t>SemiBold</a:t>
            </a:r>
            <a:r>
              <a:rPr lang="en-US"/>
              <a:t> 16pt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A4F472B5-763E-4FE8-A7E9-57C5450F643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03548" y="6326612"/>
            <a:ext cx="591024" cy="288033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7">
                <a:solidFill>
                  <a:schemeClr val="tx1"/>
                </a:solidFill>
                <a:latin typeface="Raleway Medium" pitchFamily="2" charset="0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4034796614"/>
      </p:ext>
    </p:extLst>
  </p:cSld>
  <p:clrMapOvr>
    <a:masterClrMapping/>
  </p:clrMapOvr>
  <p:hf hdr="0" ftr="0" dt="0"/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ivid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54A2CECD-DF9C-46E7-8FF7-E521FE00101A}"/>
              </a:ext>
            </a:extLst>
          </p:cNvPr>
          <p:cNvGrpSpPr/>
          <p:nvPr userDrawn="1"/>
        </p:nvGrpSpPr>
        <p:grpSpPr bwMode="gray">
          <a:xfrm>
            <a:off x="6400801" y="889000"/>
            <a:ext cx="4768855" cy="4820443"/>
            <a:chOff x="-2814641" y="-2652717"/>
            <a:chExt cx="3962974" cy="4005844"/>
          </a:xfrm>
        </p:grpSpPr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122EBD42-E9BF-4D4B-A66A-6892393E54BC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>
              <a:off x="-2814641" y="-2097727"/>
              <a:ext cx="2386583" cy="2386584"/>
            </a:xfrm>
            <a:prstGeom prst="ellipse">
              <a:avLst/>
            </a:prstGeom>
            <a:gradFill flip="none" rotWithShape="1">
              <a:gsLst>
                <a:gs pos="57000">
                  <a:srgbClr val="A375FF">
                    <a:alpha val="11000"/>
                  </a:srgbClr>
                </a:gs>
                <a:gs pos="10000">
                  <a:schemeClr val="accent2"/>
                </a:gs>
                <a:gs pos="100000">
                  <a:schemeClr val="accent2">
                    <a:alpha val="0"/>
                  </a:schemeClr>
                </a:gs>
              </a:gsLst>
              <a:lin ang="4800000" scaled="0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91EC3E41-A8A2-4AC0-A47A-58D117B31C1E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>
              <a:off x="-1238250" y="-1592466"/>
              <a:ext cx="2386583" cy="2386584"/>
            </a:xfrm>
            <a:prstGeom prst="ellipse">
              <a:avLst/>
            </a:prstGeom>
            <a:gradFill flip="none" rotWithShape="1">
              <a:gsLst>
                <a:gs pos="61000">
                  <a:schemeClr val="accent5">
                    <a:alpha val="13000"/>
                  </a:schemeClr>
                </a:gs>
                <a:gs pos="8000">
                  <a:schemeClr val="accent5"/>
                </a:gs>
                <a:gs pos="77000">
                  <a:schemeClr val="accent5">
                    <a:alpha val="0"/>
                  </a:schemeClr>
                </a:gs>
              </a:gsLst>
              <a:lin ang="14400000" scaled="0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29" name="Oval 28">
              <a:extLst>
                <a:ext uri="{FF2B5EF4-FFF2-40B4-BE49-F238E27FC236}">
                  <a16:creationId xmlns:a16="http://schemas.microsoft.com/office/drawing/2014/main" id="{728237F5-8C88-4492-B905-87F177AB52C1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>
              <a:off x="-1776415" y="-2652717"/>
              <a:ext cx="2386583" cy="2386584"/>
            </a:xfrm>
            <a:prstGeom prst="ellipse">
              <a:avLst/>
            </a:prstGeom>
            <a:gradFill flip="none" rotWithShape="1">
              <a:gsLst>
                <a:gs pos="68000">
                  <a:srgbClr val="039BDA">
                    <a:alpha val="13000"/>
                  </a:srgbClr>
                </a:gs>
                <a:gs pos="0">
                  <a:schemeClr val="accent1"/>
                </a:gs>
                <a:gs pos="100000">
                  <a:schemeClr val="accent4">
                    <a:alpha val="0"/>
                  </a:schemeClr>
                </a:gs>
              </a:gsLst>
              <a:lin ang="9600000" scaled="0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38C512B5-5971-4523-AF98-6872DBD353D9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>
              <a:off x="-2276474" y="-1033457"/>
              <a:ext cx="2386583" cy="2386584"/>
            </a:xfrm>
            <a:prstGeom prst="ellipse">
              <a:avLst/>
            </a:prstGeom>
            <a:gradFill flip="none" rotWithShape="1">
              <a:gsLst>
                <a:gs pos="71000">
                  <a:srgbClr val="039BDA">
                    <a:alpha val="0"/>
                  </a:srgbClr>
                </a:gs>
                <a:gs pos="9000">
                  <a:schemeClr val="accent1"/>
                </a:gs>
                <a:gs pos="100000">
                  <a:schemeClr val="accent4">
                    <a:alpha val="0"/>
                  </a:schemeClr>
                </a:gs>
              </a:gsLst>
              <a:lin ang="19800000" scaled="0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</p:grp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CB743F7-1E51-4231-BDBC-00E9E84244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320799" y="2537691"/>
            <a:ext cx="4961468" cy="1434541"/>
          </a:xfrm>
        </p:spPr>
        <p:txBody>
          <a:bodyPr lIns="0" tIns="0" rIns="0" bIns="0"/>
          <a:lstStyle>
            <a:lvl1pPr marL="0" indent="0">
              <a:buNone/>
              <a:defRPr sz="3733"/>
            </a:lvl1pPr>
          </a:lstStyle>
          <a:p>
            <a:pPr lvl="0"/>
            <a:r>
              <a:rPr lang="en-US"/>
              <a:t>Chapter Title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16BFB1D5-0A8B-432B-BC50-7C8FF108FF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435576" y="2537691"/>
            <a:ext cx="732573" cy="574453"/>
          </a:xfrm>
        </p:spPr>
        <p:txBody>
          <a:bodyPr wrap="none" lIns="0" tIns="0" rIns="0" bIns="0">
            <a:spAutoFit/>
          </a:bodyPr>
          <a:lstStyle>
            <a:lvl1pPr marL="0" indent="0">
              <a:buNone/>
              <a:defRPr sz="3733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02.</a:t>
            </a:r>
          </a:p>
        </p:txBody>
      </p:sp>
      <p:pic>
        <p:nvPicPr>
          <p:cNvPr id="2" name="Picture 1" descr="Eviden">
            <a:extLst>
              <a:ext uri="{FF2B5EF4-FFF2-40B4-BE49-F238E27FC236}">
                <a16:creationId xmlns:a16="http://schemas.microsoft.com/office/drawing/2014/main" id="{0CA9EEAF-BB11-1F54-5E1B-EE923715DB77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7210" y="6257213"/>
            <a:ext cx="987473" cy="28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800417759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userDrawn="1">
  <p:cSld name="Divid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4CB743F7-1E51-4231-BDBC-00E9E84244C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gray">
          <a:xfrm>
            <a:off x="1320799" y="2537691"/>
            <a:ext cx="4961468" cy="1434541"/>
          </a:xfrm>
        </p:spPr>
        <p:txBody>
          <a:bodyPr lIns="0" tIns="0" rIns="0" bIns="0"/>
          <a:lstStyle>
            <a:lvl1pPr marL="0" indent="0">
              <a:buNone/>
              <a:defRPr sz="3733"/>
            </a:lvl1pPr>
          </a:lstStyle>
          <a:p>
            <a:pPr lvl="0"/>
            <a:r>
              <a:rPr lang="en-US"/>
              <a:t>Chapter Title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16BFB1D5-0A8B-432B-BC50-7C8FF108FF2F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 bwMode="gray">
          <a:xfrm>
            <a:off x="435576" y="2537691"/>
            <a:ext cx="734175" cy="574453"/>
          </a:xfrm>
        </p:spPr>
        <p:txBody>
          <a:bodyPr wrap="none" lIns="0" tIns="0" rIns="0" bIns="0">
            <a:spAutoFit/>
          </a:bodyPr>
          <a:lstStyle>
            <a:lvl1pPr marL="0" indent="0">
              <a:buNone/>
              <a:defRPr sz="3733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03.</a:t>
            </a:r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DD7A0416-BB17-4178-BEED-71440C5FC2EB}"/>
              </a:ext>
            </a:extLst>
          </p:cNvPr>
          <p:cNvGrpSpPr/>
          <p:nvPr userDrawn="1"/>
        </p:nvGrpSpPr>
        <p:grpSpPr bwMode="gray">
          <a:xfrm>
            <a:off x="6604000" y="1193801"/>
            <a:ext cx="4585249" cy="4585252"/>
            <a:chOff x="-5257800" y="-4102097"/>
            <a:chExt cx="4014214" cy="4014216"/>
          </a:xfrm>
        </p:grpSpPr>
        <p:sp>
          <p:nvSpPr>
            <p:cNvPr id="17" name="Oval 16">
              <a:extLst>
                <a:ext uri="{FF2B5EF4-FFF2-40B4-BE49-F238E27FC236}">
                  <a16:creationId xmlns:a16="http://schemas.microsoft.com/office/drawing/2014/main" id="{D133F32E-7489-4D85-9DB1-AA02EE2F777C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>
              <a:off x="-5257800" y="-4102097"/>
              <a:ext cx="4014214" cy="4014216"/>
            </a:xfrm>
            <a:prstGeom prst="ellipse">
              <a:avLst/>
            </a:prstGeom>
            <a:gradFill flip="none" rotWithShape="1">
              <a:gsLst>
                <a:gs pos="68000">
                  <a:srgbClr val="039BDA">
                    <a:alpha val="13000"/>
                  </a:srgbClr>
                </a:gs>
                <a:gs pos="4000">
                  <a:schemeClr val="accent1"/>
                </a:gs>
                <a:gs pos="100000">
                  <a:schemeClr val="accent4">
                    <a:alpha val="0"/>
                  </a:schemeClr>
                </a:gs>
              </a:gsLst>
              <a:lin ang="10800000" scaled="0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48AD42C8-CC64-4745-A488-6851251CFCFF}"/>
                </a:ext>
              </a:extLst>
            </p:cNvPr>
            <p:cNvSpPr>
              <a:spLocks noChangeAspect="1"/>
            </p:cNvSpPr>
            <p:nvPr userDrawn="1"/>
          </p:nvSpPr>
          <p:spPr bwMode="gray">
            <a:xfrm>
              <a:off x="-4194009" y="-1974515"/>
              <a:ext cx="1883663" cy="1883664"/>
            </a:xfrm>
            <a:prstGeom prst="ellipse">
              <a:avLst/>
            </a:prstGeom>
            <a:gradFill flip="none" rotWithShape="1">
              <a:gsLst>
                <a:gs pos="68000">
                  <a:schemeClr val="accent3">
                    <a:alpha val="13000"/>
                  </a:schemeClr>
                </a:gs>
                <a:gs pos="8000">
                  <a:schemeClr val="accent3"/>
                </a:gs>
                <a:gs pos="100000">
                  <a:schemeClr val="accent4">
                    <a:alpha val="0"/>
                  </a:schemeClr>
                </a:gs>
              </a:gsLst>
              <a:lin ang="0" scaled="1"/>
              <a:tileRect/>
            </a:gradFill>
            <a:ln>
              <a:noFill/>
            </a:ln>
            <a:effectLst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400"/>
            </a:p>
          </p:txBody>
        </p:sp>
      </p:grpSp>
      <p:pic>
        <p:nvPicPr>
          <p:cNvPr id="2" name="Picture 1" descr="Eviden">
            <a:extLst>
              <a:ext uri="{FF2B5EF4-FFF2-40B4-BE49-F238E27FC236}">
                <a16:creationId xmlns:a16="http://schemas.microsoft.com/office/drawing/2014/main" id="{CD0D46B7-C4CC-BF75-6715-80763159E04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757210" y="6257213"/>
            <a:ext cx="987473" cy="283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57098957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263526" y="291453"/>
            <a:ext cx="11503024" cy="276999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F0FEDF7D-16CB-CED7-A7AF-90CBDF7D67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63526" y="549000"/>
            <a:ext cx="11337925" cy="276999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 i="1">
                <a:solidFill>
                  <a:srgbClr val="002060"/>
                </a:solidFill>
                <a:latin typeface="+mj-lt"/>
              </a:defRPr>
            </a:lvl1pPr>
            <a:lvl2pPr marL="228594" indent="0">
              <a:buNone/>
              <a:defRPr/>
            </a:lvl2pPr>
            <a:lvl3pPr marL="457189" indent="0">
              <a:buNone/>
              <a:defRPr/>
            </a:lvl3pPr>
            <a:lvl4pPr marL="685783" indent="0">
              <a:buNone/>
              <a:defRPr/>
            </a:lvl4pPr>
            <a:lvl5pPr marL="914377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35715C9-752F-27C5-8AC2-5672C84C6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66712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3052076201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ne curv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ED25A4E5-2412-125A-413B-9D15CD7DDB6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5334000" y="0"/>
            <a:ext cx="6858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08CB20BB-49E5-8891-61BA-66B2BCA33FB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8625" y="4765675"/>
            <a:ext cx="3992904" cy="969963"/>
          </a:xfrm>
        </p:spPr>
        <p:txBody>
          <a:bodyPr wrap="none">
            <a:noAutofit/>
          </a:bodyPr>
          <a:lstStyle>
            <a:lvl1pPr marL="0" indent="0" algn="l">
              <a:spcAft>
                <a:spcPts val="0"/>
              </a:spcAft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Date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084EC7-2975-9A59-DD47-1C974D1261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1456679"/>
            <a:ext cx="6766560" cy="1844936"/>
          </a:xfrm>
        </p:spPr>
        <p:txBody>
          <a:bodyPr/>
          <a:lstStyle>
            <a:lvl1pPr marL="0" indent="0">
              <a:spcAft>
                <a:spcPts val="300"/>
              </a:spcAft>
              <a:buNone/>
              <a:defRPr sz="4400">
                <a:solidFill>
                  <a:schemeClr val="bg1"/>
                </a:solidFill>
                <a:latin typeface="+mj-lt"/>
              </a:defRPr>
            </a:lvl1pPr>
            <a:lvl2pPr marL="0" indent="0">
              <a:spcAft>
                <a:spcPts val="300"/>
              </a:spcAft>
              <a:buNone/>
              <a:defRPr sz="3200" baseline="0">
                <a:solidFill>
                  <a:schemeClr val="accent3"/>
                </a:solidFill>
                <a:latin typeface="+mj-lt"/>
              </a:defRPr>
            </a:lvl2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10" name="Graphique 10">
            <a:extLst>
              <a:ext uri="{FF2B5EF4-FFF2-40B4-BE49-F238E27FC236}">
                <a16:creationId xmlns:a16="http://schemas.microsoft.com/office/drawing/2014/main" id="{3A263A05-DC23-2BC5-6913-CB3FFBC0F28B}"/>
              </a:ext>
            </a:extLst>
          </p:cNvPr>
          <p:cNvSpPr>
            <a:spLocks noChangeAspect="1"/>
          </p:cNvSpPr>
          <p:nvPr userDrawn="1"/>
        </p:nvSpPr>
        <p:spPr>
          <a:xfrm>
            <a:off x="9848292" y="5921363"/>
            <a:ext cx="1920640" cy="587312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A278440-E10D-9AFF-BFBD-B5992007ED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28625" y="2084535"/>
            <a:ext cx="6766560" cy="1217080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148013147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urv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52CDB108-6598-0C55-80C9-43F0EA8BD0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6588031" y="0"/>
            <a:ext cx="4884392" cy="4884392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08434B2-C000-651C-6DD8-76477D020A4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59594"/>
          <a:stretch/>
        </p:blipFill>
        <p:spPr>
          <a:xfrm>
            <a:off x="1703639" y="4884394"/>
            <a:ext cx="4884392" cy="1973607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08CB20BB-49E5-8891-61BA-66B2BCA33FB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8625" y="4765675"/>
            <a:ext cx="3992904" cy="969963"/>
          </a:xfrm>
        </p:spPr>
        <p:txBody>
          <a:bodyPr wrap="none">
            <a:noAutofit/>
          </a:bodyPr>
          <a:lstStyle>
            <a:lvl1pPr marL="0" indent="0" algn="l">
              <a:spcAft>
                <a:spcPts val="0"/>
              </a:spcAft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Date</a:t>
            </a:r>
          </a:p>
        </p:txBody>
      </p:sp>
      <p:sp>
        <p:nvSpPr>
          <p:cNvPr id="4" name="Graphique 10">
            <a:extLst>
              <a:ext uri="{FF2B5EF4-FFF2-40B4-BE49-F238E27FC236}">
                <a16:creationId xmlns:a16="http://schemas.microsoft.com/office/drawing/2014/main" id="{090DB5EA-F397-D75A-9B05-13145E2FB4AB}"/>
              </a:ext>
            </a:extLst>
          </p:cNvPr>
          <p:cNvSpPr>
            <a:spLocks noChangeAspect="1"/>
          </p:cNvSpPr>
          <p:nvPr userDrawn="1"/>
        </p:nvSpPr>
        <p:spPr>
          <a:xfrm>
            <a:off x="9848292" y="5921363"/>
            <a:ext cx="1920640" cy="587312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065EE574-D841-BFEE-2ABF-3A7979EE97D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1456679"/>
            <a:ext cx="6766560" cy="1844936"/>
          </a:xfrm>
        </p:spPr>
        <p:txBody>
          <a:bodyPr/>
          <a:lstStyle>
            <a:lvl1pPr marL="0" indent="0">
              <a:spcAft>
                <a:spcPts val="300"/>
              </a:spcAft>
              <a:buNone/>
              <a:defRPr sz="4400">
                <a:solidFill>
                  <a:schemeClr val="bg1"/>
                </a:solidFill>
                <a:latin typeface="+mj-lt"/>
              </a:defRPr>
            </a:lvl1pPr>
            <a:lvl2pPr marL="0" indent="0">
              <a:spcAft>
                <a:spcPts val="300"/>
              </a:spcAft>
              <a:buNone/>
              <a:defRPr sz="3200" baseline="0">
                <a:solidFill>
                  <a:schemeClr val="accent3"/>
                </a:solidFill>
                <a:latin typeface="+mj-lt"/>
              </a:defRPr>
            </a:lvl2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AE0E37F3-8269-71CC-D3D1-3A51C3618C8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28625" y="2084535"/>
            <a:ext cx="6766560" cy="1217080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829870136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8CB20BB-49E5-8891-61BA-66B2BCA33FB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8625" y="4765675"/>
            <a:ext cx="3992904" cy="969963"/>
          </a:xfrm>
        </p:spPr>
        <p:txBody>
          <a:bodyPr wrap="none">
            <a:noAutofit/>
          </a:bodyPr>
          <a:lstStyle>
            <a:lvl1pPr marL="0" indent="0" algn="l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n-lt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Date</a:t>
            </a:r>
          </a:p>
        </p:txBody>
      </p:sp>
      <p:sp>
        <p:nvSpPr>
          <p:cNvPr id="8" name="Graphique 10">
            <a:extLst>
              <a:ext uri="{FF2B5EF4-FFF2-40B4-BE49-F238E27FC236}">
                <a16:creationId xmlns:a16="http://schemas.microsoft.com/office/drawing/2014/main" id="{5F3461E3-428F-44C9-858E-053EDDBEB54E}"/>
              </a:ext>
            </a:extLst>
          </p:cNvPr>
          <p:cNvSpPr>
            <a:spLocks noChangeAspect="1"/>
          </p:cNvSpPr>
          <p:nvPr userDrawn="1"/>
        </p:nvSpPr>
        <p:spPr>
          <a:xfrm>
            <a:off x="9848292" y="5921363"/>
            <a:ext cx="1920640" cy="587312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accent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424D704-0F14-C527-A6BC-4E2848214C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2438"/>
          <a:stretch/>
        </p:blipFill>
        <p:spPr>
          <a:xfrm rot="5400000" flipH="1">
            <a:off x="4900684" y="3428999"/>
            <a:ext cx="2995683" cy="38623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23321E94-BEF8-E9E6-B594-E380B77636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9684" y="-1"/>
            <a:ext cx="3862317" cy="3862317"/>
          </a:xfrm>
          <a:prstGeom prst="rect">
            <a:avLst/>
          </a:prstGeom>
        </p:spPr>
      </p:pic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B5252280-FEA1-591E-5541-01E3CB0575F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1456679"/>
            <a:ext cx="6766560" cy="1844936"/>
          </a:xfrm>
        </p:spPr>
        <p:txBody>
          <a:bodyPr/>
          <a:lstStyle>
            <a:lvl1pPr marL="0" indent="0">
              <a:spcAft>
                <a:spcPts val="300"/>
              </a:spcAft>
              <a:buNone/>
              <a:defRPr sz="4400">
                <a:solidFill>
                  <a:schemeClr val="accent1"/>
                </a:solidFill>
                <a:latin typeface="+mj-lt"/>
              </a:defRPr>
            </a:lvl1pPr>
            <a:lvl2pPr marL="0" indent="0">
              <a:spcAft>
                <a:spcPts val="300"/>
              </a:spcAft>
              <a:buNone/>
              <a:defRPr sz="3200" baseline="0">
                <a:solidFill>
                  <a:schemeClr val="accent3"/>
                </a:solidFill>
                <a:latin typeface="+mj-lt"/>
              </a:defRPr>
            </a:lvl2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1E0C3C36-BE95-A848-7E47-A4599F7283A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28625" y="2084535"/>
            <a:ext cx="6766560" cy="1217080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254604056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in 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C945E8D1-5AC4-09F1-0E62-D479CC8C966F}"/>
              </a:ext>
            </a:extLst>
          </p:cNvPr>
          <p:cNvSpPr/>
          <p:nvPr userDrawn="1"/>
        </p:nvSpPr>
        <p:spPr>
          <a:xfrm>
            <a:off x="0" y="1"/>
            <a:ext cx="12192000" cy="6857556"/>
          </a:xfrm>
          <a:custGeom>
            <a:avLst/>
            <a:gdLst>
              <a:gd name="connsiteX0" fmla="*/ 12192000 w 12192000"/>
              <a:gd name="connsiteY0" fmla="*/ 2782174 h 6857556"/>
              <a:gd name="connsiteX1" fmla="*/ 12192000 w 12192000"/>
              <a:gd name="connsiteY1" fmla="*/ 6857556 h 6857556"/>
              <a:gd name="connsiteX2" fmla="*/ 8111311 w 12192000"/>
              <a:gd name="connsiteY2" fmla="*/ 6857556 h 6857556"/>
              <a:gd name="connsiteX3" fmla="*/ 8113342 w 12192000"/>
              <a:gd name="connsiteY3" fmla="*/ 6733493 h 6857556"/>
              <a:gd name="connsiteX4" fmla="*/ 12064704 w 12192000"/>
              <a:gd name="connsiteY4" fmla="*/ 2783524 h 6857556"/>
              <a:gd name="connsiteX5" fmla="*/ 0 w 12192000"/>
              <a:gd name="connsiteY5" fmla="*/ 0 h 6857556"/>
              <a:gd name="connsiteX6" fmla="*/ 12192000 w 12192000"/>
              <a:gd name="connsiteY6" fmla="*/ 0 h 6857556"/>
              <a:gd name="connsiteX7" fmla="*/ 12192000 w 12192000"/>
              <a:gd name="connsiteY7" fmla="*/ 444 h 6857556"/>
              <a:gd name="connsiteX8" fmla="*/ 11867550 w 12192000"/>
              <a:gd name="connsiteY8" fmla="*/ 4015 h 6857556"/>
              <a:gd name="connsiteX9" fmla="*/ 7200902 w 12192000"/>
              <a:gd name="connsiteY9" fmla="*/ 2159000 h 6857556"/>
              <a:gd name="connsiteX10" fmla="*/ 5337672 w 12192000"/>
              <a:gd name="connsiteY10" fmla="*/ 6585644 h 6857556"/>
              <a:gd name="connsiteX11" fmla="*/ 5334507 w 12192000"/>
              <a:gd name="connsiteY11" fmla="*/ 6857556 h 6857556"/>
              <a:gd name="connsiteX12" fmla="*/ 0 w 12192000"/>
              <a:gd name="connsiteY12" fmla="*/ 6857556 h 6857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00" h="6857556">
                <a:moveTo>
                  <a:pt x="12192000" y="2782174"/>
                </a:moveTo>
                <a:lnTo>
                  <a:pt x="12192000" y="6857556"/>
                </a:lnTo>
                <a:lnTo>
                  <a:pt x="8111311" y="6857556"/>
                </a:lnTo>
                <a:lnTo>
                  <a:pt x="8113342" y="6733493"/>
                </a:lnTo>
                <a:cubicBezTo>
                  <a:pt x="8205095" y="4482559"/>
                  <a:pt x="9974251" y="2857766"/>
                  <a:pt x="12064704" y="2783524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444"/>
                </a:lnTo>
                <a:lnTo>
                  <a:pt x="11867550" y="4015"/>
                </a:lnTo>
                <a:cubicBezTo>
                  <a:pt x="10051432" y="76082"/>
                  <a:pt x="8371914" y="919580"/>
                  <a:pt x="7200902" y="2159000"/>
                </a:cubicBezTo>
                <a:cubicBezTo>
                  <a:pt x="6035842" y="3386514"/>
                  <a:pt x="5395007" y="5006228"/>
                  <a:pt x="5337672" y="6585644"/>
                </a:cubicBezTo>
                <a:lnTo>
                  <a:pt x="5334507" y="6857556"/>
                </a:lnTo>
                <a:lnTo>
                  <a:pt x="0" y="6857556"/>
                </a:lnTo>
                <a:close/>
              </a:path>
            </a:pathLst>
          </a:custGeom>
          <a:solidFill>
            <a:schemeClr val="accent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CB20BB-49E5-8891-61BA-66B2BCA33FB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8625" y="4765675"/>
            <a:ext cx="3992904" cy="969963"/>
          </a:xfrm>
        </p:spPr>
        <p:txBody>
          <a:bodyPr wrap="none">
            <a:noAutofit/>
          </a:bodyPr>
          <a:lstStyle>
            <a:lvl1pPr marL="0" indent="0" algn="l">
              <a:spcAft>
                <a:spcPts val="0"/>
              </a:spcAft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Date</a:t>
            </a:r>
          </a:p>
        </p:txBody>
      </p:sp>
      <p:sp>
        <p:nvSpPr>
          <p:cNvPr id="10" name="Graphique 10">
            <a:extLst>
              <a:ext uri="{FF2B5EF4-FFF2-40B4-BE49-F238E27FC236}">
                <a16:creationId xmlns:a16="http://schemas.microsoft.com/office/drawing/2014/main" id="{3A263A05-DC23-2BC5-6913-CB3FFBC0F28B}"/>
              </a:ext>
            </a:extLst>
          </p:cNvPr>
          <p:cNvSpPr>
            <a:spLocks noChangeAspect="1"/>
          </p:cNvSpPr>
          <p:nvPr userDrawn="1"/>
        </p:nvSpPr>
        <p:spPr>
          <a:xfrm>
            <a:off x="9848292" y="5921363"/>
            <a:ext cx="1920640" cy="587312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59D25A12-FD23-1EE4-997D-AE470B284A4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327892" y="1"/>
            <a:ext cx="6864109" cy="6857556"/>
          </a:xfrm>
          <a:custGeom>
            <a:avLst/>
            <a:gdLst>
              <a:gd name="connsiteX0" fmla="*/ 6506104 w 6864109"/>
              <a:gd name="connsiteY0" fmla="*/ 0 h 6857556"/>
              <a:gd name="connsiteX1" fmla="*/ 6864109 w 6864109"/>
              <a:gd name="connsiteY1" fmla="*/ 0 h 6857556"/>
              <a:gd name="connsiteX2" fmla="*/ 6864109 w 6864109"/>
              <a:gd name="connsiteY2" fmla="*/ 2786711 h 6857556"/>
              <a:gd name="connsiteX3" fmla="*/ 6672538 w 6864109"/>
              <a:gd name="connsiteY3" fmla="*/ 2791014 h 6857556"/>
              <a:gd name="connsiteX4" fmla="*/ 2795144 w 6864109"/>
              <a:gd name="connsiteY4" fmla="*/ 6732301 h 6857556"/>
              <a:gd name="connsiteX5" fmla="*/ 2793538 w 6864109"/>
              <a:gd name="connsiteY5" fmla="*/ 6857556 h 6857556"/>
              <a:gd name="connsiteX6" fmla="*/ 0 w 6864109"/>
              <a:gd name="connsiteY6" fmla="*/ 6857556 h 6857556"/>
              <a:gd name="connsiteX7" fmla="*/ 3187 w 6864109"/>
              <a:gd name="connsiteY7" fmla="*/ 6583730 h 6857556"/>
              <a:gd name="connsiteX8" fmla="*/ 1867893 w 6864109"/>
              <a:gd name="connsiteY8" fmla="*/ 2154240 h 6857556"/>
              <a:gd name="connsiteX9" fmla="*/ 6199142 w 6864109"/>
              <a:gd name="connsiteY9" fmla="*/ 20346 h 6857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4109" h="6857556">
                <a:moveTo>
                  <a:pt x="6506104" y="0"/>
                </a:moveTo>
                <a:lnTo>
                  <a:pt x="6864109" y="0"/>
                </a:lnTo>
                <a:lnTo>
                  <a:pt x="6864109" y="2786711"/>
                </a:lnTo>
                <a:lnTo>
                  <a:pt x="6672538" y="2791014"/>
                </a:lnTo>
                <a:cubicBezTo>
                  <a:pt x="4664767" y="2886626"/>
                  <a:pt x="2879590" y="4485245"/>
                  <a:pt x="2795144" y="6732301"/>
                </a:cubicBezTo>
                <a:lnTo>
                  <a:pt x="2793538" y="6857556"/>
                </a:lnTo>
                <a:lnTo>
                  <a:pt x="0" y="6857556"/>
                </a:lnTo>
                <a:lnTo>
                  <a:pt x="3187" y="6583730"/>
                </a:lnTo>
                <a:cubicBezTo>
                  <a:pt x="60566" y="5003298"/>
                  <a:pt x="701910" y="3382544"/>
                  <a:pt x="1867893" y="2154240"/>
                </a:cubicBezTo>
                <a:cubicBezTo>
                  <a:pt x="2966588" y="991538"/>
                  <a:pt x="4512566" y="177036"/>
                  <a:pt x="6199142" y="20346"/>
                </a:cubicBezTo>
                <a:close/>
              </a:path>
            </a:pathLst>
          </a:custGeom>
        </p:spPr>
        <p:txBody>
          <a:bodyPr wrap="square" tIns="0" rIns="457200" bIns="822960" anchor="ctr">
            <a:noAutofit/>
          </a:bodyPr>
          <a:lstStyle>
            <a:lvl1pPr marL="0" indent="0" algn="ctr">
              <a:buNone/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52F7D6B2-EE4E-4665-E2C4-840D25A0F4C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1456679"/>
            <a:ext cx="6766560" cy="1844936"/>
          </a:xfrm>
        </p:spPr>
        <p:txBody>
          <a:bodyPr/>
          <a:lstStyle>
            <a:lvl1pPr marL="0" indent="0">
              <a:spcAft>
                <a:spcPts val="300"/>
              </a:spcAft>
              <a:buNone/>
              <a:defRPr sz="4400">
                <a:solidFill>
                  <a:schemeClr val="bg1"/>
                </a:solidFill>
                <a:latin typeface="+mj-lt"/>
              </a:defRPr>
            </a:lvl1pPr>
            <a:lvl2pPr marL="0" indent="0">
              <a:spcAft>
                <a:spcPts val="300"/>
              </a:spcAft>
              <a:buNone/>
              <a:defRPr sz="3200" baseline="0">
                <a:solidFill>
                  <a:schemeClr val="accent3"/>
                </a:solidFill>
                <a:latin typeface="+mj-lt"/>
              </a:defRPr>
            </a:lvl2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0409BEC4-8472-1816-CF1F-C95E785B77C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28625" y="2084535"/>
            <a:ext cx="6766560" cy="1217080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52900743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ertical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10946F9-A12C-CB90-CCF3-90C32945A0F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394576" y="0"/>
            <a:ext cx="4797425" cy="6858000"/>
          </a:xfrm>
        </p:spPr>
        <p:txBody>
          <a:bodyPr tIns="914400" bIns="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CB20BB-49E5-8891-61BA-66B2BCA33FB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8625" y="4765675"/>
            <a:ext cx="3992904" cy="969963"/>
          </a:xfrm>
        </p:spPr>
        <p:txBody>
          <a:bodyPr wrap="none">
            <a:noAutofit/>
          </a:bodyPr>
          <a:lstStyle>
            <a:lvl1pPr marL="0" indent="0" algn="l">
              <a:spcAft>
                <a:spcPts val="0"/>
              </a:spcAft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Date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D1736C9-DFEF-1CD3-156D-B3EF8D8F9C4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4320" y="3429000"/>
            <a:ext cx="3429000" cy="3429000"/>
          </a:xfrm>
          <a:prstGeom prst="rect">
            <a:avLst/>
          </a:prstGeom>
        </p:spPr>
      </p:pic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8B6241CE-865A-661F-DA4D-EE0D822AE9F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1456679"/>
            <a:ext cx="6766560" cy="1844936"/>
          </a:xfrm>
        </p:spPr>
        <p:txBody>
          <a:bodyPr/>
          <a:lstStyle>
            <a:lvl1pPr marL="0" indent="0">
              <a:spcAft>
                <a:spcPts val="300"/>
              </a:spcAft>
              <a:buNone/>
              <a:defRPr sz="4400">
                <a:solidFill>
                  <a:schemeClr val="bg1"/>
                </a:solidFill>
                <a:latin typeface="+mj-lt"/>
              </a:defRPr>
            </a:lvl1pPr>
            <a:lvl2pPr marL="0" indent="0">
              <a:spcAft>
                <a:spcPts val="300"/>
              </a:spcAft>
              <a:buNone/>
              <a:defRPr sz="3200" baseline="0">
                <a:solidFill>
                  <a:schemeClr val="accent3"/>
                </a:solidFill>
                <a:latin typeface="+mj-lt"/>
              </a:defRPr>
            </a:lvl2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12CC0C37-F1D4-4E77-52EE-26A935FAC5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8625" y="2084535"/>
            <a:ext cx="6766560" cy="1217080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613727686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tos/Client log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52CDB108-6598-0C55-80C9-43F0EA8BD0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6588031" y="0"/>
            <a:ext cx="4884392" cy="4884392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08434B2-C000-651C-6DD8-76477D020A4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59594"/>
          <a:stretch/>
        </p:blipFill>
        <p:spPr>
          <a:xfrm>
            <a:off x="1703639" y="4884394"/>
            <a:ext cx="4884392" cy="1973607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08CB20BB-49E5-8891-61BA-66B2BCA33FB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8625" y="4765675"/>
            <a:ext cx="3992904" cy="969963"/>
          </a:xfrm>
        </p:spPr>
        <p:txBody>
          <a:bodyPr wrap="none">
            <a:noAutofit/>
          </a:bodyPr>
          <a:lstStyle>
            <a:lvl1pPr marL="0" indent="0" algn="l">
              <a:spcAft>
                <a:spcPts val="0"/>
              </a:spcAft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Date</a:t>
            </a:r>
          </a:p>
        </p:txBody>
      </p:sp>
      <p:sp>
        <p:nvSpPr>
          <p:cNvPr id="2" name="Graphique 10">
            <a:extLst>
              <a:ext uri="{FF2B5EF4-FFF2-40B4-BE49-F238E27FC236}">
                <a16:creationId xmlns:a16="http://schemas.microsoft.com/office/drawing/2014/main" id="{B2E7093E-2B7F-A755-7B37-3A57C424446F}"/>
              </a:ext>
            </a:extLst>
          </p:cNvPr>
          <p:cNvSpPr>
            <a:spLocks noChangeAspect="1"/>
          </p:cNvSpPr>
          <p:nvPr userDrawn="1"/>
        </p:nvSpPr>
        <p:spPr>
          <a:xfrm>
            <a:off x="8202303" y="6024696"/>
            <a:ext cx="1582715" cy="483979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08422BA0-21A2-B4CA-F874-9091ABF95C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1456679"/>
            <a:ext cx="6766560" cy="1844936"/>
          </a:xfrm>
        </p:spPr>
        <p:txBody>
          <a:bodyPr/>
          <a:lstStyle>
            <a:lvl1pPr marL="0" indent="0">
              <a:spcAft>
                <a:spcPts val="300"/>
              </a:spcAft>
              <a:buNone/>
              <a:defRPr sz="4400">
                <a:solidFill>
                  <a:schemeClr val="bg1"/>
                </a:solidFill>
                <a:latin typeface="+mj-lt"/>
              </a:defRPr>
            </a:lvl1pPr>
            <a:lvl2pPr marL="0" indent="0">
              <a:spcAft>
                <a:spcPts val="300"/>
              </a:spcAft>
              <a:buNone/>
              <a:defRPr sz="3200" baseline="0">
                <a:solidFill>
                  <a:schemeClr val="accent3"/>
                </a:solidFill>
                <a:latin typeface="+mj-lt"/>
              </a:defRPr>
            </a:lvl2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27EA5B75-C3E3-CAF6-5A05-5856C9CAB6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28625" y="2084535"/>
            <a:ext cx="6766560" cy="1217080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969513270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F2588EFC-544B-492D-10E8-E969C9B1A61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1117918" y="1285494"/>
            <a:ext cx="1545853" cy="1545853"/>
          </a:xfrm>
          <a:prstGeom prst="rect">
            <a:avLst/>
          </a:prstGeom>
        </p:spPr>
      </p:pic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EB2A93CD-4E60-C2E9-EE37-CFC445B9D36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54745" y="1446367"/>
            <a:ext cx="310983" cy="369332"/>
          </a:xfrm>
        </p:spPr>
        <p:txBody>
          <a:bodyPr wrap="none">
            <a:spAutoFit/>
          </a:bodyPr>
          <a:lstStyle>
            <a:lvl1pPr marL="0" indent="0" algn="l"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B6BFBFE4-3CDD-23F5-5639-8F25B2D8930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74348" y="1446367"/>
            <a:ext cx="7521211" cy="822960"/>
          </a:xfrm>
        </p:spPr>
        <p:txBody>
          <a:bodyPr wrap="none">
            <a:noAutofit/>
          </a:bodyPr>
          <a:lstStyle>
            <a:lvl1pPr marL="0" indent="0">
              <a:spcAft>
                <a:spcPts val="0"/>
              </a:spcAft>
              <a:buNone/>
              <a:defRPr sz="24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Chapter title example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ED66C32D-F14A-D598-9CED-1AF6762A5E2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502450" y="1446369"/>
            <a:ext cx="259686" cy="307777"/>
          </a:xfrm>
        </p:spPr>
        <p:txBody>
          <a:bodyPr wrap="none">
            <a:spAutoFit/>
          </a:bodyPr>
          <a:lstStyle>
            <a:lvl1pPr marL="0" indent="0" algn="r">
              <a:spcAft>
                <a:spcPts val="0"/>
              </a:spcAft>
              <a:buNone/>
              <a:defRPr sz="20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FE67F222-8BC0-46DB-0488-4EFFFFE1645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954746" y="2713570"/>
            <a:ext cx="310983" cy="369332"/>
          </a:xfrm>
        </p:spPr>
        <p:txBody>
          <a:bodyPr wrap="none">
            <a:spAutoFit/>
          </a:bodyPr>
          <a:lstStyle>
            <a:lvl1pPr marL="0" indent="0" algn="l"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052699D8-D4CF-B3B4-D06A-47981000D2D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74348" y="2713569"/>
            <a:ext cx="7521211" cy="822960"/>
          </a:xfrm>
        </p:spPr>
        <p:txBody>
          <a:bodyPr wrap="none">
            <a:noAutofit/>
          </a:bodyPr>
          <a:lstStyle>
            <a:lvl1pPr marL="0" indent="0">
              <a:spcAft>
                <a:spcPts val="0"/>
              </a:spcAft>
              <a:buNone/>
              <a:defRPr sz="24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Chapter title example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411306F5-4519-15CD-866F-5F4A7FC4C9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502450" y="2713570"/>
            <a:ext cx="259686" cy="307777"/>
          </a:xfrm>
        </p:spPr>
        <p:txBody>
          <a:bodyPr wrap="none">
            <a:spAutoFit/>
          </a:bodyPr>
          <a:lstStyle>
            <a:lvl1pPr marL="0" indent="0" algn="r">
              <a:spcAft>
                <a:spcPts val="0"/>
              </a:spcAft>
              <a:buNone/>
              <a:defRPr sz="20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B9B68E34-011E-4CB0-CFE2-2D2A0AF2BCE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954746" y="3980771"/>
            <a:ext cx="310983" cy="369332"/>
          </a:xfrm>
        </p:spPr>
        <p:txBody>
          <a:bodyPr wrap="none">
            <a:spAutoFit/>
          </a:bodyPr>
          <a:lstStyle>
            <a:lvl1pPr marL="0" indent="0" algn="l"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03812F58-59AE-88D3-CF8A-79FDF44771A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674348" y="3980771"/>
            <a:ext cx="7521211" cy="822960"/>
          </a:xfrm>
        </p:spPr>
        <p:txBody>
          <a:bodyPr wrap="none">
            <a:noAutofit/>
          </a:bodyPr>
          <a:lstStyle>
            <a:lvl1pPr marL="0" indent="0">
              <a:spcAft>
                <a:spcPts val="0"/>
              </a:spcAft>
              <a:buNone/>
              <a:defRPr sz="24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Chapter title example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3AD46A4C-C28D-01F8-4B53-BCEDBF34EB6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502450" y="3980773"/>
            <a:ext cx="259686" cy="307777"/>
          </a:xfrm>
        </p:spPr>
        <p:txBody>
          <a:bodyPr wrap="none">
            <a:spAutoFit/>
          </a:bodyPr>
          <a:lstStyle>
            <a:lvl1pPr marL="0" indent="0" algn="r">
              <a:spcAft>
                <a:spcPts val="0"/>
              </a:spcAft>
              <a:buNone/>
              <a:defRPr sz="20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10CF91A1-2C65-DDC3-7FB0-57869A82B88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54746" y="5247974"/>
            <a:ext cx="310983" cy="369332"/>
          </a:xfrm>
        </p:spPr>
        <p:txBody>
          <a:bodyPr wrap="none">
            <a:spAutoFit/>
          </a:bodyPr>
          <a:lstStyle>
            <a:lvl1pPr marL="0" indent="0" algn="l"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2D5BC83D-861C-952F-D7CF-4FD8BE97017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674348" y="5247973"/>
            <a:ext cx="7521211" cy="822960"/>
          </a:xfrm>
        </p:spPr>
        <p:txBody>
          <a:bodyPr wrap="none">
            <a:noAutofit/>
          </a:bodyPr>
          <a:lstStyle>
            <a:lvl1pPr marL="0" indent="0">
              <a:spcAft>
                <a:spcPts val="0"/>
              </a:spcAft>
              <a:buNone/>
              <a:defRPr sz="24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Chapter title example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43CF118A-3D43-543B-9127-40269BE2CD9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502450" y="5247974"/>
            <a:ext cx="259686" cy="307777"/>
          </a:xfrm>
        </p:spPr>
        <p:txBody>
          <a:bodyPr wrap="none">
            <a:spAutoFit/>
          </a:bodyPr>
          <a:lstStyle>
            <a:lvl1pPr marL="0" indent="0" algn="r">
              <a:spcAft>
                <a:spcPts val="0"/>
              </a:spcAft>
              <a:buNone/>
              <a:defRPr sz="20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2"/>
            <a:ext cx="11337925" cy="912315"/>
          </a:xfrm>
        </p:spPr>
        <p:txBody>
          <a:bodyPr/>
          <a:lstStyle>
            <a:lvl1pPr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/>
              <a:t>Contents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6BB2E32-37FB-AE7E-618C-B4D4A78DA9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6" y="6420355"/>
            <a:ext cx="150682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pPr defTabSz="914377"/>
            <a:fld id="{DAF489CC-3B7A-4DA5-A8C0-4984788D0EC5}" type="slidenum">
              <a:rPr lang="nl-NL" smtClean="0">
                <a:solidFill>
                  <a:srgbClr val="00005C"/>
                </a:solidFill>
              </a:rPr>
              <a:pPr defTabSz="914377"/>
              <a:t>‹#›</a:t>
            </a:fld>
            <a:endParaRPr lang="nl-NL">
              <a:solidFill>
                <a:srgbClr val="0000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26101968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18B37BD5-791A-0193-487C-BEEC6BB6F0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1446367"/>
            <a:ext cx="310983" cy="369332"/>
          </a:xfrm>
        </p:spPr>
        <p:txBody>
          <a:bodyPr wrap="none">
            <a:spAutoFit/>
          </a:bodyPr>
          <a:lstStyle>
            <a:lvl1pPr marL="0" indent="0" algn="l"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23F6A275-BC27-3B00-D9D1-E346543A2FB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8229" y="1446367"/>
            <a:ext cx="3887796" cy="822960"/>
          </a:xfrm>
        </p:spPr>
        <p:txBody>
          <a:bodyPr wrap="none">
            <a:noAutofit/>
          </a:bodyPr>
          <a:lstStyle>
            <a:lvl1pPr marL="0" indent="0">
              <a:spcAft>
                <a:spcPts val="0"/>
              </a:spcAft>
              <a:buNone/>
              <a:defRPr sz="24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Chapter title example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3279C207-498D-17DD-B90F-B38512192DB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1018" y="1446369"/>
            <a:ext cx="259686" cy="307777"/>
          </a:xfrm>
        </p:spPr>
        <p:txBody>
          <a:bodyPr wrap="none">
            <a:spAutoFit/>
          </a:bodyPr>
          <a:lstStyle>
            <a:lvl1pPr marL="0" indent="0" algn="r">
              <a:spcAft>
                <a:spcPts val="0"/>
              </a:spcAft>
              <a:buNone/>
              <a:defRPr sz="20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5" name="Text Placeholder 6">
            <a:extLst>
              <a:ext uri="{FF2B5EF4-FFF2-40B4-BE49-F238E27FC236}">
                <a16:creationId xmlns:a16="http://schemas.microsoft.com/office/drawing/2014/main" id="{586FE53D-78C9-004C-93B6-44A7F0FF5D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51295" y="1446367"/>
            <a:ext cx="310983" cy="369332"/>
          </a:xfrm>
        </p:spPr>
        <p:txBody>
          <a:bodyPr wrap="none">
            <a:spAutoFit/>
          </a:bodyPr>
          <a:lstStyle>
            <a:lvl1pPr marL="0" indent="0" algn="l"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36" name="Text Placeholder 6">
            <a:extLst>
              <a:ext uri="{FF2B5EF4-FFF2-40B4-BE49-F238E27FC236}">
                <a16:creationId xmlns:a16="http://schemas.microsoft.com/office/drawing/2014/main" id="{7EB05BBA-7526-99C8-7D05-91D849B1F6B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70899" y="1446367"/>
            <a:ext cx="3887796" cy="822960"/>
          </a:xfrm>
        </p:spPr>
        <p:txBody>
          <a:bodyPr wrap="none">
            <a:noAutofit/>
          </a:bodyPr>
          <a:lstStyle>
            <a:lvl1pPr marL="0" indent="0">
              <a:spcAft>
                <a:spcPts val="0"/>
              </a:spcAft>
              <a:buNone/>
              <a:defRPr sz="24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Chapter title example</a:t>
            </a:r>
          </a:p>
        </p:txBody>
      </p:sp>
      <p:sp>
        <p:nvSpPr>
          <p:cNvPr id="37" name="Text Placeholder 6">
            <a:extLst>
              <a:ext uri="{FF2B5EF4-FFF2-40B4-BE49-F238E27FC236}">
                <a16:creationId xmlns:a16="http://schemas.microsoft.com/office/drawing/2014/main" id="{8AB13470-BAB6-F2A8-2732-0C5D36BBC57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502450" y="1446369"/>
            <a:ext cx="259686" cy="307777"/>
          </a:xfrm>
        </p:spPr>
        <p:txBody>
          <a:bodyPr wrap="none">
            <a:spAutoFit/>
          </a:bodyPr>
          <a:lstStyle>
            <a:lvl1pPr marL="0" indent="0" algn="r">
              <a:spcAft>
                <a:spcPts val="0"/>
              </a:spcAft>
              <a:buNone/>
              <a:defRPr sz="20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349E7EF-452F-CD72-A15B-A271646B001D}"/>
              </a:ext>
            </a:extLst>
          </p:cNvPr>
          <p:cNvCxnSpPr>
            <a:cxnSpLocks/>
          </p:cNvCxnSpPr>
          <p:nvPr userDrawn="1"/>
        </p:nvCxnSpPr>
        <p:spPr>
          <a:xfrm>
            <a:off x="6095999" y="1446369"/>
            <a:ext cx="0" cy="4630583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 Placeholder 6">
            <a:extLst>
              <a:ext uri="{FF2B5EF4-FFF2-40B4-BE49-F238E27FC236}">
                <a16:creationId xmlns:a16="http://schemas.microsoft.com/office/drawing/2014/main" id="{6DB51E28-E53D-0053-3AD8-2812E52C638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8626" y="2713570"/>
            <a:ext cx="310983" cy="369332"/>
          </a:xfrm>
        </p:spPr>
        <p:txBody>
          <a:bodyPr wrap="none">
            <a:spAutoFit/>
          </a:bodyPr>
          <a:lstStyle>
            <a:lvl1pPr marL="0" indent="0" algn="l"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40" name="Text Placeholder 6">
            <a:extLst>
              <a:ext uri="{FF2B5EF4-FFF2-40B4-BE49-F238E27FC236}">
                <a16:creationId xmlns:a16="http://schemas.microsoft.com/office/drawing/2014/main" id="{BE435B8A-07EB-17F6-C38F-D2A5A5449B6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48229" y="2713569"/>
            <a:ext cx="3887796" cy="822960"/>
          </a:xfrm>
        </p:spPr>
        <p:txBody>
          <a:bodyPr wrap="none">
            <a:noAutofit/>
          </a:bodyPr>
          <a:lstStyle>
            <a:lvl1pPr marL="0" indent="0">
              <a:spcAft>
                <a:spcPts val="0"/>
              </a:spcAft>
              <a:buNone/>
              <a:defRPr sz="24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Chapter title example</a:t>
            </a:r>
          </a:p>
        </p:txBody>
      </p:sp>
      <p:sp>
        <p:nvSpPr>
          <p:cNvPr id="41" name="Text Placeholder 6">
            <a:extLst>
              <a:ext uri="{FF2B5EF4-FFF2-40B4-BE49-F238E27FC236}">
                <a16:creationId xmlns:a16="http://schemas.microsoft.com/office/drawing/2014/main" id="{26830FF1-FEB7-EC55-1724-72AE49BC53F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81018" y="2713570"/>
            <a:ext cx="259686" cy="307777"/>
          </a:xfrm>
        </p:spPr>
        <p:txBody>
          <a:bodyPr wrap="none">
            <a:spAutoFit/>
          </a:bodyPr>
          <a:lstStyle>
            <a:lvl1pPr marL="0" indent="0" algn="r">
              <a:spcAft>
                <a:spcPts val="0"/>
              </a:spcAft>
              <a:buNone/>
              <a:defRPr sz="20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2" name="Text Placeholder 6">
            <a:extLst>
              <a:ext uri="{FF2B5EF4-FFF2-40B4-BE49-F238E27FC236}">
                <a16:creationId xmlns:a16="http://schemas.microsoft.com/office/drawing/2014/main" id="{5394B629-64BE-B80F-4EEA-158893316F7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51295" y="2713570"/>
            <a:ext cx="310983" cy="369332"/>
          </a:xfrm>
        </p:spPr>
        <p:txBody>
          <a:bodyPr wrap="none">
            <a:spAutoFit/>
          </a:bodyPr>
          <a:lstStyle>
            <a:lvl1pPr marL="0" indent="0" algn="l"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43" name="Text Placeholder 6">
            <a:extLst>
              <a:ext uri="{FF2B5EF4-FFF2-40B4-BE49-F238E27FC236}">
                <a16:creationId xmlns:a16="http://schemas.microsoft.com/office/drawing/2014/main" id="{88AE7531-DCA5-29FE-E8FE-698B7E3768B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70899" y="2713569"/>
            <a:ext cx="3887796" cy="822960"/>
          </a:xfrm>
        </p:spPr>
        <p:txBody>
          <a:bodyPr wrap="none">
            <a:noAutofit/>
          </a:bodyPr>
          <a:lstStyle>
            <a:lvl1pPr marL="0" indent="0">
              <a:spcAft>
                <a:spcPts val="0"/>
              </a:spcAft>
              <a:buNone/>
              <a:defRPr sz="24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Chapter title example</a:t>
            </a: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DB729796-EECE-4C7C-29A8-7E2BF39048E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503688" y="2713570"/>
            <a:ext cx="259686" cy="307777"/>
          </a:xfrm>
        </p:spPr>
        <p:txBody>
          <a:bodyPr wrap="none">
            <a:spAutoFit/>
          </a:bodyPr>
          <a:lstStyle>
            <a:lvl1pPr marL="0" indent="0" algn="r">
              <a:spcAft>
                <a:spcPts val="0"/>
              </a:spcAft>
              <a:buNone/>
              <a:defRPr sz="20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15FCEE1C-A580-91B5-A3D0-CF4A97C3A4A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8626" y="3980771"/>
            <a:ext cx="310983" cy="369332"/>
          </a:xfrm>
        </p:spPr>
        <p:txBody>
          <a:bodyPr wrap="none">
            <a:spAutoFit/>
          </a:bodyPr>
          <a:lstStyle>
            <a:lvl1pPr marL="0" indent="0" algn="l"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0A2F1B9A-26DE-AA0C-25C7-52B6434222E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148229" y="3980771"/>
            <a:ext cx="3887796" cy="822960"/>
          </a:xfrm>
        </p:spPr>
        <p:txBody>
          <a:bodyPr wrap="none">
            <a:noAutofit/>
          </a:bodyPr>
          <a:lstStyle>
            <a:lvl1pPr marL="0" indent="0">
              <a:spcAft>
                <a:spcPts val="0"/>
              </a:spcAft>
              <a:buNone/>
              <a:defRPr sz="24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Chapter title example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F2DEEA9B-1F67-6194-2396-F6FEB459FD2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81018" y="3980773"/>
            <a:ext cx="259686" cy="307777"/>
          </a:xfrm>
        </p:spPr>
        <p:txBody>
          <a:bodyPr wrap="none">
            <a:spAutoFit/>
          </a:bodyPr>
          <a:lstStyle>
            <a:lvl1pPr marL="0" indent="0" algn="r">
              <a:spcAft>
                <a:spcPts val="0"/>
              </a:spcAft>
              <a:buNone/>
              <a:defRPr sz="20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140EE3F8-6BD8-D3D2-27C4-179124F8F21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551295" y="3980771"/>
            <a:ext cx="310983" cy="369332"/>
          </a:xfrm>
        </p:spPr>
        <p:txBody>
          <a:bodyPr wrap="none">
            <a:spAutoFit/>
          </a:bodyPr>
          <a:lstStyle>
            <a:lvl1pPr marL="0" indent="0" algn="l"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07</a:t>
            </a:r>
          </a:p>
        </p:txBody>
      </p:sp>
      <p:sp>
        <p:nvSpPr>
          <p:cNvPr id="49" name="Text Placeholder 6">
            <a:extLst>
              <a:ext uri="{FF2B5EF4-FFF2-40B4-BE49-F238E27FC236}">
                <a16:creationId xmlns:a16="http://schemas.microsoft.com/office/drawing/2014/main" id="{17EFC69B-05A5-DA45-6DE3-6F3BF210BB2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270899" y="3980771"/>
            <a:ext cx="3887796" cy="822960"/>
          </a:xfrm>
        </p:spPr>
        <p:txBody>
          <a:bodyPr wrap="none">
            <a:noAutofit/>
          </a:bodyPr>
          <a:lstStyle>
            <a:lvl1pPr marL="0" indent="0">
              <a:spcAft>
                <a:spcPts val="0"/>
              </a:spcAft>
              <a:buNone/>
              <a:defRPr sz="24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Chapter title example</a:t>
            </a:r>
          </a:p>
        </p:txBody>
      </p:sp>
      <p:sp>
        <p:nvSpPr>
          <p:cNvPr id="50" name="Text Placeholder 6">
            <a:extLst>
              <a:ext uri="{FF2B5EF4-FFF2-40B4-BE49-F238E27FC236}">
                <a16:creationId xmlns:a16="http://schemas.microsoft.com/office/drawing/2014/main" id="{1B387686-F5F7-EBFD-A4DF-37FA1AEC749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503688" y="3980773"/>
            <a:ext cx="259686" cy="307777"/>
          </a:xfrm>
        </p:spPr>
        <p:txBody>
          <a:bodyPr wrap="none">
            <a:spAutoFit/>
          </a:bodyPr>
          <a:lstStyle>
            <a:lvl1pPr marL="0" indent="0" algn="r">
              <a:spcAft>
                <a:spcPts val="0"/>
              </a:spcAft>
              <a:buNone/>
              <a:defRPr sz="20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1" name="Text Placeholder 6">
            <a:extLst>
              <a:ext uri="{FF2B5EF4-FFF2-40B4-BE49-F238E27FC236}">
                <a16:creationId xmlns:a16="http://schemas.microsoft.com/office/drawing/2014/main" id="{76880440-0A49-6AB8-EEC1-4347477D3BB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28626" y="5247974"/>
            <a:ext cx="310983" cy="369332"/>
          </a:xfrm>
        </p:spPr>
        <p:txBody>
          <a:bodyPr wrap="none">
            <a:spAutoFit/>
          </a:bodyPr>
          <a:lstStyle>
            <a:lvl1pPr marL="0" indent="0" algn="l"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52" name="Text Placeholder 6">
            <a:extLst>
              <a:ext uri="{FF2B5EF4-FFF2-40B4-BE49-F238E27FC236}">
                <a16:creationId xmlns:a16="http://schemas.microsoft.com/office/drawing/2014/main" id="{CFA68B9E-875D-81DE-693C-BF981449BC0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48229" y="5247973"/>
            <a:ext cx="3887796" cy="822960"/>
          </a:xfrm>
        </p:spPr>
        <p:txBody>
          <a:bodyPr wrap="none">
            <a:noAutofit/>
          </a:bodyPr>
          <a:lstStyle>
            <a:lvl1pPr marL="0" indent="0">
              <a:spcAft>
                <a:spcPts val="0"/>
              </a:spcAft>
              <a:buNone/>
              <a:defRPr sz="24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Chapter title example</a:t>
            </a:r>
          </a:p>
        </p:txBody>
      </p:sp>
      <p:sp>
        <p:nvSpPr>
          <p:cNvPr id="53" name="Text Placeholder 6">
            <a:extLst>
              <a:ext uri="{FF2B5EF4-FFF2-40B4-BE49-F238E27FC236}">
                <a16:creationId xmlns:a16="http://schemas.microsoft.com/office/drawing/2014/main" id="{1CBABAE4-81C5-0796-B9D8-DDD9482789A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81018" y="5247974"/>
            <a:ext cx="259686" cy="307777"/>
          </a:xfrm>
        </p:spPr>
        <p:txBody>
          <a:bodyPr wrap="none">
            <a:spAutoFit/>
          </a:bodyPr>
          <a:lstStyle>
            <a:lvl1pPr marL="0" indent="0" algn="r">
              <a:spcAft>
                <a:spcPts val="0"/>
              </a:spcAft>
              <a:buNone/>
              <a:defRPr sz="20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4" name="Text Placeholder 6">
            <a:extLst>
              <a:ext uri="{FF2B5EF4-FFF2-40B4-BE49-F238E27FC236}">
                <a16:creationId xmlns:a16="http://schemas.microsoft.com/office/drawing/2014/main" id="{723CC8C0-5E99-3025-2C27-55E9300E457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51295" y="5247974"/>
            <a:ext cx="310983" cy="369332"/>
          </a:xfrm>
        </p:spPr>
        <p:txBody>
          <a:bodyPr wrap="none">
            <a:spAutoFit/>
          </a:bodyPr>
          <a:lstStyle>
            <a:lvl1pPr marL="0" indent="0" algn="l"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08</a:t>
            </a:r>
          </a:p>
        </p:txBody>
      </p:sp>
      <p:sp>
        <p:nvSpPr>
          <p:cNvPr id="55" name="Text Placeholder 6">
            <a:extLst>
              <a:ext uri="{FF2B5EF4-FFF2-40B4-BE49-F238E27FC236}">
                <a16:creationId xmlns:a16="http://schemas.microsoft.com/office/drawing/2014/main" id="{10706836-3306-B126-2D9A-BD6677D7A57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270899" y="5247973"/>
            <a:ext cx="3887796" cy="822960"/>
          </a:xfrm>
        </p:spPr>
        <p:txBody>
          <a:bodyPr wrap="none">
            <a:noAutofit/>
          </a:bodyPr>
          <a:lstStyle>
            <a:lvl1pPr marL="0" indent="0">
              <a:spcAft>
                <a:spcPts val="0"/>
              </a:spcAft>
              <a:buNone/>
              <a:defRPr sz="24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Chapter title example</a:t>
            </a:r>
          </a:p>
        </p:txBody>
      </p:sp>
      <p:sp>
        <p:nvSpPr>
          <p:cNvPr id="56" name="Text Placeholder 6">
            <a:extLst>
              <a:ext uri="{FF2B5EF4-FFF2-40B4-BE49-F238E27FC236}">
                <a16:creationId xmlns:a16="http://schemas.microsoft.com/office/drawing/2014/main" id="{4689B250-01B1-6255-DD4D-745EBF92BCF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1502450" y="5247974"/>
            <a:ext cx="259686" cy="307777"/>
          </a:xfrm>
        </p:spPr>
        <p:txBody>
          <a:bodyPr wrap="none">
            <a:spAutoFit/>
          </a:bodyPr>
          <a:lstStyle>
            <a:lvl1pPr marL="0" indent="0" algn="r">
              <a:spcAft>
                <a:spcPts val="0"/>
              </a:spcAft>
              <a:buNone/>
              <a:defRPr sz="20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2"/>
            <a:ext cx="11337925" cy="912315"/>
          </a:xfrm>
        </p:spPr>
        <p:txBody>
          <a:bodyPr/>
          <a:lstStyle>
            <a:lvl1pPr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/>
              <a:t>Contents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73BB667A-B847-58CB-E129-3219597AE6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6" y="6420355"/>
            <a:ext cx="150682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pPr defTabSz="914377"/>
            <a:fld id="{DAF489CC-3B7A-4DA5-A8C0-4984788D0EC5}" type="slidenum">
              <a:rPr lang="nl-NL" smtClean="0">
                <a:solidFill>
                  <a:srgbClr val="00005C"/>
                </a:solidFill>
              </a:rPr>
              <a:pPr defTabSz="914377"/>
              <a:t>‹#›</a:t>
            </a:fld>
            <a:endParaRPr lang="nl-NL">
              <a:solidFill>
                <a:srgbClr val="0000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20173924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2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954B3-5AD1-D4D0-8177-5CCD13F90ACB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6" y="709991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594" indent="0">
              <a:buNone/>
              <a:defRPr/>
            </a:lvl2pPr>
            <a:lvl3pPr marL="457189" indent="0">
              <a:buNone/>
              <a:defRPr/>
            </a:lvl3pPr>
            <a:lvl4pPr marL="685783" indent="0">
              <a:buNone/>
              <a:defRPr/>
            </a:lvl4pPr>
            <a:lvl5pPr marL="914377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7BCF086-E0BB-3B67-3C11-E0716AC53D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6" y="6420355"/>
            <a:ext cx="150682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pPr defTabSz="914377"/>
            <a:fld id="{DAF489CC-3B7A-4DA5-A8C0-4984788D0EC5}" type="slidenum">
              <a:rPr lang="nl-NL" smtClean="0">
                <a:solidFill>
                  <a:srgbClr val="00005C"/>
                </a:solidFill>
              </a:rPr>
              <a:pPr defTabSz="914377"/>
              <a:t>‹#›</a:t>
            </a:fld>
            <a:endParaRPr lang="nl-NL">
              <a:solidFill>
                <a:srgbClr val="0000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9637907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F3CABA1F-8D00-5959-2A0D-477B4EF70235}"/>
              </a:ext>
            </a:extLst>
          </p:cNvPr>
          <p:cNvGrpSpPr/>
          <p:nvPr userDrawn="1"/>
        </p:nvGrpSpPr>
        <p:grpSpPr>
          <a:xfrm>
            <a:off x="9222475" y="3888476"/>
            <a:ext cx="2969527" cy="2969525"/>
            <a:chOff x="9222475" y="3888475"/>
            <a:chExt cx="2969526" cy="2969525"/>
          </a:xfrm>
          <a:solidFill>
            <a:schemeClr val="accent1"/>
          </a:solidFill>
        </p:grpSpPr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3BE2DACD-A6E3-A318-9A8E-77CF05B0977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 flipH="1">
              <a:off x="10707238" y="3888475"/>
              <a:ext cx="1484763" cy="1484763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2BBDCAB2-6892-FE15-39FD-82F446E80D8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222475" y="5373237"/>
              <a:ext cx="1484763" cy="148476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2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954B3-5AD1-D4D0-8177-5CCD13F90ACB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6" y="709991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594" indent="0">
              <a:buNone/>
              <a:defRPr/>
            </a:lvl2pPr>
            <a:lvl3pPr marL="457189" indent="0">
              <a:buNone/>
              <a:defRPr/>
            </a:lvl3pPr>
            <a:lvl4pPr marL="685783" indent="0">
              <a:buNone/>
              <a:defRPr/>
            </a:lvl4pPr>
            <a:lvl5pPr marL="914377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DE734DA-A69E-9628-9005-8E3F6FFEB9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6" y="6420355"/>
            <a:ext cx="150682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pPr defTabSz="914377"/>
            <a:fld id="{DAF489CC-3B7A-4DA5-A8C0-4984788D0EC5}" type="slidenum">
              <a:rPr lang="nl-NL" smtClean="0">
                <a:solidFill>
                  <a:srgbClr val="00005C"/>
                </a:solidFill>
              </a:rPr>
              <a:pPr defTabSz="914377"/>
              <a:t>‹#›</a:t>
            </a:fld>
            <a:endParaRPr lang="nl-NL">
              <a:solidFill>
                <a:srgbClr val="0000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17180291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272B4DF-76DC-9537-2195-0E94F371120D}"/>
              </a:ext>
            </a:extLst>
          </p:cNvPr>
          <p:cNvGrpSpPr/>
          <p:nvPr userDrawn="1"/>
        </p:nvGrpSpPr>
        <p:grpSpPr>
          <a:xfrm>
            <a:off x="9222475" y="3888476"/>
            <a:ext cx="2969527" cy="2969525"/>
            <a:chOff x="9222475" y="3888475"/>
            <a:chExt cx="2969526" cy="2969525"/>
          </a:xfrm>
          <a:solidFill>
            <a:schemeClr val="accent5"/>
          </a:solidFill>
        </p:grpSpPr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3BE2DACD-A6E3-A318-9A8E-77CF05B0977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 flipH="1">
              <a:off x="10707238" y="3888475"/>
              <a:ext cx="1484763" cy="1484763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2BBDCAB2-6892-FE15-39FD-82F446E80D8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222475" y="5373237"/>
              <a:ext cx="1484763" cy="148476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2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954B3-5AD1-D4D0-8177-5CCD13F90ACB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6" y="709991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594" indent="0">
              <a:buNone/>
              <a:defRPr/>
            </a:lvl2pPr>
            <a:lvl3pPr marL="457189" indent="0">
              <a:buNone/>
              <a:defRPr/>
            </a:lvl3pPr>
            <a:lvl4pPr marL="685783" indent="0">
              <a:buNone/>
              <a:defRPr/>
            </a:lvl4pPr>
            <a:lvl5pPr marL="914377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DE734DA-A69E-9628-9005-8E3F6FFEB9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6" y="6420355"/>
            <a:ext cx="150682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pPr defTabSz="914377"/>
            <a:fld id="{DAF489CC-3B7A-4DA5-A8C0-4984788D0EC5}" type="slidenum">
              <a:rPr lang="nl-NL" smtClean="0">
                <a:solidFill>
                  <a:srgbClr val="00005C"/>
                </a:solidFill>
              </a:rPr>
              <a:pPr defTabSz="914377"/>
              <a:t>‹#›</a:t>
            </a:fld>
            <a:endParaRPr lang="nl-NL">
              <a:solidFill>
                <a:srgbClr val="0000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4056826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2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954B3-5AD1-D4D0-8177-5CCD13F90AC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84645" y="1446213"/>
            <a:ext cx="8381904" cy="4630737"/>
          </a:xfrm>
        </p:spPr>
        <p:txBody>
          <a:bodyPr/>
          <a:lstStyle/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6" y="709991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594" indent="0">
              <a:buNone/>
              <a:defRPr/>
            </a:lvl2pPr>
            <a:lvl3pPr marL="457189" indent="0">
              <a:buNone/>
              <a:defRPr/>
            </a:lvl3pPr>
            <a:lvl4pPr marL="685783" indent="0">
              <a:buNone/>
              <a:defRPr/>
            </a:lvl4pPr>
            <a:lvl5pPr marL="914377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DE734DA-A69E-9628-9005-8E3F6FFEB9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6" y="6420355"/>
            <a:ext cx="150682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pPr defTabSz="914377"/>
            <a:fld id="{DAF489CC-3B7A-4DA5-A8C0-4984788D0EC5}" type="slidenum">
              <a:rPr lang="nl-NL" smtClean="0">
                <a:solidFill>
                  <a:srgbClr val="00005C"/>
                </a:solidFill>
              </a:rPr>
              <a:pPr defTabSz="914377"/>
              <a:t>‹#›</a:t>
            </a:fld>
            <a:endParaRPr lang="nl-NL">
              <a:solidFill>
                <a:srgbClr val="00005C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9B04704-D297-7EBA-4063-575F9A18AE97}"/>
              </a:ext>
            </a:extLst>
          </p:cNvPr>
          <p:cNvGrpSpPr/>
          <p:nvPr userDrawn="1"/>
        </p:nvGrpSpPr>
        <p:grpSpPr>
          <a:xfrm>
            <a:off x="-1" y="1454680"/>
            <a:ext cx="3226527" cy="4616811"/>
            <a:chOff x="-1" y="1454680"/>
            <a:chExt cx="3226526" cy="4616810"/>
          </a:xfrm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E2A83B14-DFD2-B90C-6387-CBF520E30DC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6200000" flipH="1">
              <a:off x="918119" y="1454679"/>
              <a:ext cx="2308406" cy="2308407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6816DF95-FC03-CC86-B8D8-20652505E24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60227"/>
            <a:stretch/>
          </p:blipFill>
          <p:spPr>
            <a:xfrm rot="10800000">
              <a:off x="-1" y="3763084"/>
              <a:ext cx="918119" cy="23084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3891727957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2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954B3-5AD1-D4D0-8177-5CCD13F90AC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84645" y="1446213"/>
            <a:ext cx="8381904" cy="4630737"/>
          </a:xfrm>
        </p:spPr>
        <p:txBody>
          <a:bodyPr/>
          <a:lstStyle/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6" y="709991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594" indent="0">
              <a:buNone/>
              <a:defRPr/>
            </a:lvl2pPr>
            <a:lvl3pPr marL="457189" indent="0">
              <a:buNone/>
              <a:defRPr/>
            </a:lvl3pPr>
            <a:lvl4pPr marL="685783" indent="0">
              <a:buNone/>
              <a:defRPr/>
            </a:lvl4pPr>
            <a:lvl5pPr marL="914377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DE734DA-A69E-9628-9005-8E3F6FFEB9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6" y="6420355"/>
            <a:ext cx="150682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pPr defTabSz="914377"/>
            <a:fld id="{DAF489CC-3B7A-4DA5-A8C0-4984788D0EC5}" type="slidenum">
              <a:rPr lang="nl-NL" smtClean="0">
                <a:solidFill>
                  <a:srgbClr val="00005C"/>
                </a:solidFill>
              </a:rPr>
              <a:pPr defTabSz="914377"/>
              <a:t>‹#›</a:t>
            </a:fld>
            <a:endParaRPr lang="nl-NL">
              <a:solidFill>
                <a:srgbClr val="00005C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06DE2F9-7CCD-3A2F-30CC-C7D24C868994}"/>
              </a:ext>
            </a:extLst>
          </p:cNvPr>
          <p:cNvGrpSpPr/>
          <p:nvPr userDrawn="1"/>
        </p:nvGrpSpPr>
        <p:grpSpPr>
          <a:xfrm>
            <a:off x="-1" y="1454680"/>
            <a:ext cx="3226527" cy="4616811"/>
            <a:chOff x="-1" y="1454680"/>
            <a:chExt cx="3226526" cy="4616810"/>
          </a:xfrm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E2A83B14-DFD2-B90C-6387-CBF520E30DC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6200000" flipH="1">
              <a:off x="918119" y="1454679"/>
              <a:ext cx="2308406" cy="2308407"/>
            </a:xfrm>
            <a:prstGeom prst="rect">
              <a:avLst/>
            </a:prstGeom>
          </p:spPr>
        </p:pic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2628BD85-5B0A-7D0D-95ED-9672F51D74F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60227"/>
            <a:stretch/>
          </p:blipFill>
          <p:spPr>
            <a:xfrm rot="10800000">
              <a:off x="-1" y="3763084"/>
              <a:ext cx="918119" cy="23084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968871320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2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954B3-5AD1-D4D0-8177-5CCD13F90AC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442951" y="1446213"/>
            <a:ext cx="9323600" cy="4630737"/>
          </a:xfrm>
        </p:spPr>
        <p:txBody>
          <a:bodyPr/>
          <a:lstStyle/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6" y="709991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594" indent="0">
              <a:buNone/>
              <a:defRPr/>
            </a:lvl2pPr>
            <a:lvl3pPr marL="457189" indent="0">
              <a:buNone/>
              <a:defRPr/>
            </a:lvl3pPr>
            <a:lvl4pPr marL="685783" indent="0">
              <a:buNone/>
              <a:defRPr/>
            </a:lvl4pPr>
            <a:lvl5pPr marL="914377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A81C286-D88F-FCF8-3B7F-C2AFE17B649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428625" y="1446214"/>
            <a:ext cx="1833351" cy="1833351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C708517-E931-5496-5E88-479ADB95C4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6" y="6420355"/>
            <a:ext cx="150682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pPr defTabSz="914377"/>
            <a:fld id="{DAF489CC-3B7A-4DA5-A8C0-4984788D0EC5}" type="slidenum">
              <a:rPr lang="nl-NL" smtClean="0">
                <a:solidFill>
                  <a:srgbClr val="00005C"/>
                </a:solidFill>
              </a:rPr>
              <a:pPr defTabSz="914377"/>
              <a:t>‹#›</a:t>
            </a:fld>
            <a:endParaRPr lang="nl-NL">
              <a:solidFill>
                <a:srgbClr val="0000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70286721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2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954B3-5AD1-D4D0-8177-5CCD13F90AC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442951" y="1446213"/>
            <a:ext cx="9323600" cy="4630737"/>
          </a:xfrm>
        </p:spPr>
        <p:txBody>
          <a:bodyPr/>
          <a:lstStyle/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6" y="709991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594" indent="0">
              <a:buNone/>
              <a:defRPr/>
            </a:lvl2pPr>
            <a:lvl3pPr marL="457189" indent="0">
              <a:buNone/>
              <a:defRPr/>
            </a:lvl3pPr>
            <a:lvl4pPr marL="685783" indent="0">
              <a:buNone/>
              <a:defRPr/>
            </a:lvl4pPr>
            <a:lvl5pPr marL="914377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A81C286-D88F-FCF8-3B7F-C2AFE17B649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428625" y="1446214"/>
            <a:ext cx="1833351" cy="1833351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C708517-E931-5496-5E88-479ADB95C4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6" y="6420355"/>
            <a:ext cx="150682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pPr defTabSz="914377"/>
            <a:fld id="{DAF489CC-3B7A-4DA5-A8C0-4984788D0EC5}" type="slidenum">
              <a:rPr lang="nl-NL" smtClean="0">
                <a:solidFill>
                  <a:srgbClr val="00005C"/>
                </a:solidFill>
              </a:rPr>
              <a:pPr defTabSz="914377"/>
              <a:t>‹#›</a:t>
            </a:fld>
            <a:endParaRPr lang="nl-NL">
              <a:solidFill>
                <a:srgbClr val="0000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1111022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2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954B3-5AD1-D4D0-8177-5CCD13F90AC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442951" y="1446213"/>
            <a:ext cx="9323600" cy="4630737"/>
          </a:xfrm>
        </p:spPr>
        <p:txBody>
          <a:bodyPr/>
          <a:lstStyle/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6" y="709991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594" indent="0">
              <a:buNone/>
              <a:defRPr/>
            </a:lvl2pPr>
            <a:lvl3pPr marL="457189" indent="0">
              <a:buNone/>
              <a:defRPr/>
            </a:lvl3pPr>
            <a:lvl4pPr marL="685783" indent="0">
              <a:buNone/>
              <a:defRPr/>
            </a:lvl4pPr>
            <a:lvl5pPr marL="914377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A81C286-D88F-FCF8-3B7F-C2AFE17B649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8625" y="4243599"/>
            <a:ext cx="1833351" cy="1833351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C708517-E931-5496-5E88-479ADB95C4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6" y="6420355"/>
            <a:ext cx="150682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pPr defTabSz="914377"/>
            <a:fld id="{DAF489CC-3B7A-4DA5-A8C0-4984788D0EC5}" type="slidenum">
              <a:rPr lang="nl-NL" smtClean="0">
                <a:solidFill>
                  <a:srgbClr val="00005C"/>
                </a:solidFill>
              </a:rPr>
              <a:pPr defTabSz="914377"/>
              <a:t>‹#›</a:t>
            </a:fld>
            <a:endParaRPr lang="nl-NL">
              <a:solidFill>
                <a:srgbClr val="0000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04984845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2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954B3-5AD1-D4D0-8177-5CCD13F90AC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442951" y="1446213"/>
            <a:ext cx="9323600" cy="4630737"/>
          </a:xfrm>
        </p:spPr>
        <p:txBody>
          <a:bodyPr/>
          <a:lstStyle/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6" y="709991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594" indent="0">
              <a:buNone/>
              <a:defRPr/>
            </a:lvl2pPr>
            <a:lvl3pPr marL="457189" indent="0">
              <a:buNone/>
              <a:defRPr/>
            </a:lvl3pPr>
            <a:lvl4pPr marL="685783" indent="0">
              <a:buNone/>
              <a:defRPr/>
            </a:lvl4pPr>
            <a:lvl5pPr marL="914377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A81C286-D88F-FCF8-3B7F-C2AFE17B649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8625" y="4243599"/>
            <a:ext cx="1833351" cy="1833351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C708517-E931-5496-5E88-479ADB95C4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6" y="6420355"/>
            <a:ext cx="150682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pPr defTabSz="914377"/>
            <a:fld id="{DAF489CC-3B7A-4DA5-A8C0-4984788D0EC5}" type="slidenum">
              <a:rPr lang="nl-NL" smtClean="0">
                <a:solidFill>
                  <a:srgbClr val="00005C"/>
                </a:solidFill>
              </a:rPr>
              <a:pPr defTabSz="914377"/>
              <a:t>‹#›</a:t>
            </a:fld>
            <a:endParaRPr lang="nl-NL">
              <a:solidFill>
                <a:srgbClr val="0000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3135256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74B83068-C3D7-CF06-D0DA-182E373A26E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8729570" y="-14068"/>
            <a:ext cx="3490567" cy="349056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2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954B3-5AD1-D4D0-8177-5CCD13F90AC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8624" y="1446213"/>
            <a:ext cx="8442421" cy="4630737"/>
          </a:xfrm>
        </p:spPr>
        <p:txBody>
          <a:bodyPr/>
          <a:lstStyle/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6" y="709991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594" indent="0">
              <a:buNone/>
              <a:defRPr/>
            </a:lvl2pPr>
            <a:lvl3pPr marL="457189" indent="0">
              <a:buNone/>
              <a:defRPr/>
            </a:lvl3pPr>
            <a:lvl4pPr marL="685783" indent="0">
              <a:buNone/>
              <a:defRPr/>
            </a:lvl4pPr>
            <a:lvl5pPr marL="914377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DE734DA-A69E-9628-9005-8E3F6FFEB9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6" y="6420355"/>
            <a:ext cx="150682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pPr defTabSz="914377"/>
            <a:fld id="{DAF489CC-3B7A-4DA5-A8C0-4984788D0EC5}" type="slidenum">
              <a:rPr lang="nl-NL" smtClean="0">
                <a:solidFill>
                  <a:srgbClr val="00005C"/>
                </a:solidFill>
              </a:rPr>
              <a:pPr defTabSz="914377"/>
              <a:t>‹#›</a:t>
            </a:fld>
            <a:endParaRPr lang="nl-NL">
              <a:solidFill>
                <a:srgbClr val="0000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31922722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74B83068-C3D7-CF06-D0DA-182E373A26E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8729570" y="-14068"/>
            <a:ext cx="3490567" cy="349056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2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954B3-5AD1-D4D0-8177-5CCD13F90AC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8624" y="1446213"/>
            <a:ext cx="8442421" cy="4630737"/>
          </a:xfrm>
        </p:spPr>
        <p:txBody>
          <a:bodyPr/>
          <a:lstStyle/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6" y="709991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594" indent="0">
              <a:buNone/>
              <a:defRPr/>
            </a:lvl2pPr>
            <a:lvl3pPr marL="457189" indent="0">
              <a:buNone/>
              <a:defRPr/>
            </a:lvl3pPr>
            <a:lvl4pPr marL="685783" indent="0">
              <a:buNone/>
              <a:defRPr/>
            </a:lvl4pPr>
            <a:lvl5pPr marL="914377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DE734DA-A69E-9628-9005-8E3F6FFEB9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6" y="6420355"/>
            <a:ext cx="150682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pPr defTabSz="914377"/>
            <a:fld id="{DAF489CC-3B7A-4DA5-A8C0-4984788D0EC5}" type="slidenum">
              <a:rPr lang="nl-NL" smtClean="0">
                <a:solidFill>
                  <a:srgbClr val="00005C"/>
                </a:solidFill>
              </a:rPr>
              <a:pPr defTabSz="914377"/>
              <a:t>‹#›</a:t>
            </a:fld>
            <a:endParaRPr lang="nl-NL">
              <a:solidFill>
                <a:srgbClr val="0000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70886316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2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6" y="709991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594" indent="0">
              <a:buNone/>
              <a:defRPr/>
            </a:lvl2pPr>
            <a:lvl3pPr marL="457189" indent="0">
              <a:buNone/>
              <a:defRPr/>
            </a:lvl3pPr>
            <a:lvl4pPr marL="685783" indent="0">
              <a:buNone/>
              <a:defRPr/>
            </a:lvl4pPr>
            <a:lvl5pPr marL="914377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DE734DA-A69E-9628-9005-8E3F6FFEB9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6" y="6420355"/>
            <a:ext cx="150682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pPr defTabSz="914377"/>
            <a:fld id="{DAF489CC-3B7A-4DA5-A8C0-4984788D0EC5}" type="slidenum">
              <a:rPr lang="nl-NL" smtClean="0">
                <a:solidFill>
                  <a:srgbClr val="00005C"/>
                </a:solidFill>
              </a:rPr>
              <a:pPr defTabSz="914377"/>
              <a:t>‹#›</a:t>
            </a:fld>
            <a:endParaRPr lang="nl-NL">
              <a:solidFill>
                <a:srgbClr val="00005C"/>
              </a:solidFill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4AC1AE4-3636-2591-EBF8-5A2493285F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8625" y="1446213"/>
            <a:ext cx="2734491" cy="2734491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0DCCBCC-0DED-BBA7-B5AD-505C8112247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97291" y="3084395"/>
            <a:ext cx="6680491" cy="2992555"/>
          </a:xfrm>
        </p:spPr>
        <p:txBody>
          <a:bodyPr/>
          <a:lstStyle/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22501D31-6936-420C-ACFF-982A919130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9038049" y="3342781"/>
            <a:ext cx="2734491" cy="2734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5443861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2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6" y="709991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594" indent="0">
              <a:buNone/>
              <a:defRPr/>
            </a:lvl2pPr>
            <a:lvl3pPr marL="457189" indent="0">
              <a:buNone/>
              <a:defRPr/>
            </a:lvl3pPr>
            <a:lvl4pPr marL="685783" indent="0">
              <a:buNone/>
              <a:defRPr/>
            </a:lvl4pPr>
            <a:lvl5pPr marL="914377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DE734DA-A69E-9628-9005-8E3F6FFEB9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6" y="6420355"/>
            <a:ext cx="150682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pPr defTabSz="914377"/>
            <a:fld id="{DAF489CC-3B7A-4DA5-A8C0-4984788D0EC5}" type="slidenum">
              <a:rPr lang="nl-NL" smtClean="0">
                <a:solidFill>
                  <a:srgbClr val="00005C"/>
                </a:solidFill>
              </a:rPr>
              <a:pPr defTabSz="914377"/>
              <a:t>‹#›</a:t>
            </a:fld>
            <a:endParaRPr lang="nl-NL">
              <a:solidFill>
                <a:srgbClr val="00005C"/>
              </a:solidFill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4AC1AE4-3636-2591-EBF8-5A2493285F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8625" y="1446213"/>
            <a:ext cx="2734491" cy="2734491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4C140E5-1388-5E36-E11F-27CD332D6D4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97291" y="3084395"/>
            <a:ext cx="6680491" cy="2992555"/>
          </a:xfrm>
        </p:spPr>
        <p:txBody>
          <a:bodyPr/>
          <a:lstStyle/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7CD25A46-D852-06A3-C070-0D7F9D2DFDF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9038049" y="3342781"/>
            <a:ext cx="2734491" cy="2734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4642948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2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954B3-5AD1-D4D0-8177-5CCD13F90AC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97291" y="3084395"/>
            <a:ext cx="6680491" cy="2992555"/>
          </a:xfrm>
        </p:spPr>
        <p:txBody>
          <a:bodyPr/>
          <a:lstStyle/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6" y="709991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594" indent="0">
              <a:buNone/>
              <a:defRPr/>
            </a:lvl2pPr>
            <a:lvl3pPr marL="457189" indent="0">
              <a:buNone/>
              <a:defRPr/>
            </a:lvl3pPr>
            <a:lvl4pPr marL="685783" indent="0">
              <a:buNone/>
              <a:defRPr/>
            </a:lvl4pPr>
            <a:lvl5pPr marL="914377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DE734DA-A69E-9628-9005-8E3F6FFEB9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6" y="6420355"/>
            <a:ext cx="150682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pPr defTabSz="914377"/>
            <a:fld id="{DAF489CC-3B7A-4DA5-A8C0-4984788D0EC5}" type="slidenum">
              <a:rPr lang="nl-NL" smtClean="0">
                <a:solidFill>
                  <a:srgbClr val="00005C"/>
                </a:solidFill>
              </a:rPr>
              <a:pPr defTabSz="914377"/>
              <a:t>‹#›</a:t>
            </a:fld>
            <a:endParaRPr lang="nl-NL">
              <a:solidFill>
                <a:srgbClr val="00005C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F69ABC1-670A-EF0D-7C56-BD06F9D025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9038049" y="3342781"/>
            <a:ext cx="2734491" cy="2734491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64AC1AE4-3636-2591-EBF8-5A2493285FC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8625" y="1446213"/>
            <a:ext cx="2734491" cy="2734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9568278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2"/>
            <a:ext cx="11337925" cy="91231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F0FEDF7D-16CB-CED7-A7AF-90CBDF7D67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6" y="709991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594" indent="0">
              <a:buNone/>
              <a:defRPr/>
            </a:lvl2pPr>
            <a:lvl3pPr marL="457189" indent="0">
              <a:buNone/>
              <a:defRPr/>
            </a:lvl3pPr>
            <a:lvl4pPr marL="685783" indent="0">
              <a:buNone/>
              <a:defRPr/>
            </a:lvl4pPr>
            <a:lvl5pPr marL="914377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35715C9-752F-27C5-8AC2-5672C84C6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6" y="6420355"/>
            <a:ext cx="150682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pPr defTabSz="914377"/>
            <a:fld id="{DAF489CC-3B7A-4DA5-A8C0-4984788D0EC5}" type="slidenum">
              <a:rPr lang="nl-NL" smtClean="0">
                <a:solidFill>
                  <a:srgbClr val="00005C"/>
                </a:solidFill>
              </a:rPr>
              <a:pPr defTabSz="914377"/>
              <a:t>‹#›</a:t>
            </a:fld>
            <a:endParaRPr lang="nl-NL">
              <a:solidFill>
                <a:srgbClr val="0000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50402606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thou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B371D70F-68B5-DD4A-6E9F-DB676EF7BC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6" y="6420355"/>
            <a:ext cx="150682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pPr defTabSz="914377"/>
            <a:fld id="{DAF489CC-3B7A-4DA5-A8C0-4984788D0EC5}" type="slidenum">
              <a:rPr lang="nl-NL" smtClean="0">
                <a:solidFill>
                  <a:srgbClr val="00005C"/>
                </a:solidFill>
              </a:rPr>
              <a:pPr defTabSz="914377"/>
              <a:t>‹#›</a:t>
            </a:fld>
            <a:endParaRPr lang="nl-NL">
              <a:solidFill>
                <a:srgbClr val="0000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8539429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35266138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048785D0-F5D7-C2BD-C6A9-98DBFBDFE1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0822330" y="2"/>
            <a:ext cx="1369671" cy="13696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2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6" y="709991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594" indent="0">
              <a:buNone/>
              <a:defRPr/>
            </a:lvl2pPr>
            <a:lvl3pPr marL="457189" indent="0">
              <a:buNone/>
              <a:defRPr/>
            </a:lvl3pPr>
            <a:lvl4pPr marL="685783" indent="0">
              <a:buNone/>
              <a:defRPr/>
            </a:lvl4pPr>
            <a:lvl5pPr marL="914377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F147462-057A-33BF-49DA-06F92A497B0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8624" y="1446213"/>
            <a:ext cx="5486400" cy="4630737"/>
          </a:xfrm>
        </p:spPr>
        <p:txBody>
          <a:bodyPr/>
          <a:lstStyle/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8CFF56-6AFF-6C92-CD2B-06029528C196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80151" y="1446213"/>
            <a:ext cx="5486400" cy="4630737"/>
          </a:xfrm>
        </p:spPr>
        <p:txBody>
          <a:bodyPr/>
          <a:lstStyle/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0EAC6A-A6C2-66A3-C8C0-3F5ABACF7D2C}"/>
              </a:ext>
            </a:extLst>
          </p:cNvPr>
          <p:cNvCxnSpPr>
            <a:cxnSpLocks/>
          </p:cNvCxnSpPr>
          <p:nvPr userDrawn="1"/>
        </p:nvCxnSpPr>
        <p:spPr>
          <a:xfrm>
            <a:off x="6097587" y="1446214"/>
            <a:ext cx="0" cy="463073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D5FC312-F0E9-0D35-0A90-49621D927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6" y="6420355"/>
            <a:ext cx="150682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pPr defTabSz="914377"/>
            <a:fld id="{DAF489CC-3B7A-4DA5-A8C0-4984788D0EC5}" type="slidenum">
              <a:rPr lang="nl-NL" smtClean="0">
                <a:solidFill>
                  <a:srgbClr val="00005C"/>
                </a:solidFill>
              </a:rPr>
              <a:pPr defTabSz="914377"/>
              <a:t>‹#›</a:t>
            </a:fld>
            <a:endParaRPr lang="nl-NL">
              <a:solidFill>
                <a:srgbClr val="0000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36537502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2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6" y="709991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594" indent="0">
              <a:buNone/>
              <a:defRPr/>
            </a:lvl2pPr>
            <a:lvl3pPr marL="457189" indent="0">
              <a:buNone/>
              <a:defRPr/>
            </a:lvl3pPr>
            <a:lvl4pPr marL="685783" indent="0">
              <a:buNone/>
              <a:defRPr/>
            </a:lvl4pPr>
            <a:lvl5pPr marL="914377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2387BA6D-A7AE-3F35-E292-AB3A29B1709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8624" y="1446213"/>
            <a:ext cx="3566160" cy="4630737"/>
          </a:xfrm>
        </p:spPr>
        <p:txBody>
          <a:bodyPr lIns="0" tIns="0" rIns="0" bIns="0"/>
          <a:lstStyle/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53EC500C-DC96-24C1-FB6D-38F10FFA079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12920" y="1446213"/>
            <a:ext cx="3566160" cy="4630737"/>
          </a:xfrm>
        </p:spPr>
        <p:txBody>
          <a:bodyPr lIns="0" tIns="0" rIns="0" bIns="0"/>
          <a:lstStyle/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4B8D4FE2-3660-5569-5772-F7846E85E0E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97215" y="1446213"/>
            <a:ext cx="3566160" cy="4630737"/>
          </a:xfrm>
        </p:spPr>
        <p:txBody>
          <a:bodyPr lIns="0" tIns="0" rIns="0" bIns="0"/>
          <a:lstStyle/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8A737D2-6B87-DFC3-DA84-6860E12B811E}"/>
              </a:ext>
            </a:extLst>
          </p:cNvPr>
          <p:cNvCxnSpPr>
            <a:cxnSpLocks/>
          </p:cNvCxnSpPr>
          <p:nvPr userDrawn="1"/>
        </p:nvCxnSpPr>
        <p:spPr>
          <a:xfrm>
            <a:off x="4153852" y="1446214"/>
            <a:ext cx="0" cy="463073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5432266-537A-E53F-5875-D324F4DFC0A5}"/>
              </a:ext>
            </a:extLst>
          </p:cNvPr>
          <p:cNvCxnSpPr>
            <a:cxnSpLocks/>
          </p:cNvCxnSpPr>
          <p:nvPr userDrawn="1"/>
        </p:nvCxnSpPr>
        <p:spPr>
          <a:xfrm>
            <a:off x="8038148" y="1446214"/>
            <a:ext cx="0" cy="463073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30C074-8F33-E5B3-9A55-D11D3E78E9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6" y="6420355"/>
            <a:ext cx="150682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pPr defTabSz="914377"/>
            <a:fld id="{DAF489CC-3B7A-4DA5-A8C0-4984788D0EC5}" type="slidenum">
              <a:rPr lang="nl-NL" smtClean="0">
                <a:solidFill>
                  <a:srgbClr val="00005C"/>
                </a:solidFill>
              </a:rPr>
              <a:pPr defTabSz="914377"/>
              <a:t>‹#›</a:t>
            </a:fld>
            <a:endParaRPr lang="nl-NL">
              <a:solidFill>
                <a:srgbClr val="0000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06133265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2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6" y="709991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594" indent="0">
              <a:buNone/>
              <a:defRPr/>
            </a:lvl2pPr>
            <a:lvl3pPr marL="457189" indent="0">
              <a:buNone/>
              <a:defRPr/>
            </a:lvl3pPr>
            <a:lvl4pPr marL="685783" indent="0">
              <a:buNone/>
              <a:defRPr/>
            </a:lvl4pPr>
            <a:lvl5pPr marL="914377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9890119-6112-A65C-5D5F-826D3A8F06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8624" y="1994855"/>
            <a:ext cx="5486400" cy="4082096"/>
          </a:xfrm>
        </p:spPr>
        <p:txBody>
          <a:bodyPr lIns="0" tIns="73152" rIns="91440" bIns="4572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12B314BB-47D3-B217-085B-FF4087FD57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80151" y="1994855"/>
            <a:ext cx="5486400" cy="4082096"/>
          </a:xfrm>
        </p:spPr>
        <p:txBody>
          <a:bodyPr lIns="0" tIns="73152" rIns="91440" bIns="4572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11BA7B0-5B3E-37FB-ABC1-62CDDC761C13}"/>
              </a:ext>
            </a:extLst>
          </p:cNvPr>
          <p:cNvCxnSpPr>
            <a:cxnSpLocks/>
          </p:cNvCxnSpPr>
          <p:nvPr userDrawn="1"/>
        </p:nvCxnSpPr>
        <p:spPr>
          <a:xfrm>
            <a:off x="6097587" y="1446214"/>
            <a:ext cx="0" cy="463073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C80D85C-7F74-EF15-F42E-B26573598E0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8624" y="1446213"/>
            <a:ext cx="5486400" cy="548640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D33B2D-3680-CFA8-4922-DC944983F91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80151" y="1446213"/>
            <a:ext cx="5486400" cy="548640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C26462A-B24E-6496-B1DF-273A6106E1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6" y="6420355"/>
            <a:ext cx="150682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pPr defTabSz="914377"/>
            <a:fld id="{DAF489CC-3B7A-4DA5-A8C0-4984788D0EC5}" type="slidenum">
              <a:rPr lang="nl-NL" smtClean="0">
                <a:solidFill>
                  <a:srgbClr val="00005C"/>
                </a:solidFill>
              </a:rPr>
              <a:pPr defTabSz="914377"/>
              <a:t>‹#›</a:t>
            </a:fld>
            <a:endParaRPr lang="nl-NL">
              <a:solidFill>
                <a:srgbClr val="0000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78697931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2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6" y="709991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594" indent="0">
              <a:buNone/>
              <a:defRPr/>
            </a:lvl2pPr>
            <a:lvl3pPr marL="457189" indent="0">
              <a:buNone/>
              <a:defRPr/>
            </a:lvl3pPr>
            <a:lvl4pPr marL="685783" indent="0">
              <a:buNone/>
              <a:defRPr/>
            </a:lvl4pPr>
            <a:lvl5pPr marL="914377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9890119-6112-A65C-5D5F-826D3A8F06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8624" y="1994855"/>
            <a:ext cx="3566160" cy="4082096"/>
          </a:xfrm>
        </p:spPr>
        <p:txBody>
          <a:bodyPr lIns="0" tIns="73152" rIns="91440" bIns="4572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12B314BB-47D3-B217-085B-FF4087FD57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18707" y="1994855"/>
            <a:ext cx="3566160" cy="4082096"/>
          </a:xfrm>
        </p:spPr>
        <p:txBody>
          <a:bodyPr lIns="0" tIns="73152" rIns="91440" bIns="4572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56A08DAB-4054-6D4C-0D9A-23E95A1C1CD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08791" y="1994855"/>
            <a:ext cx="3566160" cy="4082096"/>
          </a:xfrm>
        </p:spPr>
        <p:txBody>
          <a:bodyPr lIns="0" tIns="73152" rIns="91440" bIns="4572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99E64B-3AEF-5121-CC02-A5BF0E2C2E3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18707" y="1446213"/>
            <a:ext cx="3566160" cy="548640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7F70AEA1-0FFB-C5AB-EE1A-EBC0EB80289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08791" y="1446213"/>
            <a:ext cx="3566160" cy="548640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F7CC7CBF-5CAC-89DF-85B0-F8F79253431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8624" y="1446213"/>
            <a:ext cx="3566160" cy="548640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055F457-6C59-9205-5BC8-37A6E312F763}"/>
              </a:ext>
            </a:extLst>
          </p:cNvPr>
          <p:cNvCxnSpPr>
            <a:cxnSpLocks/>
          </p:cNvCxnSpPr>
          <p:nvPr userDrawn="1"/>
        </p:nvCxnSpPr>
        <p:spPr>
          <a:xfrm>
            <a:off x="4153852" y="1446214"/>
            <a:ext cx="0" cy="463073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8317E02-C121-6BA0-DE8E-02D7575D7C7C}"/>
              </a:ext>
            </a:extLst>
          </p:cNvPr>
          <p:cNvCxnSpPr>
            <a:cxnSpLocks/>
          </p:cNvCxnSpPr>
          <p:nvPr userDrawn="1"/>
        </p:nvCxnSpPr>
        <p:spPr>
          <a:xfrm>
            <a:off x="8046829" y="1446214"/>
            <a:ext cx="0" cy="463073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6B26CC1-EC68-EFF1-594A-E7D62DC165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6" y="6420355"/>
            <a:ext cx="150682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pPr defTabSz="914377"/>
            <a:fld id="{DAF489CC-3B7A-4DA5-A8C0-4984788D0EC5}" type="slidenum">
              <a:rPr lang="nl-NL" smtClean="0">
                <a:solidFill>
                  <a:srgbClr val="00005C"/>
                </a:solidFill>
              </a:rPr>
              <a:pPr defTabSz="914377"/>
              <a:t>‹#›</a:t>
            </a:fld>
            <a:endParaRPr lang="nl-NL">
              <a:solidFill>
                <a:srgbClr val="0000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83154073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2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6" y="709991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594" indent="0">
              <a:buNone/>
              <a:defRPr/>
            </a:lvl2pPr>
            <a:lvl3pPr marL="457189" indent="0">
              <a:buNone/>
              <a:defRPr/>
            </a:lvl3pPr>
            <a:lvl4pPr marL="685783" indent="0">
              <a:buNone/>
              <a:defRPr/>
            </a:lvl4pPr>
            <a:lvl5pPr marL="914377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9890119-6112-A65C-5D5F-826D3A8F06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8624" y="1994855"/>
            <a:ext cx="2651760" cy="4082096"/>
          </a:xfrm>
        </p:spPr>
        <p:txBody>
          <a:bodyPr lIns="0" tIns="73152" rIns="91440" bIns="4572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12B314BB-47D3-B217-085B-FF4087FD57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27007" y="1994855"/>
            <a:ext cx="2651760" cy="4082096"/>
          </a:xfrm>
        </p:spPr>
        <p:txBody>
          <a:bodyPr lIns="0" tIns="73152" rIns="91440" bIns="4572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56A08DAB-4054-6D4C-0D9A-23E95A1C1CD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25388" y="1994855"/>
            <a:ext cx="2651760" cy="4082096"/>
          </a:xfrm>
        </p:spPr>
        <p:txBody>
          <a:bodyPr lIns="0" tIns="73152" rIns="91440" bIns="4572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6A06F20C-3D16-6913-4223-0510D4DCF1F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123771" y="1994855"/>
            <a:ext cx="2651760" cy="4082096"/>
          </a:xfrm>
        </p:spPr>
        <p:txBody>
          <a:bodyPr lIns="0" tIns="73152" rIns="91440" bIns="4572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36933FFB-20BC-0D38-2EC5-3BBF25322C4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8624" y="1446213"/>
            <a:ext cx="2651760" cy="548640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8C626AA-D212-61A1-DE59-8BBEC3A26C7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327007" y="1446213"/>
            <a:ext cx="2651760" cy="548640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8A1CCB88-A172-FFF7-96EB-550E3A48F21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25388" y="1446213"/>
            <a:ext cx="2651760" cy="548640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5FB728DE-EE08-176A-4432-66A0B7D8866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23771" y="1446213"/>
            <a:ext cx="2651760" cy="548640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BA5152D-90F9-841D-EC13-0030AD385EBB}"/>
              </a:ext>
            </a:extLst>
          </p:cNvPr>
          <p:cNvCxnSpPr>
            <a:cxnSpLocks/>
          </p:cNvCxnSpPr>
          <p:nvPr userDrawn="1"/>
        </p:nvCxnSpPr>
        <p:spPr>
          <a:xfrm>
            <a:off x="3203695" y="1446214"/>
            <a:ext cx="0" cy="463073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A886867-C5AE-7140-EDF8-D3A5947BBA94}"/>
              </a:ext>
            </a:extLst>
          </p:cNvPr>
          <p:cNvCxnSpPr>
            <a:cxnSpLocks/>
          </p:cNvCxnSpPr>
          <p:nvPr userDrawn="1"/>
        </p:nvCxnSpPr>
        <p:spPr>
          <a:xfrm>
            <a:off x="6102077" y="1446214"/>
            <a:ext cx="0" cy="463073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483FCCB-2C9D-3E40-0646-FB598DF53981}"/>
              </a:ext>
            </a:extLst>
          </p:cNvPr>
          <p:cNvCxnSpPr>
            <a:cxnSpLocks/>
          </p:cNvCxnSpPr>
          <p:nvPr userDrawn="1"/>
        </p:nvCxnSpPr>
        <p:spPr>
          <a:xfrm>
            <a:off x="9000459" y="1446214"/>
            <a:ext cx="0" cy="463073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39A5C7C-FF3B-791E-7112-DA49F4D0B1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6" y="6420355"/>
            <a:ext cx="150682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pPr defTabSz="914377"/>
            <a:fld id="{DAF489CC-3B7A-4DA5-A8C0-4984788D0EC5}" type="slidenum">
              <a:rPr lang="nl-NL" smtClean="0">
                <a:solidFill>
                  <a:srgbClr val="00005C"/>
                </a:solidFill>
              </a:rPr>
              <a:pPr defTabSz="914377"/>
              <a:t>‹#›</a:t>
            </a:fld>
            <a:endParaRPr lang="nl-NL">
              <a:solidFill>
                <a:srgbClr val="0000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6189292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273CDCD-A3ED-25B5-B18D-BDF48020EDD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8624" y="1994855"/>
            <a:ext cx="5486400" cy="4082096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64FC30F8-E61C-6616-BF60-9AFD9F7EBEC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280151" y="1994855"/>
            <a:ext cx="5486400" cy="4082096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2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6" y="709991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594" indent="0">
              <a:buNone/>
              <a:defRPr/>
            </a:lvl2pPr>
            <a:lvl3pPr marL="457189" indent="0">
              <a:buNone/>
              <a:defRPr/>
            </a:lvl3pPr>
            <a:lvl4pPr marL="685783" indent="0">
              <a:buNone/>
              <a:defRPr/>
            </a:lvl4pPr>
            <a:lvl5pPr marL="914377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2CA012C-3387-F6E7-BD07-7F68D4FD7B2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8624" y="1446213"/>
            <a:ext cx="5486400" cy="548640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8E350C6-C030-D9A7-8FFE-0C6BE159F13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80151" y="1446213"/>
            <a:ext cx="5486400" cy="548640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5B1AEC1-40BF-926F-B166-C26EDD1136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6" y="6420355"/>
            <a:ext cx="150682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pPr defTabSz="914377"/>
            <a:fld id="{DAF489CC-3B7A-4DA5-A8C0-4984788D0EC5}" type="slidenum">
              <a:rPr lang="nl-NL" smtClean="0">
                <a:solidFill>
                  <a:srgbClr val="00005C"/>
                </a:solidFill>
              </a:rPr>
              <a:pPr defTabSz="914377"/>
              <a:t>‹#›</a:t>
            </a:fld>
            <a:endParaRPr lang="nl-NL">
              <a:solidFill>
                <a:srgbClr val="0000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47908347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918F928-6CA5-FEF8-D882-6AA9F401BE7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318707" y="1994855"/>
            <a:ext cx="3566160" cy="4082096"/>
          </a:xfrm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3ABED1DD-3627-3441-AC4C-69C0E51BE10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28624" y="1994855"/>
            <a:ext cx="3566160" cy="4082096"/>
          </a:xfrm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0ED812F7-BF5D-DF64-7216-C1D7D0E7180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208791" y="1994855"/>
            <a:ext cx="3566160" cy="4082096"/>
          </a:xfrm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2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6" y="709991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594" indent="0">
              <a:buNone/>
              <a:defRPr/>
            </a:lvl2pPr>
            <a:lvl3pPr marL="457189" indent="0">
              <a:buNone/>
              <a:defRPr/>
            </a:lvl3pPr>
            <a:lvl4pPr marL="685783" indent="0">
              <a:buNone/>
              <a:defRPr/>
            </a:lvl4pPr>
            <a:lvl5pPr marL="914377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C2280E2-8456-6A59-68C6-B002ACDE4A5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8624" y="1446213"/>
            <a:ext cx="3566160" cy="548640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52CCFF94-B857-D8DC-B2CD-0FFF4A50C30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18707" y="1446213"/>
            <a:ext cx="3566160" cy="548640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242A419-9A8D-61BF-51EB-69513EA5BE2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208791" y="1446213"/>
            <a:ext cx="3566160" cy="548640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D7EF800-D5AD-6EA2-68D5-8EACC1DBE5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6" y="6420355"/>
            <a:ext cx="150682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pPr defTabSz="914377"/>
            <a:fld id="{DAF489CC-3B7A-4DA5-A8C0-4984788D0EC5}" type="slidenum">
              <a:rPr lang="nl-NL" smtClean="0">
                <a:solidFill>
                  <a:srgbClr val="00005C"/>
                </a:solidFill>
              </a:rPr>
              <a:pPr defTabSz="914377"/>
              <a:t>‹#›</a:t>
            </a:fld>
            <a:endParaRPr lang="nl-NL">
              <a:solidFill>
                <a:srgbClr val="0000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7024764"/>
      </p:ext>
    </p:extLst>
  </p:cSld>
  <p:clrMapOvr>
    <a:masterClrMapping/>
  </p:clrMapOvr>
</p:sldLayout>
</file>

<file path=ppt/slideLayouts/slideLayout9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2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6" y="709991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594" indent="0">
              <a:buNone/>
              <a:defRPr/>
            </a:lvl2pPr>
            <a:lvl3pPr marL="457189" indent="0">
              <a:buNone/>
              <a:defRPr/>
            </a:lvl3pPr>
            <a:lvl4pPr marL="685783" indent="0">
              <a:buNone/>
              <a:defRPr/>
            </a:lvl4pPr>
            <a:lvl5pPr marL="914377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7F7ACD8F-903F-4AA5-CF40-F541838B617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8624" y="1994855"/>
            <a:ext cx="2697480" cy="4082096"/>
          </a:xfrm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Picture Placeholder 3">
            <a:extLst>
              <a:ext uri="{FF2B5EF4-FFF2-40B4-BE49-F238E27FC236}">
                <a16:creationId xmlns:a16="http://schemas.microsoft.com/office/drawing/2014/main" id="{A45CB8E2-394E-796C-52EE-17D17DF169E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077471" y="1994855"/>
            <a:ext cx="2697480" cy="4082096"/>
          </a:xfrm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Picture Placeholder 3">
            <a:extLst>
              <a:ext uri="{FF2B5EF4-FFF2-40B4-BE49-F238E27FC236}">
                <a16:creationId xmlns:a16="http://schemas.microsoft.com/office/drawing/2014/main" id="{FC83B583-51BF-F117-8EAB-16719367BBB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194523" y="1994855"/>
            <a:ext cx="2697480" cy="4082096"/>
          </a:xfrm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96B97E46-018E-5555-A397-28255F5CD3C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311573" y="1994855"/>
            <a:ext cx="2697480" cy="4082096"/>
          </a:xfrm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B4DF86C-4686-D09F-9CDD-05397E5EA11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28624" y="1446213"/>
            <a:ext cx="2697480" cy="548640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4460DE-EC5C-7D9A-E60B-C77EBEE2719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311573" y="1446213"/>
            <a:ext cx="2697480" cy="548640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572B8F90-4F7E-E6C3-8446-7D3736C9E4B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94523" y="1446213"/>
            <a:ext cx="2697480" cy="548640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DE7EB277-5C78-54AF-0C0C-DA543BC5427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077471" y="1446213"/>
            <a:ext cx="2697480" cy="548640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695E5FE-6AE6-5F54-59EB-08105E1B82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6" y="6420355"/>
            <a:ext cx="150682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pPr defTabSz="914377"/>
            <a:fld id="{DAF489CC-3B7A-4DA5-A8C0-4984788D0EC5}" type="slidenum">
              <a:rPr lang="nl-NL" smtClean="0">
                <a:solidFill>
                  <a:srgbClr val="00005C"/>
                </a:solidFill>
              </a:rPr>
              <a:pPr defTabSz="914377"/>
              <a:t>‹#›</a:t>
            </a:fld>
            <a:endParaRPr lang="nl-NL">
              <a:solidFill>
                <a:srgbClr val="0000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547336"/>
      </p:ext>
    </p:extLst>
  </p:cSld>
  <p:clrMapOvr>
    <a:masterClrMapping/>
  </p:clrMapOvr>
</p:sldLayout>
</file>

<file path=ppt/slideLayouts/slideLayout9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picture/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4016A94-A7DE-DAE3-0EE2-A8FF8619D3F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8624" y="2968820"/>
            <a:ext cx="5486400" cy="548640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925B4298-4DFC-5A17-A61C-10AF6A947F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8624" y="3517460"/>
            <a:ext cx="5486400" cy="2559491"/>
          </a:xfrm>
        </p:spPr>
        <p:txBody>
          <a:bodyPr lIns="0" tIns="73152" rIns="91440" bIns="4572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C5932779-A5A3-2204-2100-9B029C79E90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76979" y="3517460"/>
            <a:ext cx="5486400" cy="2559491"/>
          </a:xfrm>
        </p:spPr>
        <p:txBody>
          <a:bodyPr lIns="0" tIns="73152" rIns="91440" bIns="4572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7F7ACD8F-903F-4AA5-CF40-F541838B617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8624" y="1446214"/>
            <a:ext cx="5486400" cy="1522607"/>
          </a:xfrm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96B97E46-018E-5555-A397-28255F5CD3C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76979" y="1446214"/>
            <a:ext cx="5486400" cy="1522607"/>
          </a:xfrm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2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6" y="709991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594" indent="0">
              <a:buNone/>
              <a:defRPr/>
            </a:lvl2pPr>
            <a:lvl3pPr marL="457189" indent="0">
              <a:buNone/>
              <a:defRPr/>
            </a:lvl3pPr>
            <a:lvl4pPr marL="685783" indent="0">
              <a:buNone/>
              <a:defRPr/>
            </a:lvl4pPr>
            <a:lvl5pPr marL="914377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0005BD77-4BBE-2F03-AFA8-87F126BB6A2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76979" y="2968820"/>
            <a:ext cx="5486400" cy="548640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F72C938-C047-38AD-D83C-189C1AC036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6" y="6420355"/>
            <a:ext cx="150682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pPr defTabSz="914377"/>
            <a:fld id="{DAF489CC-3B7A-4DA5-A8C0-4984788D0EC5}" type="slidenum">
              <a:rPr lang="nl-NL" smtClean="0">
                <a:solidFill>
                  <a:srgbClr val="00005C"/>
                </a:solidFill>
              </a:rPr>
              <a:pPr defTabSz="914377"/>
              <a:t>‹#›</a:t>
            </a:fld>
            <a:endParaRPr lang="nl-NL">
              <a:solidFill>
                <a:srgbClr val="0000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5509799"/>
      </p:ext>
    </p:extLst>
  </p:cSld>
  <p:clrMapOvr>
    <a:masterClrMapping/>
  </p:clrMapOvr>
</p:sldLayout>
</file>

<file path=ppt/slideLayouts/slideLayout9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picture/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925B4298-4DFC-5A17-A61C-10AF6A947F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8624" y="3517460"/>
            <a:ext cx="3566160" cy="2559491"/>
          </a:xfrm>
        </p:spPr>
        <p:txBody>
          <a:bodyPr lIns="0" tIns="73152" rIns="91440" bIns="4572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C5932779-A5A3-2204-2100-9B029C79E90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12920" y="3517460"/>
            <a:ext cx="3566160" cy="2559491"/>
          </a:xfrm>
        </p:spPr>
        <p:txBody>
          <a:bodyPr lIns="0" tIns="73152" rIns="91440" bIns="4572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11F392C6-99EB-D1AC-BECC-4494D2B1CB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197215" y="3517460"/>
            <a:ext cx="3566160" cy="2559491"/>
          </a:xfrm>
        </p:spPr>
        <p:txBody>
          <a:bodyPr lIns="0" tIns="73152" rIns="91440" bIns="4572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7F7ACD8F-903F-4AA5-CF40-F541838B617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8624" y="1446214"/>
            <a:ext cx="3566160" cy="1522607"/>
          </a:xfrm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Picture Placeholder 3">
            <a:extLst>
              <a:ext uri="{FF2B5EF4-FFF2-40B4-BE49-F238E27FC236}">
                <a16:creationId xmlns:a16="http://schemas.microsoft.com/office/drawing/2014/main" id="{FC83B583-51BF-F117-8EAB-16719367BBB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197215" y="1446214"/>
            <a:ext cx="3566160" cy="1522607"/>
          </a:xfrm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96B97E46-018E-5555-A397-28255F5CD3C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312920" y="1446214"/>
            <a:ext cx="3566160" cy="1522607"/>
          </a:xfrm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2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6" y="709991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594" indent="0">
              <a:buNone/>
              <a:defRPr/>
            </a:lvl2pPr>
            <a:lvl3pPr marL="457189" indent="0">
              <a:buNone/>
              <a:defRPr/>
            </a:lvl3pPr>
            <a:lvl4pPr marL="685783" indent="0">
              <a:buNone/>
              <a:defRPr/>
            </a:lvl4pPr>
            <a:lvl5pPr marL="914377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C979499-D739-73B9-FE75-660BB28AD74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8624" y="2968820"/>
            <a:ext cx="3566160" cy="548640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756F07-9227-C871-FCFC-7AA0F5D4A4F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312920" y="2968820"/>
            <a:ext cx="3566160" cy="548640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B6D4682-833F-2E78-0271-A3BC65DC12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197215" y="2968820"/>
            <a:ext cx="3566160" cy="548640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8CA3288-0FCF-ED06-AD6E-E7CB3C8DC9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6" y="6420355"/>
            <a:ext cx="150682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pPr defTabSz="914377"/>
            <a:fld id="{DAF489CC-3B7A-4DA5-A8C0-4984788D0EC5}" type="slidenum">
              <a:rPr lang="nl-NL" smtClean="0">
                <a:solidFill>
                  <a:srgbClr val="00005C"/>
                </a:solidFill>
              </a:rPr>
              <a:pPr defTabSz="914377"/>
              <a:t>‹#›</a:t>
            </a:fld>
            <a:endParaRPr lang="nl-NL">
              <a:solidFill>
                <a:srgbClr val="0000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3741252"/>
      </p:ext>
    </p:extLst>
  </p:cSld>
  <p:clrMapOvr>
    <a:masterClrMapping/>
  </p:clrMapOvr>
</p:sldLayout>
</file>

<file path=ppt/slideLayouts/slideLayout9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 picture/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925B4298-4DFC-5A17-A61C-10AF6A947F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8624" y="3517460"/>
            <a:ext cx="2697480" cy="2559491"/>
          </a:xfrm>
        </p:spPr>
        <p:txBody>
          <a:bodyPr lIns="0" tIns="73152" rIns="91440" bIns="4572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C5932779-A5A3-2204-2100-9B029C79E90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11573" y="3517460"/>
            <a:ext cx="2697480" cy="2559491"/>
          </a:xfrm>
        </p:spPr>
        <p:txBody>
          <a:bodyPr lIns="0" tIns="73152" rIns="91440" bIns="4572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11F392C6-99EB-D1AC-BECC-4494D2B1CB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94523" y="3517460"/>
            <a:ext cx="2697480" cy="2559491"/>
          </a:xfrm>
        </p:spPr>
        <p:txBody>
          <a:bodyPr lIns="0" tIns="73152" rIns="91440" bIns="4572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0FB8ABDB-A570-09B0-47F8-17E0EAF3EA3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077471" y="3517460"/>
            <a:ext cx="2697480" cy="2559491"/>
          </a:xfrm>
        </p:spPr>
        <p:txBody>
          <a:bodyPr lIns="0" tIns="73152" rIns="91440" bIns="4572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7F7ACD8F-903F-4AA5-CF40-F541838B617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8624" y="1446214"/>
            <a:ext cx="2697480" cy="1522607"/>
          </a:xfrm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Picture Placeholder 3">
            <a:extLst>
              <a:ext uri="{FF2B5EF4-FFF2-40B4-BE49-F238E27FC236}">
                <a16:creationId xmlns:a16="http://schemas.microsoft.com/office/drawing/2014/main" id="{A45CB8E2-394E-796C-52EE-17D17DF169E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077471" y="1446214"/>
            <a:ext cx="2697480" cy="1522607"/>
          </a:xfrm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Picture Placeholder 3">
            <a:extLst>
              <a:ext uri="{FF2B5EF4-FFF2-40B4-BE49-F238E27FC236}">
                <a16:creationId xmlns:a16="http://schemas.microsoft.com/office/drawing/2014/main" id="{FC83B583-51BF-F117-8EAB-16719367BBB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194523" y="1446214"/>
            <a:ext cx="2697480" cy="1522607"/>
          </a:xfrm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96B97E46-018E-5555-A397-28255F5CD3C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311573" y="1446214"/>
            <a:ext cx="2697480" cy="1522607"/>
          </a:xfrm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2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6" y="709991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594" indent="0">
              <a:buNone/>
              <a:defRPr/>
            </a:lvl2pPr>
            <a:lvl3pPr marL="457189" indent="0">
              <a:buNone/>
              <a:defRPr/>
            </a:lvl3pPr>
            <a:lvl4pPr marL="685783" indent="0">
              <a:buNone/>
              <a:defRPr/>
            </a:lvl4pPr>
            <a:lvl5pPr marL="914377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8EA87E5-B00B-294C-9BEB-D8AB1DA7D63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28624" y="2968820"/>
            <a:ext cx="2697480" cy="548640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CC21B11-4BB9-E7F7-2D10-7A711FE51A2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311573" y="2968820"/>
            <a:ext cx="2697480" cy="548640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60624600-098D-4116-2BA4-B77914ACDD0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194523" y="2968820"/>
            <a:ext cx="2697480" cy="548640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FBA7EB72-6B8C-7C86-47F1-FB927F697C1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077471" y="2968820"/>
            <a:ext cx="2697480" cy="548640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D8D0839C-757C-586E-BFC4-95B70BCF5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6" y="6420355"/>
            <a:ext cx="150682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pPr defTabSz="914377"/>
            <a:fld id="{DAF489CC-3B7A-4DA5-A8C0-4984788D0EC5}" type="slidenum">
              <a:rPr lang="nl-NL" smtClean="0">
                <a:solidFill>
                  <a:srgbClr val="00005C"/>
                </a:solidFill>
              </a:rPr>
              <a:pPr defTabSz="914377"/>
              <a:t>‹#›</a:t>
            </a:fld>
            <a:endParaRPr lang="nl-NL">
              <a:solidFill>
                <a:srgbClr val="0000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40539765"/>
      </p:ext>
    </p:extLst>
  </p:cSld>
  <p:clrMapOvr>
    <a:masterClrMapping/>
  </p:clrMapOvr>
</p:sldLayout>
</file>

<file path=ppt/slideLayouts/slideLayout10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bo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925B4298-4DFC-5A17-A61C-10AF6A947F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26105" y="1446214"/>
            <a:ext cx="8640447" cy="4630737"/>
          </a:xfrm>
        </p:spPr>
        <p:txBody>
          <a:bodyPr lIns="137160" tIns="91440" rIns="91440" bIns="4572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2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6" y="709991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594" indent="0">
              <a:buNone/>
              <a:defRPr/>
            </a:lvl2pPr>
            <a:lvl3pPr marL="457189" indent="0">
              <a:buNone/>
              <a:defRPr/>
            </a:lvl3pPr>
            <a:lvl4pPr marL="685783" indent="0">
              <a:buNone/>
              <a:defRPr/>
            </a:lvl4pPr>
            <a:lvl5pPr marL="914377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E75B62F6-55F7-EC3C-2ED6-BBCF8B1F304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8624" y="1446214"/>
            <a:ext cx="2697480" cy="4630737"/>
          </a:xfrm>
          <a:solidFill>
            <a:schemeClr val="accent1"/>
          </a:solidFill>
        </p:spPr>
        <p:txBody>
          <a:bodyPr lIns="91440" tIns="91440" rIns="91440" bIns="45720" anchor="t">
            <a:noAutofit/>
          </a:bodyPr>
          <a:lstStyle>
            <a:lvl1pPr marL="0" indent="0" algn="l"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1B59311-C109-90D5-373E-703450BE43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6" y="6420355"/>
            <a:ext cx="150682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pPr defTabSz="914377"/>
            <a:fld id="{DAF489CC-3B7A-4DA5-A8C0-4984788D0EC5}" type="slidenum">
              <a:rPr lang="nl-NL" smtClean="0">
                <a:solidFill>
                  <a:srgbClr val="00005C"/>
                </a:solidFill>
              </a:rPr>
              <a:pPr defTabSz="914377"/>
              <a:t>‹#›</a:t>
            </a:fld>
            <a:endParaRPr lang="nl-NL">
              <a:solidFill>
                <a:srgbClr val="0000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01485289"/>
      </p:ext>
    </p:extLst>
  </p:cSld>
  <p:clrMapOvr>
    <a:masterClrMapping/>
  </p:clrMapOvr>
</p:sldLayout>
</file>

<file path=ppt/slideLayouts/slideLayout10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925B4298-4DFC-5A17-A61C-10AF6A947F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26105" y="1446214"/>
            <a:ext cx="8640447" cy="4630737"/>
          </a:xfrm>
        </p:spPr>
        <p:txBody>
          <a:bodyPr lIns="137160" tIns="91440" rIns="91440" bIns="4572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2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6" y="709991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594" indent="0">
              <a:buNone/>
              <a:defRPr/>
            </a:lvl2pPr>
            <a:lvl3pPr marL="457189" indent="0">
              <a:buNone/>
              <a:defRPr/>
            </a:lvl3pPr>
            <a:lvl4pPr marL="685783" indent="0">
              <a:buNone/>
              <a:defRPr/>
            </a:lvl4pPr>
            <a:lvl5pPr marL="914377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8F88F08-9355-72DC-FA2D-5379EE038153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8624" y="1446214"/>
            <a:ext cx="2697480" cy="4630737"/>
          </a:xfr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816F5F7-DC15-93E3-03C3-BC68295C29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6" y="6420355"/>
            <a:ext cx="150682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pPr defTabSz="914377"/>
            <a:fld id="{DAF489CC-3B7A-4DA5-A8C0-4984788D0EC5}" type="slidenum">
              <a:rPr lang="nl-NL" smtClean="0">
                <a:solidFill>
                  <a:srgbClr val="00005C"/>
                </a:solidFill>
              </a:rPr>
              <a:pPr defTabSz="914377"/>
              <a:t>‹#›</a:t>
            </a:fld>
            <a:endParaRPr lang="nl-NL">
              <a:solidFill>
                <a:srgbClr val="0000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3613202"/>
      </p:ext>
    </p:extLst>
  </p:cSld>
  <p:clrMapOvr>
    <a:masterClrMapping/>
  </p:clrMapOvr>
</p:sldLayout>
</file>

<file path=ppt/slideLayouts/slideLayout10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cons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925B4298-4DFC-5A17-A61C-10AF6A947F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01505" y="1469073"/>
            <a:ext cx="9965047" cy="1417320"/>
          </a:xfrm>
        </p:spPr>
        <p:txBody>
          <a:bodyPr lIns="0" tIns="45720" rIns="0" bIns="45720" anchor="ctr"/>
          <a:lstStyle>
            <a:lvl1pPr marL="0" indent="0">
              <a:spcAft>
                <a:spcPts val="200"/>
              </a:spcAft>
              <a:buNone/>
              <a:defRPr sz="1600">
                <a:solidFill>
                  <a:schemeClr val="accent1"/>
                </a:solidFill>
                <a:latin typeface="+mj-lt"/>
              </a:defRPr>
            </a:lvl1pPr>
            <a:lvl2pPr marL="182875" indent="-182875">
              <a:spcAft>
                <a:spcPts val="200"/>
              </a:spcAft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Heading</a:t>
            </a:r>
          </a:p>
          <a:p>
            <a:pPr lvl="1"/>
            <a:r>
              <a:rPr lang="en-US"/>
              <a:t>Body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2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6" y="709991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594" indent="0">
              <a:buNone/>
              <a:defRPr/>
            </a:lvl2pPr>
            <a:lvl3pPr marL="457189" indent="0">
              <a:buNone/>
              <a:defRPr/>
            </a:lvl3pPr>
            <a:lvl4pPr marL="685783" indent="0">
              <a:buNone/>
              <a:defRPr/>
            </a:lvl4pPr>
            <a:lvl5pPr marL="914377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7476357-305F-5973-5369-7AC81D8D5961}"/>
              </a:ext>
            </a:extLst>
          </p:cNvPr>
          <p:cNvCxnSpPr>
            <a:cxnSpLocks/>
          </p:cNvCxnSpPr>
          <p:nvPr userDrawn="1"/>
        </p:nvCxnSpPr>
        <p:spPr>
          <a:xfrm>
            <a:off x="1799591" y="2975372"/>
            <a:ext cx="996696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D72055C-7159-2B40-7017-C8F627D20E68}"/>
              </a:ext>
            </a:extLst>
          </p:cNvPr>
          <p:cNvCxnSpPr>
            <a:cxnSpLocks/>
          </p:cNvCxnSpPr>
          <p:nvPr userDrawn="1"/>
        </p:nvCxnSpPr>
        <p:spPr>
          <a:xfrm>
            <a:off x="1799591" y="4570651"/>
            <a:ext cx="996696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B65EF11-27C6-3489-DD6F-30BE392A095F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25451" y="1583373"/>
            <a:ext cx="1188720" cy="118872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here to add icon</a:t>
            </a:r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34FDC33C-83ED-0DED-F0E9-23BB9B01EA18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425451" y="3178652"/>
            <a:ext cx="1188720" cy="118872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here to add icon</a:t>
            </a:r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C01BBE2D-9FF8-C873-8A2E-50CE50A2A903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25451" y="4773931"/>
            <a:ext cx="1188720" cy="118872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here to add icon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A1AB26F9-0173-EB8B-A0B2-71203D4C68A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801505" y="3064352"/>
            <a:ext cx="9965047" cy="1417320"/>
          </a:xfrm>
        </p:spPr>
        <p:txBody>
          <a:bodyPr lIns="0" tIns="45720" rIns="0" bIns="45720" anchor="ctr"/>
          <a:lstStyle>
            <a:lvl1pPr marL="0" indent="0">
              <a:spcAft>
                <a:spcPts val="20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182875" indent="-182875">
              <a:spcAft>
                <a:spcPts val="200"/>
              </a:spcAft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Heading</a:t>
            </a:r>
          </a:p>
          <a:p>
            <a:pPr lvl="1"/>
            <a:r>
              <a:rPr lang="en-US"/>
              <a:t>Body text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C5BC671B-E3BA-C641-C295-075806A97A8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801505" y="4659631"/>
            <a:ext cx="9965047" cy="1417320"/>
          </a:xfrm>
        </p:spPr>
        <p:txBody>
          <a:bodyPr lIns="0" tIns="45720" rIns="0" bIns="45720" anchor="ctr"/>
          <a:lstStyle>
            <a:lvl1pPr marL="0" indent="0">
              <a:spcAft>
                <a:spcPts val="200"/>
              </a:spcAft>
              <a:buNone/>
              <a:defRPr sz="1600">
                <a:solidFill>
                  <a:schemeClr val="accent5"/>
                </a:solidFill>
                <a:latin typeface="+mj-lt"/>
              </a:defRPr>
            </a:lvl1pPr>
            <a:lvl2pPr marL="182875" indent="-182875">
              <a:spcAft>
                <a:spcPts val="200"/>
              </a:spcAft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Heading</a:t>
            </a:r>
          </a:p>
          <a:p>
            <a:pPr lvl="1"/>
            <a:r>
              <a:rPr lang="en-US"/>
              <a:t>Body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8D7EE73-BD0F-1407-31F4-45DE38083E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6" y="6420355"/>
            <a:ext cx="150682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pPr defTabSz="914377"/>
            <a:fld id="{DAF489CC-3B7A-4DA5-A8C0-4984788D0EC5}" type="slidenum">
              <a:rPr lang="nl-NL" smtClean="0">
                <a:solidFill>
                  <a:srgbClr val="00005C"/>
                </a:solidFill>
              </a:rPr>
              <a:pPr defTabSz="914377"/>
              <a:t>‹#›</a:t>
            </a:fld>
            <a:endParaRPr lang="nl-NL">
              <a:solidFill>
                <a:srgbClr val="0000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5060359"/>
      </p:ext>
    </p:extLst>
  </p:cSld>
  <p:clrMapOvr>
    <a:masterClrMapping/>
  </p:clrMapOvr>
</p:sldLayout>
</file>

<file path=ppt/slideLayouts/slideLayout10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icons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2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6" y="709991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594" indent="0">
              <a:buNone/>
              <a:defRPr/>
            </a:lvl2pPr>
            <a:lvl3pPr marL="457189" indent="0">
              <a:buNone/>
              <a:defRPr/>
            </a:lvl3pPr>
            <a:lvl4pPr marL="685783" indent="0">
              <a:buNone/>
              <a:defRPr/>
            </a:lvl4pPr>
            <a:lvl5pPr marL="914377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B11C842-3283-E596-DE19-3297AED53101}"/>
              </a:ext>
            </a:extLst>
          </p:cNvPr>
          <p:cNvCxnSpPr>
            <a:cxnSpLocks/>
          </p:cNvCxnSpPr>
          <p:nvPr userDrawn="1"/>
        </p:nvCxnSpPr>
        <p:spPr>
          <a:xfrm>
            <a:off x="1512137" y="3692567"/>
            <a:ext cx="438912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C5E0B42-4FAD-B122-9855-574B2EA9EF99}"/>
              </a:ext>
            </a:extLst>
          </p:cNvPr>
          <p:cNvCxnSpPr>
            <a:cxnSpLocks/>
          </p:cNvCxnSpPr>
          <p:nvPr userDrawn="1"/>
        </p:nvCxnSpPr>
        <p:spPr>
          <a:xfrm>
            <a:off x="1512137" y="2437484"/>
            <a:ext cx="438912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E326F57-826B-3ACC-E1E9-43A337E58CE7}"/>
              </a:ext>
            </a:extLst>
          </p:cNvPr>
          <p:cNvCxnSpPr>
            <a:cxnSpLocks/>
          </p:cNvCxnSpPr>
          <p:nvPr userDrawn="1"/>
        </p:nvCxnSpPr>
        <p:spPr>
          <a:xfrm>
            <a:off x="7385531" y="3692567"/>
            <a:ext cx="438912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455D23A-01AB-588F-517A-144079958FC2}"/>
              </a:ext>
            </a:extLst>
          </p:cNvPr>
          <p:cNvCxnSpPr>
            <a:cxnSpLocks/>
          </p:cNvCxnSpPr>
          <p:nvPr userDrawn="1"/>
        </p:nvCxnSpPr>
        <p:spPr>
          <a:xfrm>
            <a:off x="7385531" y="2437484"/>
            <a:ext cx="438912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1378A91-CE46-5522-9C0B-EA8A8EEE264C}"/>
              </a:ext>
            </a:extLst>
          </p:cNvPr>
          <p:cNvCxnSpPr>
            <a:cxnSpLocks/>
          </p:cNvCxnSpPr>
          <p:nvPr userDrawn="1"/>
        </p:nvCxnSpPr>
        <p:spPr>
          <a:xfrm>
            <a:off x="1512137" y="4947648"/>
            <a:ext cx="438912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9BA8E10-C301-B50F-BA49-15050943AAD9}"/>
              </a:ext>
            </a:extLst>
          </p:cNvPr>
          <p:cNvCxnSpPr>
            <a:cxnSpLocks/>
          </p:cNvCxnSpPr>
          <p:nvPr userDrawn="1"/>
        </p:nvCxnSpPr>
        <p:spPr>
          <a:xfrm>
            <a:off x="7385531" y="4947648"/>
            <a:ext cx="438912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Picture Placeholder 9">
            <a:extLst>
              <a:ext uri="{FF2B5EF4-FFF2-40B4-BE49-F238E27FC236}">
                <a16:creationId xmlns:a16="http://schemas.microsoft.com/office/drawing/2014/main" id="{B43F4B7B-2CB6-3C5D-41D4-F0733252324A}"/>
              </a:ext>
            </a:extLst>
          </p:cNvPr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425451" y="1352743"/>
            <a:ext cx="914400" cy="914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here to add icon</a:t>
            </a:r>
          </a:p>
        </p:txBody>
      </p:sp>
      <p:sp>
        <p:nvSpPr>
          <p:cNvPr id="25" name="Picture Placeholder 9">
            <a:extLst>
              <a:ext uri="{FF2B5EF4-FFF2-40B4-BE49-F238E27FC236}">
                <a16:creationId xmlns:a16="http://schemas.microsoft.com/office/drawing/2014/main" id="{0D74B06B-61ED-CEFB-E3B3-9FC646969EA4}"/>
              </a:ext>
            </a:extLst>
          </p:cNvPr>
          <p:cNvSpPr>
            <a:spLocks noGrp="1" noChangeAspect="1"/>
          </p:cNvSpPr>
          <p:nvPr>
            <p:ph type="pic" sz="quarter" idx="29" hasCustomPrompt="1"/>
          </p:nvPr>
        </p:nvSpPr>
        <p:spPr>
          <a:xfrm>
            <a:off x="6305389" y="1352743"/>
            <a:ext cx="914400" cy="914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here to add icon</a:t>
            </a:r>
          </a:p>
        </p:txBody>
      </p:sp>
      <p:sp>
        <p:nvSpPr>
          <p:cNvPr id="26" name="Picture Placeholder 9">
            <a:extLst>
              <a:ext uri="{FF2B5EF4-FFF2-40B4-BE49-F238E27FC236}">
                <a16:creationId xmlns:a16="http://schemas.microsoft.com/office/drawing/2014/main" id="{EB7D8D35-559F-0ECB-0A77-87FEE0425347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425451" y="2607825"/>
            <a:ext cx="914400" cy="914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here to add icon</a:t>
            </a:r>
          </a:p>
        </p:txBody>
      </p:sp>
      <p:sp>
        <p:nvSpPr>
          <p:cNvPr id="27" name="Picture Placeholder 9">
            <a:extLst>
              <a:ext uri="{FF2B5EF4-FFF2-40B4-BE49-F238E27FC236}">
                <a16:creationId xmlns:a16="http://schemas.microsoft.com/office/drawing/2014/main" id="{C8F1CBD6-68D2-0E56-C57A-4BB197422862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6305389" y="2607825"/>
            <a:ext cx="914400" cy="914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here to add icon</a:t>
            </a:r>
          </a:p>
        </p:txBody>
      </p:sp>
      <p:sp>
        <p:nvSpPr>
          <p:cNvPr id="28" name="Picture Placeholder 9">
            <a:extLst>
              <a:ext uri="{FF2B5EF4-FFF2-40B4-BE49-F238E27FC236}">
                <a16:creationId xmlns:a16="http://schemas.microsoft.com/office/drawing/2014/main" id="{0815622D-F593-5765-4DE3-9C3B3DA20081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425451" y="3862907"/>
            <a:ext cx="914400" cy="914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here to add icon</a:t>
            </a:r>
          </a:p>
        </p:txBody>
      </p:sp>
      <p:sp>
        <p:nvSpPr>
          <p:cNvPr id="29" name="Picture Placeholder 9">
            <a:extLst>
              <a:ext uri="{FF2B5EF4-FFF2-40B4-BE49-F238E27FC236}">
                <a16:creationId xmlns:a16="http://schemas.microsoft.com/office/drawing/2014/main" id="{8A4B5D9B-DD42-E12C-B8B1-D148773ADFC2}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6305389" y="3862907"/>
            <a:ext cx="914400" cy="914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here to add icon</a:t>
            </a:r>
          </a:p>
        </p:txBody>
      </p:sp>
      <p:sp>
        <p:nvSpPr>
          <p:cNvPr id="30" name="Picture Placeholder 9">
            <a:extLst>
              <a:ext uri="{FF2B5EF4-FFF2-40B4-BE49-F238E27FC236}">
                <a16:creationId xmlns:a16="http://schemas.microsoft.com/office/drawing/2014/main" id="{B1B97117-9F24-6123-995B-5C808A68E78F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425451" y="5117991"/>
            <a:ext cx="914400" cy="914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here to add icon</a:t>
            </a:r>
          </a:p>
        </p:txBody>
      </p:sp>
      <p:sp>
        <p:nvSpPr>
          <p:cNvPr id="31" name="Picture Placeholder 9">
            <a:extLst>
              <a:ext uri="{FF2B5EF4-FFF2-40B4-BE49-F238E27FC236}">
                <a16:creationId xmlns:a16="http://schemas.microsoft.com/office/drawing/2014/main" id="{4FE3643B-04DC-9C04-EC21-6FC260035471}"/>
              </a:ext>
            </a:extLst>
          </p:cNvPr>
          <p:cNvSpPr>
            <a:spLocks noGrp="1" noChangeAspect="1"/>
          </p:cNvSpPr>
          <p:nvPr>
            <p:ph type="pic" sz="quarter" idx="35" hasCustomPrompt="1"/>
          </p:nvPr>
        </p:nvSpPr>
        <p:spPr>
          <a:xfrm>
            <a:off x="6305389" y="5117991"/>
            <a:ext cx="914400" cy="914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here to add icon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AD89EBC5-7786-3168-7F27-AA8125DACF7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512137" y="1307023"/>
            <a:ext cx="4389120" cy="1005840"/>
          </a:xfrm>
        </p:spPr>
        <p:txBody>
          <a:bodyPr lIns="0" tIns="45720" rIns="0" bIns="45720" anchor="ctr"/>
          <a:lstStyle>
            <a:lvl1pPr marL="0" indent="0">
              <a:spcAft>
                <a:spcPts val="200"/>
              </a:spcAft>
              <a:buNone/>
              <a:defRPr sz="1600">
                <a:solidFill>
                  <a:schemeClr val="accent1"/>
                </a:solidFill>
                <a:latin typeface="+mj-lt"/>
              </a:defRPr>
            </a:lvl1pPr>
            <a:lvl2pPr marL="182875" indent="-182875">
              <a:spcAft>
                <a:spcPts val="200"/>
              </a:spcAft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Heading</a:t>
            </a:r>
          </a:p>
          <a:p>
            <a:pPr lvl="1"/>
            <a:r>
              <a:rPr lang="en-US"/>
              <a:t>Body text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ACBFC19-88E9-647B-456B-987298401E2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512137" y="5072271"/>
            <a:ext cx="4389120" cy="1005840"/>
          </a:xfrm>
        </p:spPr>
        <p:txBody>
          <a:bodyPr lIns="0" tIns="45720" rIns="0" bIns="45720" anchor="ctr"/>
          <a:lstStyle>
            <a:lvl1pPr marL="0" indent="0">
              <a:spcAft>
                <a:spcPts val="200"/>
              </a:spcAft>
              <a:buNone/>
              <a:defRPr sz="1600">
                <a:solidFill>
                  <a:schemeClr val="accent1"/>
                </a:solidFill>
                <a:latin typeface="+mj-lt"/>
              </a:defRPr>
            </a:lvl1pPr>
            <a:lvl2pPr marL="182875" indent="-182875">
              <a:spcAft>
                <a:spcPts val="200"/>
              </a:spcAft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Heading</a:t>
            </a:r>
          </a:p>
          <a:p>
            <a:pPr lvl="1"/>
            <a:r>
              <a:rPr lang="en-US"/>
              <a:t>Body text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70C21BF9-98CF-2439-2FC3-3163C556C2C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512137" y="3817187"/>
            <a:ext cx="4389120" cy="1005840"/>
          </a:xfrm>
        </p:spPr>
        <p:txBody>
          <a:bodyPr lIns="0" tIns="45720" rIns="0" bIns="45720" anchor="ctr"/>
          <a:lstStyle>
            <a:lvl1pPr marL="0" indent="0">
              <a:spcAft>
                <a:spcPts val="200"/>
              </a:spcAft>
              <a:buNone/>
              <a:defRPr sz="1600">
                <a:solidFill>
                  <a:schemeClr val="accent1"/>
                </a:solidFill>
                <a:latin typeface="+mj-lt"/>
              </a:defRPr>
            </a:lvl1pPr>
            <a:lvl2pPr marL="182875" indent="-182875">
              <a:spcAft>
                <a:spcPts val="200"/>
              </a:spcAft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Heading</a:t>
            </a:r>
          </a:p>
          <a:p>
            <a:pPr lvl="1"/>
            <a:r>
              <a:rPr lang="en-US"/>
              <a:t>Body text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12771577-6DF7-C28B-98C1-13903E641423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512137" y="2562105"/>
            <a:ext cx="4389120" cy="1005840"/>
          </a:xfrm>
        </p:spPr>
        <p:txBody>
          <a:bodyPr lIns="0" tIns="45720" rIns="0" bIns="45720" anchor="ctr"/>
          <a:lstStyle>
            <a:lvl1pPr marL="0" indent="0">
              <a:spcAft>
                <a:spcPts val="200"/>
              </a:spcAft>
              <a:buNone/>
              <a:defRPr sz="1600">
                <a:solidFill>
                  <a:schemeClr val="accent1"/>
                </a:solidFill>
                <a:latin typeface="+mj-lt"/>
              </a:defRPr>
            </a:lvl1pPr>
            <a:lvl2pPr marL="182875" indent="-182875">
              <a:spcAft>
                <a:spcPts val="200"/>
              </a:spcAft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Heading</a:t>
            </a:r>
          </a:p>
          <a:p>
            <a:pPr lvl="1"/>
            <a:r>
              <a:rPr lang="en-US"/>
              <a:t>Body text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E7C72D8B-534B-6DE5-0B48-3CB97967D31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385531" y="1307023"/>
            <a:ext cx="4389120" cy="1005840"/>
          </a:xfrm>
        </p:spPr>
        <p:txBody>
          <a:bodyPr lIns="0" tIns="45720" rIns="0" bIns="45720" anchor="ctr"/>
          <a:lstStyle>
            <a:lvl1pPr marL="0" indent="0">
              <a:spcAft>
                <a:spcPts val="200"/>
              </a:spcAft>
              <a:buNone/>
              <a:defRPr sz="1600">
                <a:solidFill>
                  <a:schemeClr val="accent1"/>
                </a:solidFill>
                <a:latin typeface="+mj-lt"/>
              </a:defRPr>
            </a:lvl1pPr>
            <a:lvl2pPr marL="182875" indent="-182875">
              <a:spcAft>
                <a:spcPts val="200"/>
              </a:spcAft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Heading</a:t>
            </a:r>
          </a:p>
          <a:p>
            <a:pPr lvl="1"/>
            <a:r>
              <a:rPr lang="en-US"/>
              <a:t>Body text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E56446B9-85DF-3D97-4D7B-6A446703663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385531" y="2562105"/>
            <a:ext cx="4389120" cy="1005840"/>
          </a:xfrm>
        </p:spPr>
        <p:txBody>
          <a:bodyPr lIns="0" tIns="45720" rIns="0" bIns="45720" anchor="ctr"/>
          <a:lstStyle>
            <a:lvl1pPr marL="0" indent="0">
              <a:spcAft>
                <a:spcPts val="200"/>
              </a:spcAft>
              <a:buNone/>
              <a:defRPr sz="1600">
                <a:solidFill>
                  <a:schemeClr val="accent1"/>
                </a:solidFill>
                <a:latin typeface="+mj-lt"/>
              </a:defRPr>
            </a:lvl1pPr>
            <a:lvl2pPr marL="182875" indent="-182875">
              <a:spcAft>
                <a:spcPts val="200"/>
              </a:spcAft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Heading</a:t>
            </a:r>
          </a:p>
          <a:p>
            <a:pPr lvl="1"/>
            <a:r>
              <a:rPr lang="en-US"/>
              <a:t>Body text</a:t>
            </a:r>
          </a:p>
        </p:txBody>
      </p:sp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CE2966E9-E5B2-905D-1BF4-C087E4D1BD0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385531" y="3817187"/>
            <a:ext cx="4389120" cy="1005840"/>
          </a:xfrm>
        </p:spPr>
        <p:txBody>
          <a:bodyPr lIns="0" tIns="45720" rIns="0" bIns="45720" anchor="ctr"/>
          <a:lstStyle>
            <a:lvl1pPr marL="0" indent="0">
              <a:spcAft>
                <a:spcPts val="200"/>
              </a:spcAft>
              <a:buNone/>
              <a:defRPr sz="1600">
                <a:solidFill>
                  <a:schemeClr val="accent1"/>
                </a:solidFill>
                <a:latin typeface="+mj-lt"/>
              </a:defRPr>
            </a:lvl1pPr>
            <a:lvl2pPr marL="182875" indent="-182875">
              <a:spcAft>
                <a:spcPts val="200"/>
              </a:spcAft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Heading</a:t>
            </a:r>
          </a:p>
          <a:p>
            <a:pPr lvl="1"/>
            <a:r>
              <a:rPr lang="en-US"/>
              <a:t>Body text</a:t>
            </a:r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2291F0A7-9B4B-3796-A3FB-37ECE65A9A89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385531" y="5072271"/>
            <a:ext cx="4389120" cy="1005840"/>
          </a:xfrm>
        </p:spPr>
        <p:txBody>
          <a:bodyPr lIns="0" tIns="45720" rIns="0" bIns="45720" anchor="ctr"/>
          <a:lstStyle>
            <a:lvl1pPr marL="0" indent="0">
              <a:spcAft>
                <a:spcPts val="200"/>
              </a:spcAft>
              <a:buNone/>
              <a:defRPr sz="1600">
                <a:solidFill>
                  <a:schemeClr val="accent1"/>
                </a:solidFill>
                <a:latin typeface="+mj-lt"/>
              </a:defRPr>
            </a:lvl1pPr>
            <a:lvl2pPr marL="182875" indent="-182875">
              <a:spcAft>
                <a:spcPts val="200"/>
              </a:spcAft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Heading</a:t>
            </a:r>
          </a:p>
          <a:p>
            <a:pPr lvl="1"/>
            <a:r>
              <a:rPr lang="en-US"/>
              <a:t>Body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8F45AF8-A8C0-A223-DBED-02A7C9E91B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6" y="6420355"/>
            <a:ext cx="150682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pPr defTabSz="914377"/>
            <a:fld id="{DAF489CC-3B7A-4DA5-A8C0-4984788D0EC5}" type="slidenum">
              <a:rPr lang="nl-NL" smtClean="0">
                <a:solidFill>
                  <a:srgbClr val="00005C"/>
                </a:solidFill>
              </a:rPr>
              <a:pPr defTabSz="914377"/>
              <a:t>‹#›</a:t>
            </a:fld>
            <a:endParaRPr lang="nl-NL">
              <a:solidFill>
                <a:srgbClr val="0000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39523698"/>
      </p:ext>
    </p:extLst>
  </p:cSld>
  <p:clrMapOvr>
    <a:masterClrMapping/>
  </p:clrMapOvr>
</p:sldLayout>
</file>

<file path=ppt/slideLayouts/slideLayout10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ircle tex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2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6" y="709991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594" indent="0">
              <a:buNone/>
              <a:defRPr/>
            </a:lvl2pPr>
            <a:lvl3pPr marL="457189" indent="0">
              <a:buNone/>
              <a:defRPr/>
            </a:lvl3pPr>
            <a:lvl4pPr marL="685783" indent="0">
              <a:buNone/>
              <a:defRPr/>
            </a:lvl4pPr>
            <a:lvl5pPr marL="914377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A89770E9-16F2-7FFA-DCB8-9440D4376679}"/>
              </a:ext>
            </a:extLst>
          </p:cNvPr>
          <p:cNvSpPr>
            <a:spLocks noGrp="1" noChangeAspect="1"/>
          </p:cNvSpPr>
          <p:nvPr>
            <p:ph type="body" sz="quarter" idx="14" hasCustomPrompt="1"/>
          </p:nvPr>
        </p:nvSpPr>
        <p:spPr>
          <a:xfrm>
            <a:off x="425451" y="1446213"/>
            <a:ext cx="1051560" cy="1051560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/>
          <a:lstStyle>
            <a:lvl1pPr marL="0" indent="0" algn="ctr"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+mj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en-IN"/>
              <a:t>Text only</a:t>
            </a:r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1F13AE0-9183-D602-5CE3-A9A8CFB65524}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>
          <a:xfrm>
            <a:off x="425451" y="2638464"/>
            <a:ext cx="1051560" cy="1051560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anchor="ctr"/>
          <a:lstStyle>
            <a:lvl1pPr marL="0" indent="0" algn="ctr"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+mj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en-IN"/>
              <a:t>Text only</a:t>
            </a:r>
            <a:endParaRPr lang="en-US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AAE432B-E20C-7DDA-7B74-202DD9899130}"/>
              </a:ext>
            </a:extLst>
          </p:cNvPr>
          <p:cNvSpPr>
            <a:spLocks noGrp="1" noChangeAspect="1"/>
          </p:cNvSpPr>
          <p:nvPr>
            <p:ph type="body" sz="quarter" idx="16" hasCustomPrompt="1"/>
          </p:nvPr>
        </p:nvSpPr>
        <p:spPr>
          <a:xfrm>
            <a:off x="425451" y="3832331"/>
            <a:ext cx="1051560" cy="1051560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/>
          <a:lstStyle>
            <a:lvl1pPr marL="0" indent="0" algn="ctr"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+mj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en-IN"/>
              <a:t>Text only</a:t>
            </a:r>
            <a:endParaRPr lang="en-US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AA48CE4-D48F-1815-952F-AE9234ABC8B0}"/>
              </a:ext>
            </a:extLst>
          </p:cNvPr>
          <p:cNvSpPr>
            <a:spLocks noGrp="1" noChangeAspect="1"/>
          </p:cNvSpPr>
          <p:nvPr>
            <p:ph type="body" sz="quarter" idx="17" hasCustomPrompt="1"/>
          </p:nvPr>
        </p:nvSpPr>
        <p:spPr>
          <a:xfrm>
            <a:off x="425451" y="5025391"/>
            <a:ext cx="1051560" cy="1051560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/>
          <a:lstStyle>
            <a:lvl1pPr marL="0" indent="0" algn="ctr"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+mj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en-IN"/>
              <a:t>Text only</a:t>
            </a:r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9FCB7CB-F0E3-E9F1-33DB-E06C950D986F}"/>
              </a:ext>
            </a:extLst>
          </p:cNvPr>
          <p:cNvCxnSpPr/>
          <p:nvPr userDrawn="1"/>
        </p:nvCxnSpPr>
        <p:spPr>
          <a:xfrm>
            <a:off x="1643607" y="2568119"/>
            <a:ext cx="1012294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D6C658A-1C1E-8319-759A-C14D8B1EDFF1}"/>
              </a:ext>
            </a:extLst>
          </p:cNvPr>
          <p:cNvCxnSpPr/>
          <p:nvPr userDrawn="1"/>
        </p:nvCxnSpPr>
        <p:spPr>
          <a:xfrm>
            <a:off x="1643607" y="3761179"/>
            <a:ext cx="1012294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DCFDCD5-F742-BE4C-C5AC-89AD0A324771}"/>
              </a:ext>
            </a:extLst>
          </p:cNvPr>
          <p:cNvCxnSpPr/>
          <p:nvPr userDrawn="1"/>
        </p:nvCxnSpPr>
        <p:spPr>
          <a:xfrm>
            <a:off x="1643607" y="4954641"/>
            <a:ext cx="1012294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F190266A-6EA5-DA1F-2689-9203581580E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643607" y="1469073"/>
            <a:ext cx="10122944" cy="1005840"/>
          </a:xfrm>
        </p:spPr>
        <p:txBody>
          <a:bodyPr lIns="0" tIns="45720" rIns="0" bIns="45720" anchor="ctr"/>
          <a:lstStyle>
            <a:lvl1pPr marL="0" indent="0">
              <a:spcAft>
                <a:spcPts val="200"/>
              </a:spcAft>
              <a:buNone/>
              <a:defRPr sz="1600">
                <a:solidFill>
                  <a:schemeClr val="accent1"/>
                </a:solidFill>
                <a:latin typeface="+mj-lt"/>
              </a:defRPr>
            </a:lvl1pPr>
            <a:lvl2pPr marL="182875" indent="-182875">
              <a:spcAft>
                <a:spcPts val="200"/>
              </a:spcAft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Heading</a:t>
            </a:r>
          </a:p>
          <a:p>
            <a:pPr lvl="1"/>
            <a:r>
              <a:rPr lang="en-US"/>
              <a:t>Body text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5401359C-8F5C-6329-FB4C-ACDB3E530D4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643607" y="2661324"/>
            <a:ext cx="10122944" cy="1005840"/>
          </a:xfrm>
        </p:spPr>
        <p:txBody>
          <a:bodyPr lIns="0" tIns="45720" rIns="0" bIns="45720" anchor="ctr"/>
          <a:lstStyle>
            <a:lvl1pPr marL="0" indent="0">
              <a:spcAft>
                <a:spcPts val="20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182875" indent="-182875">
              <a:spcAft>
                <a:spcPts val="200"/>
              </a:spcAft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Heading</a:t>
            </a:r>
          </a:p>
          <a:p>
            <a:pPr lvl="1"/>
            <a:r>
              <a:rPr lang="en-US"/>
              <a:t>Body text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46420016-65BB-65D1-7A9B-BC72F9D6828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643607" y="3855191"/>
            <a:ext cx="10122944" cy="1005840"/>
          </a:xfrm>
        </p:spPr>
        <p:txBody>
          <a:bodyPr lIns="0" tIns="45720" rIns="0" bIns="45720" anchor="ctr"/>
          <a:lstStyle>
            <a:lvl1pPr marL="0" indent="0">
              <a:spcAft>
                <a:spcPts val="200"/>
              </a:spcAft>
              <a:buNone/>
              <a:defRPr sz="1600">
                <a:solidFill>
                  <a:schemeClr val="accent5"/>
                </a:solidFill>
                <a:latin typeface="+mj-lt"/>
              </a:defRPr>
            </a:lvl1pPr>
            <a:lvl2pPr marL="182875" indent="-182875">
              <a:spcAft>
                <a:spcPts val="200"/>
              </a:spcAft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Heading</a:t>
            </a:r>
          </a:p>
          <a:p>
            <a:pPr lvl="1"/>
            <a:r>
              <a:rPr lang="en-US"/>
              <a:t>Body text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2E30510B-0B2F-B2B8-13C1-8A4B008236D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643607" y="5048251"/>
            <a:ext cx="10122944" cy="1005840"/>
          </a:xfrm>
        </p:spPr>
        <p:txBody>
          <a:bodyPr lIns="0" tIns="45720" rIns="0" bIns="45720" anchor="ctr"/>
          <a:lstStyle>
            <a:lvl1pPr marL="0" indent="0">
              <a:spcAft>
                <a:spcPts val="200"/>
              </a:spcAft>
              <a:buNone/>
              <a:defRPr sz="1600">
                <a:solidFill>
                  <a:schemeClr val="accent6"/>
                </a:solidFill>
                <a:latin typeface="+mj-lt"/>
              </a:defRPr>
            </a:lvl1pPr>
            <a:lvl2pPr marL="182875" indent="-182875">
              <a:spcAft>
                <a:spcPts val="200"/>
              </a:spcAft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Heading</a:t>
            </a:r>
          </a:p>
          <a:p>
            <a:pPr lvl="1"/>
            <a:r>
              <a:rPr lang="en-US"/>
              <a:t>Body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7F83E17-8512-7962-C5E1-591C2FB9AD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6" y="6420355"/>
            <a:ext cx="150682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pPr defTabSz="914377"/>
            <a:fld id="{DAF489CC-3B7A-4DA5-A8C0-4984788D0EC5}" type="slidenum">
              <a:rPr lang="nl-NL" smtClean="0">
                <a:solidFill>
                  <a:srgbClr val="00005C"/>
                </a:solidFill>
              </a:rPr>
              <a:pPr defTabSz="914377"/>
              <a:t>‹#›</a:t>
            </a:fld>
            <a:endParaRPr lang="nl-NL">
              <a:solidFill>
                <a:srgbClr val="0000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4945175"/>
      </p:ext>
    </p:extLst>
  </p:cSld>
  <p:clrMapOvr>
    <a:masterClrMapping/>
  </p:clrMapOvr>
</p:sldLayout>
</file>

<file path=ppt/slideLayouts/slideLayout10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ircle text 1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925B4298-4DFC-5A17-A61C-10AF6A947F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43607" y="1469073"/>
            <a:ext cx="10122944" cy="1005840"/>
          </a:xfrm>
        </p:spPr>
        <p:txBody>
          <a:bodyPr lIns="0" tIns="45720" rIns="0" bIns="45720" anchor="ctr"/>
          <a:lstStyle>
            <a:lvl1pPr marL="182875" indent="-182875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2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6" y="709991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594" indent="0">
              <a:buNone/>
              <a:defRPr/>
            </a:lvl2pPr>
            <a:lvl3pPr marL="457189" indent="0">
              <a:buNone/>
              <a:defRPr/>
            </a:lvl3pPr>
            <a:lvl4pPr marL="685783" indent="0">
              <a:buNone/>
              <a:defRPr/>
            </a:lvl4pPr>
            <a:lvl5pPr marL="914377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4735C080-32FA-626B-8BAA-894D7FBECC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3607" y="2661324"/>
            <a:ext cx="10122944" cy="1005840"/>
          </a:xfrm>
        </p:spPr>
        <p:txBody>
          <a:bodyPr lIns="0" tIns="45720" rIns="0" bIns="45720" anchor="ctr"/>
          <a:lstStyle>
            <a:lvl1pPr marL="182875" indent="-182875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B27BDBB0-751D-2EB5-F060-4BB0656BBE5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3607" y="3855191"/>
            <a:ext cx="10122944" cy="1005840"/>
          </a:xfrm>
        </p:spPr>
        <p:txBody>
          <a:bodyPr lIns="0" tIns="45720" rIns="0" bIns="45720" anchor="ctr"/>
          <a:lstStyle>
            <a:lvl1pPr marL="182875" indent="-182875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25BAE7B8-AA80-9379-0D79-99D8A5FB888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43607" y="5048251"/>
            <a:ext cx="10122944" cy="1005840"/>
          </a:xfrm>
        </p:spPr>
        <p:txBody>
          <a:bodyPr lIns="0" tIns="45720" rIns="0" bIns="45720" anchor="ctr"/>
          <a:lstStyle>
            <a:lvl1pPr marL="182875" indent="-182875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Body text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9FCB7CB-F0E3-E9F1-33DB-E06C950D986F}"/>
              </a:ext>
            </a:extLst>
          </p:cNvPr>
          <p:cNvCxnSpPr/>
          <p:nvPr userDrawn="1"/>
        </p:nvCxnSpPr>
        <p:spPr>
          <a:xfrm>
            <a:off x="1643607" y="2568119"/>
            <a:ext cx="1012294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D6C658A-1C1E-8319-759A-C14D8B1EDFF1}"/>
              </a:ext>
            </a:extLst>
          </p:cNvPr>
          <p:cNvCxnSpPr/>
          <p:nvPr userDrawn="1"/>
        </p:nvCxnSpPr>
        <p:spPr>
          <a:xfrm>
            <a:off x="1643607" y="3761179"/>
            <a:ext cx="1012294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DCFDCD5-F742-BE4C-C5AC-89AD0A324771}"/>
              </a:ext>
            </a:extLst>
          </p:cNvPr>
          <p:cNvCxnSpPr/>
          <p:nvPr userDrawn="1"/>
        </p:nvCxnSpPr>
        <p:spPr>
          <a:xfrm>
            <a:off x="1643607" y="4954641"/>
            <a:ext cx="1012294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D73F7F6A-A03C-29C6-C5D4-5A7B3542360A}"/>
              </a:ext>
            </a:extLst>
          </p:cNvPr>
          <p:cNvSpPr>
            <a:spLocks noGrp="1" noChangeAspect="1"/>
          </p:cNvSpPr>
          <p:nvPr>
            <p:ph type="body" sz="quarter" idx="14" hasCustomPrompt="1"/>
          </p:nvPr>
        </p:nvSpPr>
        <p:spPr>
          <a:xfrm>
            <a:off x="425451" y="1446213"/>
            <a:ext cx="1051560" cy="1051560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/>
          <a:lstStyle>
            <a:lvl1pPr marL="0" indent="0" algn="ctr"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+mj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en-IN"/>
              <a:t>Text only</a:t>
            </a:r>
            <a:endParaRPr lang="en-US"/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B7BFB2D0-1EAF-DCB0-6345-DF88DCCF0E69}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>
          <a:xfrm>
            <a:off x="425451" y="2638464"/>
            <a:ext cx="1051560" cy="1051560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anchor="ctr"/>
          <a:lstStyle>
            <a:lvl1pPr marL="0" indent="0" algn="ctr"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+mj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en-IN"/>
              <a:t>Text only</a:t>
            </a:r>
            <a:endParaRPr lang="en-US"/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42951087-268C-82C9-8EE2-ACDB75F9C8F8}"/>
              </a:ext>
            </a:extLst>
          </p:cNvPr>
          <p:cNvSpPr>
            <a:spLocks noGrp="1" noChangeAspect="1"/>
          </p:cNvSpPr>
          <p:nvPr>
            <p:ph type="body" sz="quarter" idx="16" hasCustomPrompt="1"/>
          </p:nvPr>
        </p:nvSpPr>
        <p:spPr>
          <a:xfrm>
            <a:off x="425451" y="3832331"/>
            <a:ext cx="1051560" cy="1051560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/>
          <a:lstStyle>
            <a:lvl1pPr marL="0" indent="0" algn="ctr"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+mj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en-IN"/>
              <a:t>Text only</a:t>
            </a:r>
            <a:endParaRPr lang="en-US"/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D6FBDD42-ED0C-5362-9314-8816E840A6CF}"/>
              </a:ext>
            </a:extLst>
          </p:cNvPr>
          <p:cNvSpPr>
            <a:spLocks noGrp="1" noChangeAspect="1"/>
          </p:cNvSpPr>
          <p:nvPr>
            <p:ph type="body" sz="quarter" idx="17" hasCustomPrompt="1"/>
          </p:nvPr>
        </p:nvSpPr>
        <p:spPr>
          <a:xfrm>
            <a:off x="425451" y="5025391"/>
            <a:ext cx="1051560" cy="1051560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/>
          <a:lstStyle>
            <a:lvl1pPr marL="0" indent="0" algn="ctr"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+mj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en-IN"/>
              <a:t>Text only</a:t>
            </a: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5805B27-E793-67C5-14F5-AF17640665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6" y="6420355"/>
            <a:ext cx="150682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pPr defTabSz="914377"/>
            <a:fld id="{DAF489CC-3B7A-4DA5-A8C0-4984788D0EC5}" type="slidenum">
              <a:rPr lang="nl-NL" smtClean="0">
                <a:solidFill>
                  <a:srgbClr val="00005C"/>
                </a:solidFill>
              </a:rPr>
              <a:pPr defTabSz="914377"/>
              <a:t>‹#›</a:t>
            </a:fld>
            <a:endParaRPr lang="nl-NL">
              <a:solidFill>
                <a:srgbClr val="0000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32502714"/>
      </p:ext>
    </p:extLst>
  </p:cSld>
  <p:clrMapOvr>
    <a:masterClrMapping/>
  </p:clrMapOvr>
</p:sldLayout>
</file>

<file path=ppt/slideLayouts/slideLayout10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circl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925B4298-4DFC-5A17-A61C-10AF6A947F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85732" y="1469073"/>
            <a:ext cx="4328659" cy="1005840"/>
          </a:xfrm>
        </p:spPr>
        <p:txBody>
          <a:bodyPr lIns="0" tIns="45720" rIns="0" bIns="45720" anchor="ctr"/>
          <a:lstStyle>
            <a:lvl1pPr marL="182875" indent="-182875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2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6" y="709991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594" indent="0">
              <a:buNone/>
              <a:defRPr/>
            </a:lvl2pPr>
            <a:lvl3pPr marL="457189" indent="0">
              <a:buNone/>
              <a:defRPr/>
            </a:lvl3pPr>
            <a:lvl4pPr marL="685783" indent="0">
              <a:buNone/>
              <a:defRPr/>
            </a:lvl4pPr>
            <a:lvl5pPr marL="914377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A89770E9-16F2-7FFA-DCB8-9440D4376679}"/>
              </a:ext>
            </a:extLst>
          </p:cNvPr>
          <p:cNvSpPr>
            <a:spLocks noGrp="1" noChangeAspect="1"/>
          </p:cNvSpPr>
          <p:nvPr>
            <p:ph type="body" sz="quarter" idx="14" hasCustomPrompt="1"/>
          </p:nvPr>
        </p:nvSpPr>
        <p:spPr>
          <a:xfrm>
            <a:off x="425451" y="1469073"/>
            <a:ext cx="1005840" cy="1005840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/>
          <a:lstStyle>
            <a:lvl1pPr marL="0" indent="0" algn="ctr"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+mj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en-IN"/>
              <a:t>Text only</a:t>
            </a:r>
            <a:endParaRPr lang="en-US"/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4735C080-32FA-626B-8BAA-894D7FBECC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85732" y="2669751"/>
            <a:ext cx="4328659" cy="1005840"/>
          </a:xfrm>
        </p:spPr>
        <p:txBody>
          <a:bodyPr lIns="0" tIns="45720" rIns="0" bIns="45720" anchor="ctr"/>
          <a:lstStyle>
            <a:lvl1pPr marL="182875" indent="-182875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B27BDBB0-751D-2EB5-F060-4BB0656BBE5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85732" y="3870429"/>
            <a:ext cx="4328659" cy="1005840"/>
          </a:xfrm>
        </p:spPr>
        <p:txBody>
          <a:bodyPr lIns="0" tIns="45720" rIns="0" bIns="45720" anchor="ctr"/>
          <a:lstStyle>
            <a:lvl1pPr marL="182875" indent="-182875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Body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B11C842-3283-E596-DE19-3297AED53101}"/>
              </a:ext>
            </a:extLst>
          </p:cNvPr>
          <p:cNvCxnSpPr>
            <a:cxnSpLocks/>
          </p:cNvCxnSpPr>
          <p:nvPr userDrawn="1"/>
        </p:nvCxnSpPr>
        <p:spPr>
          <a:xfrm>
            <a:off x="1585732" y="3773009"/>
            <a:ext cx="432511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C5E0B42-4FAD-B122-9855-574B2EA9EF99}"/>
              </a:ext>
            </a:extLst>
          </p:cNvPr>
          <p:cNvCxnSpPr>
            <a:cxnSpLocks/>
          </p:cNvCxnSpPr>
          <p:nvPr userDrawn="1"/>
        </p:nvCxnSpPr>
        <p:spPr>
          <a:xfrm>
            <a:off x="1585732" y="2572332"/>
            <a:ext cx="432511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A275FC47-DC0A-178E-6514-4A3C25D3036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85732" y="5071111"/>
            <a:ext cx="4328659" cy="1005840"/>
          </a:xfrm>
        </p:spPr>
        <p:txBody>
          <a:bodyPr lIns="0" tIns="45720" rIns="0" bIns="45720" anchor="ctr"/>
          <a:lstStyle>
            <a:lvl1pPr marL="182875" indent="-182875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Body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DB6E7F-7626-2933-1F97-7A46A34A7E06}"/>
              </a:ext>
            </a:extLst>
          </p:cNvPr>
          <p:cNvCxnSpPr>
            <a:cxnSpLocks/>
          </p:cNvCxnSpPr>
          <p:nvPr userDrawn="1"/>
        </p:nvCxnSpPr>
        <p:spPr>
          <a:xfrm>
            <a:off x="1585732" y="4973688"/>
            <a:ext cx="432511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F21F880F-FB7C-4634-306F-F1211CD4DE2E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425451" y="2669752"/>
            <a:ext cx="1005840" cy="1005840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/>
          <a:lstStyle>
            <a:lvl1pPr marL="0" indent="0" algn="ctr"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+mj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en-IN"/>
              <a:t>Text only</a:t>
            </a:r>
            <a:endParaRPr lang="en-US"/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279C447D-3CA9-F6B7-7D94-8FE95A45534D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425451" y="3870431"/>
            <a:ext cx="1005840" cy="1005840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/>
          <a:lstStyle>
            <a:lvl1pPr marL="0" indent="0" algn="ctr"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+mj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en-IN"/>
              <a:t>Text only</a:t>
            </a:r>
            <a:endParaRPr lang="en-US"/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E8B13DF0-07C0-23DB-928E-C1C480CADC08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425451" y="5071111"/>
            <a:ext cx="1005840" cy="1005840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/>
          <a:lstStyle>
            <a:lvl1pPr marL="0" indent="0" algn="ctr"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+mj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en-IN"/>
              <a:t>Text only</a:t>
            </a:r>
            <a:endParaRPr lang="en-US"/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2FD121F6-8F18-F351-DBC7-3754FAF1774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437893" y="1469073"/>
            <a:ext cx="4328659" cy="1005840"/>
          </a:xfrm>
        </p:spPr>
        <p:txBody>
          <a:bodyPr lIns="0" tIns="45720" rIns="0" bIns="45720" anchor="ctr"/>
          <a:lstStyle>
            <a:lvl1pPr marL="182875" indent="-182875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38FFF44D-3DD9-2074-EE5A-CD230E0EF2E3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6277612" y="1469073"/>
            <a:ext cx="1005840" cy="1005840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/>
          <a:lstStyle>
            <a:lvl1pPr marL="0" indent="0" algn="ctr"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+mj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en-IN"/>
              <a:t>Text only</a:t>
            </a:r>
            <a:endParaRPr lang="en-US"/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767642CB-C789-58FD-115F-E4DFAD0EB0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437893" y="2669751"/>
            <a:ext cx="4328659" cy="1005840"/>
          </a:xfrm>
        </p:spPr>
        <p:txBody>
          <a:bodyPr lIns="0" tIns="45720" rIns="0" bIns="45720" anchor="ctr"/>
          <a:lstStyle>
            <a:lvl1pPr marL="182875" indent="-182875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303C1E23-393C-1C89-1D7F-C9C3B6C502F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437893" y="3870429"/>
            <a:ext cx="4328659" cy="1005840"/>
          </a:xfrm>
        </p:spPr>
        <p:txBody>
          <a:bodyPr lIns="0" tIns="45720" rIns="0" bIns="45720" anchor="ctr"/>
          <a:lstStyle>
            <a:lvl1pPr marL="182875" indent="-182875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Body text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A2FDD71-D37A-FD5D-32D8-73CE6AAACBFF}"/>
              </a:ext>
            </a:extLst>
          </p:cNvPr>
          <p:cNvCxnSpPr>
            <a:cxnSpLocks/>
          </p:cNvCxnSpPr>
          <p:nvPr userDrawn="1"/>
        </p:nvCxnSpPr>
        <p:spPr>
          <a:xfrm>
            <a:off x="7437895" y="3773009"/>
            <a:ext cx="432511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1415C93-4DCF-B7CB-80ED-110311DD037A}"/>
              </a:ext>
            </a:extLst>
          </p:cNvPr>
          <p:cNvCxnSpPr>
            <a:cxnSpLocks/>
          </p:cNvCxnSpPr>
          <p:nvPr userDrawn="1"/>
        </p:nvCxnSpPr>
        <p:spPr>
          <a:xfrm>
            <a:off x="7437895" y="2572332"/>
            <a:ext cx="432511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 Placeholder 11">
            <a:extLst>
              <a:ext uri="{FF2B5EF4-FFF2-40B4-BE49-F238E27FC236}">
                <a16:creationId xmlns:a16="http://schemas.microsoft.com/office/drawing/2014/main" id="{3E87BD83-BA4C-45EB-3B54-F2529CA8447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437893" y="5071111"/>
            <a:ext cx="4328659" cy="1005840"/>
          </a:xfrm>
        </p:spPr>
        <p:txBody>
          <a:bodyPr lIns="0" tIns="45720" rIns="0" bIns="45720" anchor="ctr"/>
          <a:lstStyle>
            <a:lvl1pPr marL="182875" indent="-182875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Body text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F9CE9F6-6355-A268-FC3F-D648B8F23A64}"/>
              </a:ext>
            </a:extLst>
          </p:cNvPr>
          <p:cNvCxnSpPr>
            <a:cxnSpLocks/>
          </p:cNvCxnSpPr>
          <p:nvPr userDrawn="1"/>
        </p:nvCxnSpPr>
        <p:spPr>
          <a:xfrm>
            <a:off x="7437895" y="4973688"/>
            <a:ext cx="432511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E8B77CFA-033A-8C42-DC31-5E9EB70B6CB6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6277612" y="2669752"/>
            <a:ext cx="1005840" cy="1005840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/>
          <a:lstStyle>
            <a:lvl1pPr marL="0" indent="0" algn="ctr"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+mj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en-IN"/>
              <a:t>Text only</a:t>
            </a:r>
            <a:endParaRPr lang="en-US"/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763A6193-E0FB-D95B-DE6F-0B20335C56ED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277612" y="3870431"/>
            <a:ext cx="1005840" cy="1005840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/>
          <a:lstStyle>
            <a:lvl1pPr marL="0" indent="0" algn="ctr"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+mj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en-IN"/>
              <a:t>Text only</a:t>
            </a:r>
            <a:endParaRPr lang="en-US"/>
          </a:p>
        </p:txBody>
      </p:sp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91EE428F-3890-D952-4727-56BDAAAEACA7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277612" y="5071111"/>
            <a:ext cx="1005840" cy="1005840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/>
          <a:lstStyle>
            <a:lvl1pPr marL="0" indent="0" algn="ctr"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+mj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en-IN"/>
              <a:t>Text only</a:t>
            </a:r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59A5C8E2-2ADE-518A-D8DD-1D93CC3C25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6" y="6420355"/>
            <a:ext cx="150682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pPr defTabSz="914377"/>
            <a:fld id="{DAF489CC-3B7A-4DA5-A8C0-4984788D0EC5}" type="slidenum">
              <a:rPr lang="nl-NL" smtClean="0">
                <a:solidFill>
                  <a:srgbClr val="00005C"/>
                </a:solidFill>
              </a:rPr>
              <a:pPr defTabSz="914377"/>
              <a:t>‹#›</a:t>
            </a:fld>
            <a:endParaRPr lang="nl-NL">
              <a:solidFill>
                <a:srgbClr val="0000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1326932"/>
      </p:ext>
    </p:extLst>
  </p:cSld>
  <p:clrMapOvr>
    <a:masterClrMapping/>
  </p:clrMapOvr>
</p:sldLayout>
</file>

<file path=ppt/slideLayouts/slideLayout10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rcle curve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6" y="291452"/>
            <a:ext cx="8298687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709991"/>
            <a:ext cx="8298687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594" indent="0">
              <a:buNone/>
              <a:defRPr/>
            </a:lvl2pPr>
            <a:lvl3pPr marL="457189" indent="0">
              <a:buNone/>
              <a:defRPr/>
            </a:lvl3pPr>
            <a:lvl4pPr marL="685783" indent="0">
              <a:buNone/>
              <a:defRPr/>
            </a:lvl4pPr>
            <a:lvl5pPr marL="914377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A042A46-97C5-F787-43FC-5F9827AA18E8}"/>
              </a:ext>
            </a:extLst>
          </p:cNvPr>
          <p:cNvGrpSpPr/>
          <p:nvPr userDrawn="1"/>
        </p:nvGrpSpPr>
        <p:grpSpPr>
          <a:xfrm>
            <a:off x="5962001" y="274594"/>
            <a:ext cx="5812951" cy="5812951"/>
            <a:chOff x="6364404" y="688572"/>
            <a:chExt cx="5398971" cy="5398971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19388112-1510-8BE1-AA73-ACED720525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flipV="1">
              <a:off x="6364404" y="3388057"/>
              <a:ext cx="2699486" cy="2699486"/>
            </a:xfrm>
            <a:prstGeom prst="rect">
              <a:avLst/>
            </a:prstGeom>
          </p:spPr>
        </p:pic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BD334C72-E7A6-7287-6BE0-BD3FDACC0AC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flipH="1">
              <a:off x="9063889" y="688572"/>
              <a:ext cx="2699486" cy="2699486"/>
            </a:xfrm>
            <a:prstGeom prst="rect">
              <a:avLst/>
            </a:prstGeom>
          </p:spPr>
        </p:pic>
      </p:grp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3C6A4090-631D-D30D-81B3-FF74F215083D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7130379" y="1441448"/>
            <a:ext cx="3474723" cy="347472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C5A67C2-BA18-2805-824A-56744E8DC4F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28624" y="1446213"/>
            <a:ext cx="5394960" cy="4630737"/>
          </a:xfrm>
        </p:spPr>
        <p:txBody>
          <a:bodyPr/>
          <a:lstStyle/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29F78020-D828-4016-3BC7-400A2B1744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6" y="6420355"/>
            <a:ext cx="150682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pPr defTabSz="914377"/>
            <a:fld id="{DAF489CC-3B7A-4DA5-A8C0-4984788D0EC5}" type="slidenum">
              <a:rPr lang="nl-NL" smtClean="0">
                <a:solidFill>
                  <a:srgbClr val="00005C"/>
                </a:solidFill>
              </a:rPr>
              <a:pPr defTabSz="914377"/>
              <a:t>‹#›</a:t>
            </a:fld>
            <a:endParaRPr lang="nl-NL">
              <a:solidFill>
                <a:srgbClr val="0000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5340015"/>
      </p:ext>
    </p:extLst>
  </p:cSld>
  <p:clrMapOvr>
    <a:masterClrMapping/>
  </p:clrMapOvr>
</p:sldLayout>
</file>

<file path=ppt/slideLayouts/slideLayout10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rcle curve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4164" y="291452"/>
            <a:ext cx="8252387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14164" y="709991"/>
            <a:ext cx="8252387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594" indent="0">
              <a:buNone/>
              <a:defRPr/>
            </a:lvl2pPr>
            <a:lvl3pPr marL="457189" indent="0">
              <a:buNone/>
              <a:defRPr/>
            </a:lvl3pPr>
            <a:lvl4pPr marL="685783" indent="0">
              <a:buNone/>
              <a:defRPr/>
            </a:lvl4pPr>
            <a:lvl5pPr marL="914377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A042A46-97C5-F787-43FC-5F9827AA18E8}"/>
              </a:ext>
            </a:extLst>
          </p:cNvPr>
          <p:cNvGrpSpPr/>
          <p:nvPr userDrawn="1"/>
        </p:nvGrpSpPr>
        <p:grpSpPr>
          <a:xfrm flipH="1">
            <a:off x="428625" y="274594"/>
            <a:ext cx="5812951" cy="5812951"/>
            <a:chOff x="6364404" y="688572"/>
            <a:chExt cx="5398971" cy="5398971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19388112-1510-8BE1-AA73-ACED720525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flipV="1">
              <a:off x="6364404" y="3388057"/>
              <a:ext cx="2699486" cy="2699486"/>
            </a:xfrm>
            <a:prstGeom prst="rect">
              <a:avLst/>
            </a:prstGeom>
          </p:spPr>
        </p:pic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BD334C72-E7A6-7287-6BE0-BD3FDACC0AC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flipH="1">
              <a:off x="9063889" y="688572"/>
              <a:ext cx="2699486" cy="2699486"/>
            </a:xfrm>
            <a:prstGeom prst="rect">
              <a:avLst/>
            </a:prstGeom>
          </p:spPr>
        </p:pic>
      </p:grp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3C6A4090-631D-D30D-81B3-FF74F215083D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1597003" y="1441448"/>
            <a:ext cx="3474723" cy="347472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C5A67C2-BA18-2805-824A-56744E8DC4F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50569" y="1446213"/>
            <a:ext cx="5315983" cy="4630737"/>
          </a:xfrm>
        </p:spPr>
        <p:txBody>
          <a:bodyPr/>
          <a:lstStyle/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516BDD6C-589C-E59D-505F-90F87C6A53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6" y="6420355"/>
            <a:ext cx="150682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pPr defTabSz="914377"/>
            <a:fld id="{DAF489CC-3B7A-4DA5-A8C0-4984788D0EC5}" type="slidenum">
              <a:rPr lang="nl-NL" smtClean="0">
                <a:solidFill>
                  <a:srgbClr val="00005C"/>
                </a:solidFill>
              </a:rPr>
              <a:pPr defTabSz="914377"/>
              <a:t>‹#›</a:t>
            </a:fld>
            <a:endParaRPr lang="nl-NL">
              <a:solidFill>
                <a:srgbClr val="0000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42450333"/>
      </p:ext>
    </p:extLst>
  </p:cSld>
  <p:clrMapOvr>
    <a:masterClrMapping/>
  </p:clrMapOvr>
</p:sldLayout>
</file>

<file path=ppt/slideLayouts/slideLayout10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rcle curve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2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954B3-5AD1-D4D0-8177-5CCD13F90AC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254907" y="1446213"/>
            <a:ext cx="6511644" cy="4630737"/>
          </a:xfrm>
        </p:spPr>
        <p:txBody>
          <a:bodyPr/>
          <a:lstStyle/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6" y="709991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594" indent="0">
              <a:buNone/>
              <a:defRPr/>
            </a:lvl2pPr>
            <a:lvl3pPr marL="457189" indent="0">
              <a:buNone/>
              <a:defRPr/>
            </a:lvl3pPr>
            <a:lvl4pPr marL="685783" indent="0">
              <a:buNone/>
              <a:defRPr/>
            </a:lvl4pPr>
            <a:lvl5pPr marL="914377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7533B7B-CFCE-C743-5F19-2A8A364B144A}"/>
              </a:ext>
            </a:extLst>
          </p:cNvPr>
          <p:cNvGrpSpPr/>
          <p:nvPr userDrawn="1"/>
        </p:nvGrpSpPr>
        <p:grpSpPr>
          <a:xfrm flipH="1">
            <a:off x="428625" y="1456405"/>
            <a:ext cx="4631139" cy="4631139"/>
            <a:chOff x="6364404" y="688572"/>
            <a:chExt cx="5398971" cy="5398971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F0EA9041-DFBD-0DC8-66E1-193CA3018FF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flipV="1">
              <a:off x="6364404" y="3388057"/>
              <a:ext cx="2699486" cy="2699486"/>
            </a:xfrm>
            <a:prstGeom prst="rect">
              <a:avLst/>
            </a:prstGeom>
          </p:spPr>
        </p:pic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14ADEFBA-0047-A23F-7A01-9D71C4274E6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flipH="1">
              <a:off x="9063889" y="688572"/>
              <a:ext cx="2699486" cy="2699486"/>
            </a:xfrm>
            <a:prstGeom prst="rect">
              <a:avLst/>
            </a:prstGeom>
          </p:spPr>
        </p:pic>
      </p:grp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A8ACBE3-F84F-9311-A090-BF6945A40482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1358739" y="2390067"/>
            <a:ext cx="2765587" cy="276558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708C7AB-438A-DC8C-37D8-D7D68BAB13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6" y="6420355"/>
            <a:ext cx="150682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pPr defTabSz="914377"/>
            <a:fld id="{DAF489CC-3B7A-4DA5-A8C0-4984788D0EC5}" type="slidenum">
              <a:rPr lang="nl-NL" smtClean="0">
                <a:solidFill>
                  <a:srgbClr val="00005C"/>
                </a:solidFill>
              </a:rPr>
              <a:pPr defTabSz="914377"/>
              <a:t>‹#›</a:t>
            </a:fld>
            <a:endParaRPr lang="nl-NL">
              <a:solidFill>
                <a:srgbClr val="0000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44942601"/>
      </p:ext>
    </p:extLst>
  </p:cSld>
  <p:clrMapOvr>
    <a:masterClrMapping/>
  </p:clrMapOvr>
</p:sldLayout>
</file>

<file path=ppt/slideLayouts/slideLayout1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rcle curve 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DDD74B7C-D695-9400-9632-BD81C62538E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428626" y="3388058"/>
            <a:ext cx="2699487" cy="269948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867E329A-F569-FD2D-40BC-C949E9EC7C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3128110" y="688573"/>
            <a:ext cx="2699487" cy="269948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9A78271-D975-392F-26ED-9AF02A595AA3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</p:txBody>
      </p:sp>
      <p:sp>
        <p:nvSpPr>
          <p:cNvPr id="5" name="Graphique 10">
            <a:extLst>
              <a:ext uri="{FF2B5EF4-FFF2-40B4-BE49-F238E27FC236}">
                <a16:creationId xmlns:a16="http://schemas.microsoft.com/office/drawing/2014/main" id="{025140E0-C2C6-A3A5-0B7E-678902A455D4}"/>
              </a:ext>
            </a:extLst>
          </p:cNvPr>
          <p:cNvSpPr>
            <a:spLocks noChangeAspect="1"/>
          </p:cNvSpPr>
          <p:nvPr userDrawn="1"/>
        </p:nvSpPr>
        <p:spPr>
          <a:xfrm>
            <a:off x="10944226" y="6309897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F0FEDF7D-16CB-CED7-A7AF-90CBDF7D67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58858" y="477674"/>
            <a:ext cx="5304517" cy="5599279"/>
          </a:xfrm>
        </p:spPr>
        <p:txBody>
          <a:bodyPr wrap="square">
            <a:noAutofit/>
          </a:bodyPr>
          <a:lstStyle>
            <a:lvl1pPr marL="0" indent="0">
              <a:spcAft>
                <a:spcPts val="600"/>
              </a:spcAft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28594" indent="0">
              <a:buNone/>
              <a:defRPr/>
            </a:lvl2pPr>
            <a:lvl3pPr marL="457189" indent="0">
              <a:buNone/>
              <a:defRPr/>
            </a:lvl3pPr>
            <a:lvl4pPr marL="685783" indent="0">
              <a:buNone/>
              <a:defRPr/>
            </a:lvl4pPr>
            <a:lvl5pPr marL="914377" indent="0">
              <a:buNone/>
              <a:defRPr/>
            </a:lvl5pPr>
          </a:lstStyle>
          <a:p>
            <a:r>
              <a:rPr lang="en-US"/>
              <a:t>Quote/Body text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BB21A47-0ACD-51C0-D2C7-23A1141D8604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1516747" y="1776295"/>
            <a:ext cx="3218691" cy="3218688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12E530A-B778-4B96-FF9C-7B751B733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6" y="6420355"/>
            <a:ext cx="150682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pPr defTabSz="914377"/>
            <a:fld id="{DAF489CC-3B7A-4DA5-A8C0-4984788D0EC5}" type="slidenum">
              <a:rPr lang="nl-NL" smtClean="0">
                <a:solidFill>
                  <a:srgbClr val="00005C"/>
                </a:solidFill>
              </a:rPr>
              <a:pPr defTabSz="914377"/>
              <a:t>‹#›</a:t>
            </a:fld>
            <a:endParaRPr lang="nl-NL">
              <a:solidFill>
                <a:srgbClr val="0000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533373757"/>
      </p:ext>
    </p:extLst>
  </p:cSld>
  <p:clrMapOvr>
    <a:masterClrMapping/>
  </p:clrMapOvr>
</p:sldLayout>
</file>

<file path=ppt/slideLayouts/slideLayout1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rcle curve 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95FD19C8-A9BF-5C73-C5BC-BA598A545343}"/>
              </a:ext>
            </a:extLst>
          </p:cNvPr>
          <p:cNvGrpSpPr/>
          <p:nvPr userDrawn="1"/>
        </p:nvGrpSpPr>
        <p:grpSpPr>
          <a:xfrm>
            <a:off x="428625" y="688573"/>
            <a:ext cx="5398971" cy="5398971"/>
            <a:chOff x="428625" y="688572"/>
            <a:chExt cx="5398971" cy="5398971"/>
          </a:xfrm>
        </p:grpSpPr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DDD74B7C-D695-9400-9632-BD81C62538E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flipV="1">
              <a:off x="428625" y="3388057"/>
              <a:ext cx="2699486" cy="2699486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867E329A-F569-FD2D-40BC-C949E9EC7C6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flipH="1">
              <a:off x="3128110" y="688572"/>
              <a:ext cx="2699486" cy="2699486"/>
            </a:xfrm>
            <a:prstGeom prst="rect">
              <a:avLst/>
            </a:prstGeom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E9A78271-D975-392F-26ED-9AF02A595AA3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</p:txBody>
      </p:sp>
      <p:sp>
        <p:nvSpPr>
          <p:cNvPr id="5" name="Graphique 10">
            <a:extLst>
              <a:ext uri="{FF2B5EF4-FFF2-40B4-BE49-F238E27FC236}">
                <a16:creationId xmlns:a16="http://schemas.microsoft.com/office/drawing/2014/main" id="{025140E0-C2C6-A3A5-0B7E-678902A455D4}"/>
              </a:ext>
            </a:extLst>
          </p:cNvPr>
          <p:cNvSpPr>
            <a:spLocks noChangeAspect="1"/>
          </p:cNvSpPr>
          <p:nvPr userDrawn="1"/>
        </p:nvSpPr>
        <p:spPr>
          <a:xfrm>
            <a:off x="10944226" y="6309897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F0FEDF7D-16CB-CED7-A7AF-90CBDF7D67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58858" y="477674"/>
            <a:ext cx="5304517" cy="5599279"/>
          </a:xfrm>
        </p:spPr>
        <p:txBody>
          <a:bodyPr wrap="square">
            <a:noAutofit/>
          </a:bodyPr>
          <a:lstStyle>
            <a:lvl1pPr marL="0" indent="0">
              <a:spcAft>
                <a:spcPts val="600"/>
              </a:spcAft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28594" indent="0">
              <a:buNone/>
              <a:defRPr/>
            </a:lvl2pPr>
            <a:lvl3pPr marL="457189" indent="0">
              <a:buNone/>
              <a:defRPr/>
            </a:lvl3pPr>
            <a:lvl4pPr marL="685783" indent="0">
              <a:buNone/>
              <a:defRPr/>
            </a:lvl4pPr>
            <a:lvl5pPr marL="914377" indent="0">
              <a:buNone/>
              <a:defRPr/>
            </a:lvl5pPr>
          </a:lstStyle>
          <a:p>
            <a:r>
              <a:rPr lang="en-US"/>
              <a:t>Quote/Body 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F7F827-E967-4F6C-43DC-0C8149D12E7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18765" y="1778713"/>
            <a:ext cx="3218691" cy="3218688"/>
          </a:xfrm>
        </p:spPr>
        <p:txBody>
          <a:bodyPr anchor="ctr"/>
          <a:lstStyle>
            <a:lvl1pPr marL="0" indent="0" algn="ctr">
              <a:spcAft>
                <a:spcPts val="0"/>
              </a:spcAft>
              <a:buNone/>
              <a:defRPr sz="28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Title example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D9D97E0-3D8D-7FAB-987B-9840782C00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6" y="6420355"/>
            <a:ext cx="150682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pPr defTabSz="914377"/>
            <a:fld id="{DAF489CC-3B7A-4DA5-A8C0-4984788D0EC5}" type="slidenum">
              <a:rPr lang="nl-NL" smtClean="0">
                <a:solidFill>
                  <a:srgbClr val="00005C"/>
                </a:solidFill>
              </a:rPr>
              <a:pPr defTabSz="914377"/>
              <a:t>‹#›</a:t>
            </a:fld>
            <a:endParaRPr lang="nl-NL">
              <a:solidFill>
                <a:srgbClr val="0000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78932736"/>
      </p:ext>
    </p:extLst>
  </p:cSld>
  <p:clrMapOvr>
    <a:masterClrMapping/>
  </p:clrMapOvr>
</p:sldLayout>
</file>

<file path=ppt/slideLayouts/slideLayout1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27741184-CEE4-C170-931A-840437984DC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D302210-FED6-EC27-EEF4-6A84A8ECF93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099" y="389619"/>
            <a:ext cx="1247136" cy="1477328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>
                <a:solidFill>
                  <a:schemeClr val="accent3"/>
                </a:solidFill>
                <a:latin typeface="+mj-lt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4" name="Graphique 10">
            <a:extLst>
              <a:ext uri="{FF2B5EF4-FFF2-40B4-BE49-F238E27FC236}">
                <a16:creationId xmlns:a16="http://schemas.microsoft.com/office/drawing/2014/main" id="{00F5AF71-3625-304B-2633-DA8784159D71}"/>
              </a:ext>
            </a:extLst>
          </p:cNvPr>
          <p:cNvSpPr>
            <a:spLocks noChangeAspect="1"/>
          </p:cNvSpPr>
          <p:nvPr userDrawn="1"/>
        </p:nvSpPr>
        <p:spPr>
          <a:xfrm>
            <a:off x="10944226" y="6309897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accent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86978" y="1866947"/>
            <a:ext cx="7094047" cy="1929683"/>
          </a:xfrm>
        </p:spPr>
        <p:txBody>
          <a:bodyPr wrap="square">
            <a:noAutofit/>
          </a:bodyPr>
          <a:lstStyle>
            <a:lvl1pPr>
              <a:lnSpc>
                <a:spcPct val="100000"/>
              </a:lnSpc>
              <a:defRPr sz="5400">
                <a:solidFill>
                  <a:schemeClr val="accent3"/>
                </a:solidFill>
              </a:defRPr>
            </a:lvl1pPr>
          </a:lstStyle>
          <a:p>
            <a:r>
              <a:rPr lang="en-US"/>
              <a:t>Chapter title</a:t>
            </a:r>
            <a:br>
              <a:rPr lang="en-US"/>
            </a:br>
            <a:r>
              <a:rPr lang="en-US"/>
              <a:t>two lines</a:t>
            </a:r>
          </a:p>
        </p:txBody>
      </p:sp>
    </p:spTree>
    <p:extLst>
      <p:ext uri="{BB962C8B-B14F-4D97-AF65-F5344CB8AC3E}">
        <p14:creationId xmlns:p14="http://schemas.microsoft.com/office/powerpoint/2010/main" val="1059835337"/>
      </p:ext>
    </p:extLst>
  </p:cSld>
  <p:clrMapOvr>
    <a:masterClrMapping/>
  </p:clrMapOvr>
</p:sldLayout>
</file>

<file path=ppt/slideLayouts/slideLayout1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27741184-CEE4-C170-931A-840437984DC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D302210-FED6-EC27-EEF4-6A84A8ECF93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099" y="389619"/>
            <a:ext cx="1247136" cy="1477328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>
                <a:solidFill>
                  <a:schemeClr val="accent3"/>
                </a:solidFill>
                <a:latin typeface="+mj-lt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4" name="Graphique 10">
            <a:extLst>
              <a:ext uri="{FF2B5EF4-FFF2-40B4-BE49-F238E27FC236}">
                <a16:creationId xmlns:a16="http://schemas.microsoft.com/office/drawing/2014/main" id="{00F5AF71-3625-304B-2633-DA8784159D71}"/>
              </a:ext>
            </a:extLst>
          </p:cNvPr>
          <p:cNvSpPr>
            <a:spLocks noChangeAspect="1"/>
          </p:cNvSpPr>
          <p:nvPr userDrawn="1"/>
        </p:nvSpPr>
        <p:spPr>
          <a:xfrm>
            <a:off x="10944226" y="6309897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86978" y="1866947"/>
            <a:ext cx="7094047" cy="1929683"/>
          </a:xfrm>
        </p:spPr>
        <p:txBody>
          <a:bodyPr wrap="square">
            <a:noAutofit/>
          </a:bodyPr>
          <a:lstStyle>
            <a:lvl1pPr>
              <a:lnSpc>
                <a:spcPct val="100000"/>
              </a:lnSpc>
              <a:defRPr sz="5400">
                <a:solidFill>
                  <a:schemeClr val="accent3"/>
                </a:solidFill>
              </a:defRPr>
            </a:lvl1pPr>
          </a:lstStyle>
          <a:p>
            <a:r>
              <a:rPr lang="en-US"/>
              <a:t>Chapter title</a:t>
            </a:r>
            <a:br>
              <a:rPr lang="en-US"/>
            </a:br>
            <a:r>
              <a:rPr lang="en-US"/>
              <a:t>two lines</a:t>
            </a:r>
          </a:p>
        </p:txBody>
      </p:sp>
    </p:spTree>
    <p:extLst>
      <p:ext uri="{BB962C8B-B14F-4D97-AF65-F5344CB8AC3E}">
        <p14:creationId xmlns:p14="http://schemas.microsoft.com/office/powerpoint/2010/main" val="530101244"/>
      </p:ext>
    </p:extLst>
  </p:cSld>
  <p:clrMapOvr>
    <a:masterClrMapping/>
  </p:clrMapOvr>
</p:sldLayout>
</file>

<file path=ppt/slideLayouts/slideLayout1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710C9D01-24D5-7294-7835-509668980A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D302210-FED6-EC27-EEF4-6A84A8ECF93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099" y="389619"/>
            <a:ext cx="1247136" cy="1477328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>
                <a:solidFill>
                  <a:schemeClr val="bg1"/>
                </a:solidFill>
                <a:latin typeface="+mj-lt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4" name="Graphique 10">
            <a:extLst>
              <a:ext uri="{FF2B5EF4-FFF2-40B4-BE49-F238E27FC236}">
                <a16:creationId xmlns:a16="http://schemas.microsoft.com/office/drawing/2014/main" id="{00F5AF71-3625-304B-2633-DA8784159D71}"/>
              </a:ext>
            </a:extLst>
          </p:cNvPr>
          <p:cNvSpPr>
            <a:spLocks noChangeAspect="1"/>
          </p:cNvSpPr>
          <p:nvPr userDrawn="1"/>
        </p:nvSpPr>
        <p:spPr>
          <a:xfrm>
            <a:off x="10944226" y="6309897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86978" y="1866947"/>
            <a:ext cx="7094047" cy="1929683"/>
          </a:xfrm>
        </p:spPr>
        <p:txBody>
          <a:bodyPr wrap="square">
            <a:noAutofit/>
          </a:bodyPr>
          <a:lstStyle>
            <a:lvl1pPr>
              <a:lnSpc>
                <a:spcPct val="100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Chapter title</a:t>
            </a:r>
            <a:br>
              <a:rPr lang="en-US"/>
            </a:br>
            <a:r>
              <a:rPr lang="en-US"/>
              <a:t>two lines</a:t>
            </a:r>
          </a:p>
        </p:txBody>
      </p:sp>
    </p:spTree>
    <p:extLst>
      <p:ext uri="{BB962C8B-B14F-4D97-AF65-F5344CB8AC3E}">
        <p14:creationId xmlns:p14="http://schemas.microsoft.com/office/powerpoint/2010/main" val="1123645752"/>
      </p:ext>
    </p:extLst>
  </p:cSld>
  <p:clrMapOvr>
    <a:masterClrMapping/>
  </p:clrMapOvr>
</p:sldLayout>
</file>

<file path=ppt/slideLayouts/slideLayout1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710C9D01-24D5-7294-7835-509668980A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D302210-FED6-EC27-EEF4-6A84A8ECF93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098" y="389619"/>
            <a:ext cx="1247136" cy="1477328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>
                <a:solidFill>
                  <a:schemeClr val="bg1"/>
                </a:solidFill>
                <a:latin typeface="+mj-lt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4" name="Graphique 10">
            <a:extLst>
              <a:ext uri="{FF2B5EF4-FFF2-40B4-BE49-F238E27FC236}">
                <a16:creationId xmlns:a16="http://schemas.microsoft.com/office/drawing/2014/main" id="{00F5AF71-3625-304B-2633-DA8784159D71}"/>
              </a:ext>
            </a:extLst>
          </p:cNvPr>
          <p:cNvSpPr>
            <a:spLocks noChangeAspect="1"/>
          </p:cNvSpPr>
          <p:nvPr userDrawn="1"/>
        </p:nvSpPr>
        <p:spPr>
          <a:xfrm>
            <a:off x="10944226" y="6309897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86978" y="1866947"/>
            <a:ext cx="7094047" cy="1929683"/>
          </a:xfrm>
        </p:spPr>
        <p:txBody>
          <a:bodyPr wrap="square">
            <a:noAutofit/>
          </a:bodyPr>
          <a:lstStyle>
            <a:lvl1pPr>
              <a:lnSpc>
                <a:spcPct val="100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Chapter title</a:t>
            </a:r>
            <a:br>
              <a:rPr lang="en-US"/>
            </a:br>
            <a:r>
              <a:rPr lang="en-US"/>
              <a:t>two lines</a:t>
            </a:r>
          </a:p>
        </p:txBody>
      </p:sp>
    </p:spTree>
    <p:extLst>
      <p:ext uri="{BB962C8B-B14F-4D97-AF65-F5344CB8AC3E}">
        <p14:creationId xmlns:p14="http://schemas.microsoft.com/office/powerpoint/2010/main" val="3398829764"/>
      </p:ext>
    </p:extLst>
  </p:cSld>
  <p:clrMapOvr>
    <a:masterClrMapping/>
  </p:clrMapOvr>
</p:sldLayout>
</file>

<file path=ppt/slideLayouts/slideLayout1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13BA04C4-A5DE-6940-5427-64A7DA422C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0"/>
            <a:ext cx="6858000" cy="6858000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D302210-FED6-EC27-EEF4-6A84A8ECF93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099" y="389619"/>
            <a:ext cx="1247136" cy="1477328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>
                <a:solidFill>
                  <a:schemeClr val="accent3"/>
                </a:solidFill>
                <a:latin typeface="+mj-lt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4" name="Graphique 10">
            <a:extLst>
              <a:ext uri="{FF2B5EF4-FFF2-40B4-BE49-F238E27FC236}">
                <a16:creationId xmlns:a16="http://schemas.microsoft.com/office/drawing/2014/main" id="{00F5AF71-3625-304B-2633-DA8784159D71}"/>
              </a:ext>
            </a:extLst>
          </p:cNvPr>
          <p:cNvSpPr>
            <a:spLocks noChangeAspect="1"/>
          </p:cNvSpPr>
          <p:nvPr userDrawn="1"/>
        </p:nvSpPr>
        <p:spPr>
          <a:xfrm>
            <a:off x="10944226" y="6309897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accent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8123" y="2669997"/>
            <a:ext cx="5238428" cy="1929683"/>
          </a:xfrm>
        </p:spPr>
        <p:txBody>
          <a:bodyPr wrap="square">
            <a:noAutofit/>
          </a:bodyPr>
          <a:lstStyle>
            <a:lvl1pPr>
              <a:lnSpc>
                <a:spcPct val="100000"/>
              </a:lnSpc>
              <a:defRPr sz="5400">
                <a:solidFill>
                  <a:schemeClr val="accent3"/>
                </a:solidFill>
              </a:defRPr>
            </a:lvl1pPr>
          </a:lstStyle>
          <a:p>
            <a:r>
              <a:rPr lang="en-US"/>
              <a:t>Chapter title</a:t>
            </a:r>
            <a:br>
              <a:rPr lang="en-US"/>
            </a:br>
            <a:r>
              <a:rPr lang="en-US"/>
              <a:t>two lines</a:t>
            </a:r>
          </a:p>
        </p:txBody>
      </p:sp>
    </p:spTree>
    <p:extLst>
      <p:ext uri="{BB962C8B-B14F-4D97-AF65-F5344CB8AC3E}">
        <p14:creationId xmlns:p14="http://schemas.microsoft.com/office/powerpoint/2010/main" val="1698615007"/>
      </p:ext>
    </p:extLst>
  </p:cSld>
  <p:clrMapOvr>
    <a:masterClrMapping/>
  </p:clrMapOvr>
</p:sldLayout>
</file>

<file path=ppt/slideLayouts/slideLayout1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6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13BA04C4-A5DE-6940-5427-64A7DA422C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0"/>
            <a:ext cx="6858000" cy="6858000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D302210-FED6-EC27-EEF4-6A84A8ECF93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099" y="389619"/>
            <a:ext cx="1247136" cy="1477328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>
                <a:solidFill>
                  <a:schemeClr val="accent3"/>
                </a:solidFill>
                <a:latin typeface="+mj-lt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4" name="Graphique 10">
            <a:extLst>
              <a:ext uri="{FF2B5EF4-FFF2-40B4-BE49-F238E27FC236}">
                <a16:creationId xmlns:a16="http://schemas.microsoft.com/office/drawing/2014/main" id="{00F5AF71-3625-304B-2633-DA8784159D71}"/>
              </a:ext>
            </a:extLst>
          </p:cNvPr>
          <p:cNvSpPr>
            <a:spLocks noChangeAspect="1"/>
          </p:cNvSpPr>
          <p:nvPr userDrawn="1"/>
        </p:nvSpPr>
        <p:spPr>
          <a:xfrm>
            <a:off x="10944226" y="6309897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228BDEA-2B75-34EA-A084-FE41BA5CBA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8123" y="2669997"/>
            <a:ext cx="5238428" cy="1929683"/>
          </a:xfrm>
        </p:spPr>
        <p:txBody>
          <a:bodyPr wrap="square">
            <a:noAutofit/>
          </a:bodyPr>
          <a:lstStyle>
            <a:lvl1pPr>
              <a:lnSpc>
                <a:spcPct val="100000"/>
              </a:lnSpc>
              <a:defRPr sz="5400">
                <a:solidFill>
                  <a:schemeClr val="accent3"/>
                </a:solidFill>
              </a:defRPr>
            </a:lvl1pPr>
          </a:lstStyle>
          <a:p>
            <a:r>
              <a:rPr lang="en-US"/>
              <a:t>Chapter title</a:t>
            </a:r>
            <a:br>
              <a:rPr lang="en-US"/>
            </a:br>
            <a:r>
              <a:rPr lang="en-US"/>
              <a:t>two lines</a:t>
            </a:r>
          </a:p>
        </p:txBody>
      </p:sp>
    </p:spTree>
    <p:extLst>
      <p:ext uri="{BB962C8B-B14F-4D97-AF65-F5344CB8AC3E}">
        <p14:creationId xmlns:p14="http://schemas.microsoft.com/office/powerpoint/2010/main" val="3620108706"/>
      </p:ext>
    </p:extLst>
  </p:cSld>
  <p:clrMapOvr>
    <a:masterClrMapping/>
  </p:clrMapOvr>
</p:sldLayout>
</file>

<file path=ppt/slideLayouts/slideLayout1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7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13BA04C4-A5DE-6940-5427-64A7DA422C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0"/>
            <a:ext cx="6858000" cy="6858000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D302210-FED6-EC27-EEF4-6A84A8ECF93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099" y="389619"/>
            <a:ext cx="1247136" cy="1477328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>
                <a:solidFill>
                  <a:schemeClr val="accent3"/>
                </a:solidFill>
                <a:latin typeface="+mj-lt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07</a:t>
            </a:r>
          </a:p>
        </p:txBody>
      </p:sp>
      <p:sp>
        <p:nvSpPr>
          <p:cNvPr id="4" name="Graphique 10">
            <a:extLst>
              <a:ext uri="{FF2B5EF4-FFF2-40B4-BE49-F238E27FC236}">
                <a16:creationId xmlns:a16="http://schemas.microsoft.com/office/drawing/2014/main" id="{00F5AF71-3625-304B-2633-DA8784159D71}"/>
              </a:ext>
            </a:extLst>
          </p:cNvPr>
          <p:cNvSpPr>
            <a:spLocks noChangeAspect="1"/>
          </p:cNvSpPr>
          <p:nvPr userDrawn="1"/>
        </p:nvSpPr>
        <p:spPr>
          <a:xfrm>
            <a:off x="10944226" y="6309897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05BE966-7FAC-82FC-ADE3-5B8270A915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8123" y="2669997"/>
            <a:ext cx="5238428" cy="1929683"/>
          </a:xfrm>
        </p:spPr>
        <p:txBody>
          <a:bodyPr wrap="square">
            <a:noAutofit/>
          </a:bodyPr>
          <a:lstStyle>
            <a:lvl1pPr>
              <a:lnSpc>
                <a:spcPct val="100000"/>
              </a:lnSpc>
              <a:defRPr sz="5400">
                <a:solidFill>
                  <a:schemeClr val="accent3"/>
                </a:solidFill>
              </a:defRPr>
            </a:lvl1pPr>
          </a:lstStyle>
          <a:p>
            <a:r>
              <a:rPr lang="en-US"/>
              <a:t>Chapter title</a:t>
            </a:r>
            <a:br>
              <a:rPr lang="en-US"/>
            </a:br>
            <a:r>
              <a:rPr lang="en-US"/>
              <a:t>two lines</a:t>
            </a:r>
          </a:p>
        </p:txBody>
      </p:sp>
    </p:spTree>
    <p:extLst>
      <p:ext uri="{BB962C8B-B14F-4D97-AF65-F5344CB8AC3E}">
        <p14:creationId xmlns:p14="http://schemas.microsoft.com/office/powerpoint/2010/main" val="3428180438"/>
      </p:ext>
    </p:extLst>
  </p:cSld>
  <p:clrMapOvr>
    <a:masterClrMapping/>
  </p:clrMapOvr>
</p:sldLayout>
</file>

<file path=ppt/slideLayouts/slideLayout1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8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13BA04C4-A5DE-6940-5427-64A7DA422C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0"/>
            <a:ext cx="6858000" cy="6858000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D302210-FED6-EC27-EEF4-6A84A8ECF93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099" y="389619"/>
            <a:ext cx="1247136" cy="1477328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>
                <a:solidFill>
                  <a:schemeClr val="bg1"/>
                </a:solidFill>
                <a:latin typeface="+mj-lt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08</a:t>
            </a:r>
          </a:p>
        </p:txBody>
      </p:sp>
      <p:sp>
        <p:nvSpPr>
          <p:cNvPr id="4" name="Graphique 10">
            <a:extLst>
              <a:ext uri="{FF2B5EF4-FFF2-40B4-BE49-F238E27FC236}">
                <a16:creationId xmlns:a16="http://schemas.microsoft.com/office/drawing/2014/main" id="{00F5AF71-3625-304B-2633-DA8784159D71}"/>
              </a:ext>
            </a:extLst>
          </p:cNvPr>
          <p:cNvSpPr>
            <a:spLocks noChangeAspect="1"/>
          </p:cNvSpPr>
          <p:nvPr userDrawn="1"/>
        </p:nvSpPr>
        <p:spPr>
          <a:xfrm>
            <a:off x="10944226" y="6309897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5CE9759-301D-D438-417D-47AEBC012D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8123" y="2669997"/>
            <a:ext cx="5238428" cy="1929683"/>
          </a:xfrm>
        </p:spPr>
        <p:txBody>
          <a:bodyPr wrap="square">
            <a:noAutofit/>
          </a:bodyPr>
          <a:lstStyle>
            <a:lvl1pPr>
              <a:lnSpc>
                <a:spcPct val="100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Chapter title</a:t>
            </a:r>
            <a:br>
              <a:rPr lang="en-US"/>
            </a:br>
            <a:r>
              <a:rPr lang="en-US"/>
              <a:t>two lines</a:t>
            </a:r>
          </a:p>
        </p:txBody>
      </p:sp>
    </p:spTree>
    <p:extLst>
      <p:ext uri="{BB962C8B-B14F-4D97-AF65-F5344CB8AC3E}">
        <p14:creationId xmlns:p14="http://schemas.microsoft.com/office/powerpoint/2010/main" val="1645872113"/>
      </p:ext>
    </p:extLst>
  </p:cSld>
  <p:clrMapOvr>
    <a:masterClrMapping/>
  </p:clrMapOvr>
</p:sldLayout>
</file>

<file path=ppt/slideLayouts/slideLayout1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E48D5F07-633A-99CC-CDA6-8403E9462D4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34000" y="3429000"/>
            <a:ext cx="3429000" cy="34290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E7248701-A1E0-F811-EE9E-370B8D04EA2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 flipH="1">
            <a:off x="8763000" y="0"/>
            <a:ext cx="3429000" cy="3429000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D302210-FED6-EC27-EEF4-6A84A8ECF93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099" y="389619"/>
            <a:ext cx="1247136" cy="1477328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>
                <a:solidFill>
                  <a:schemeClr val="accent1"/>
                </a:solidFill>
                <a:latin typeface="+mj-lt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09</a:t>
            </a:r>
          </a:p>
        </p:txBody>
      </p:sp>
      <p:sp>
        <p:nvSpPr>
          <p:cNvPr id="4" name="Graphique 10">
            <a:extLst>
              <a:ext uri="{FF2B5EF4-FFF2-40B4-BE49-F238E27FC236}">
                <a16:creationId xmlns:a16="http://schemas.microsoft.com/office/drawing/2014/main" id="{00F5AF71-3625-304B-2633-DA8784159D71}"/>
              </a:ext>
            </a:extLst>
          </p:cNvPr>
          <p:cNvSpPr>
            <a:spLocks noChangeAspect="1"/>
          </p:cNvSpPr>
          <p:nvPr userDrawn="1"/>
        </p:nvSpPr>
        <p:spPr>
          <a:xfrm>
            <a:off x="10944226" y="6309897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accent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F73AD35-6458-4A2A-9A03-0222FC4D93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86977" y="1866947"/>
            <a:ext cx="6811115" cy="1929683"/>
          </a:xfrm>
        </p:spPr>
        <p:txBody>
          <a:bodyPr wrap="square">
            <a:noAutofit/>
          </a:bodyPr>
          <a:lstStyle>
            <a:lvl1pPr>
              <a:lnSpc>
                <a:spcPct val="100000"/>
              </a:lnSpc>
              <a:defRPr sz="5333">
                <a:solidFill>
                  <a:schemeClr val="accent1"/>
                </a:solidFill>
              </a:defRPr>
            </a:lvl1pPr>
          </a:lstStyle>
          <a:p>
            <a:r>
              <a:rPr lang="en-US"/>
              <a:t>Chapter title</a:t>
            </a:r>
            <a:br>
              <a:rPr lang="en-US"/>
            </a:br>
            <a:r>
              <a:rPr lang="en-US"/>
              <a:t>two lines</a:t>
            </a:r>
          </a:p>
        </p:txBody>
      </p:sp>
    </p:spTree>
    <p:extLst>
      <p:ext uri="{BB962C8B-B14F-4D97-AF65-F5344CB8AC3E}">
        <p14:creationId xmlns:p14="http://schemas.microsoft.com/office/powerpoint/2010/main" val="2550598436"/>
      </p:ext>
    </p:extLst>
  </p:cSld>
  <p:clrMapOvr>
    <a:masterClrMapping/>
  </p:clrMapOvr>
</p:sldLayout>
</file>

<file path=ppt/slideLayouts/slideLayout1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10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E48D5F07-633A-99CC-CDA6-8403E9462D4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34000" y="3429000"/>
            <a:ext cx="3429000" cy="34290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E7248701-A1E0-F811-EE9E-370B8D04EA2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 flipH="1">
            <a:off x="8763000" y="0"/>
            <a:ext cx="3429000" cy="3429000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D302210-FED6-EC27-EEF4-6A84A8ECF93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099" y="389619"/>
            <a:ext cx="1247136" cy="1477328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>
                <a:solidFill>
                  <a:schemeClr val="accent3"/>
                </a:solidFill>
                <a:latin typeface="+mj-lt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10</a:t>
            </a:r>
          </a:p>
        </p:txBody>
      </p:sp>
      <p:sp>
        <p:nvSpPr>
          <p:cNvPr id="4" name="Graphique 10">
            <a:extLst>
              <a:ext uri="{FF2B5EF4-FFF2-40B4-BE49-F238E27FC236}">
                <a16:creationId xmlns:a16="http://schemas.microsoft.com/office/drawing/2014/main" id="{00F5AF71-3625-304B-2633-DA8784159D71}"/>
              </a:ext>
            </a:extLst>
          </p:cNvPr>
          <p:cNvSpPr>
            <a:spLocks noChangeAspect="1"/>
          </p:cNvSpPr>
          <p:nvPr userDrawn="1"/>
        </p:nvSpPr>
        <p:spPr>
          <a:xfrm>
            <a:off x="10944226" y="6309897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F73AD35-6458-4A2A-9A03-0222FC4D93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86977" y="1866947"/>
            <a:ext cx="6811115" cy="1929683"/>
          </a:xfrm>
        </p:spPr>
        <p:txBody>
          <a:bodyPr wrap="square">
            <a:noAutofit/>
          </a:bodyPr>
          <a:lstStyle>
            <a:lvl1pPr>
              <a:lnSpc>
                <a:spcPct val="100000"/>
              </a:lnSpc>
              <a:defRPr sz="5400">
                <a:solidFill>
                  <a:schemeClr val="accent3"/>
                </a:solidFill>
              </a:defRPr>
            </a:lvl1pPr>
          </a:lstStyle>
          <a:p>
            <a:r>
              <a:rPr lang="en-US"/>
              <a:t>Chapter title</a:t>
            </a:r>
            <a:br>
              <a:rPr lang="en-US"/>
            </a:br>
            <a:r>
              <a:rPr lang="en-US"/>
              <a:t>two lines</a:t>
            </a:r>
          </a:p>
        </p:txBody>
      </p:sp>
    </p:spTree>
    <p:extLst>
      <p:ext uri="{BB962C8B-B14F-4D97-AF65-F5344CB8AC3E}">
        <p14:creationId xmlns:p14="http://schemas.microsoft.com/office/powerpoint/2010/main" val="4109692665"/>
      </p:ext>
    </p:extLst>
  </p:cSld>
  <p:clrMapOvr>
    <a:masterClrMapping/>
  </p:clrMapOvr>
</p:sldLayout>
</file>

<file path=ppt/slideLayouts/slideLayout1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1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E48D5F07-633A-99CC-CDA6-8403E9462D4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34000" y="3429000"/>
            <a:ext cx="3429000" cy="34290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E7248701-A1E0-F811-EE9E-370B8D04EA2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 flipH="1">
            <a:off x="8763000" y="0"/>
            <a:ext cx="3429000" cy="3429000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D302210-FED6-EC27-EEF4-6A84A8ECF93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098" y="389619"/>
            <a:ext cx="1247136" cy="1477328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>
                <a:solidFill>
                  <a:schemeClr val="bg1"/>
                </a:solidFill>
                <a:latin typeface="+mj-lt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11</a:t>
            </a:r>
          </a:p>
        </p:txBody>
      </p:sp>
      <p:sp>
        <p:nvSpPr>
          <p:cNvPr id="4" name="Graphique 10">
            <a:extLst>
              <a:ext uri="{FF2B5EF4-FFF2-40B4-BE49-F238E27FC236}">
                <a16:creationId xmlns:a16="http://schemas.microsoft.com/office/drawing/2014/main" id="{00F5AF71-3625-304B-2633-DA8784159D71}"/>
              </a:ext>
            </a:extLst>
          </p:cNvPr>
          <p:cNvSpPr>
            <a:spLocks noChangeAspect="1"/>
          </p:cNvSpPr>
          <p:nvPr userDrawn="1"/>
        </p:nvSpPr>
        <p:spPr>
          <a:xfrm>
            <a:off x="10944226" y="6309897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F73AD35-6458-4A2A-9A03-0222FC4D93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86976" y="1866947"/>
            <a:ext cx="6812280" cy="1929683"/>
          </a:xfrm>
        </p:spPr>
        <p:txBody>
          <a:bodyPr wrap="square">
            <a:noAutofit/>
          </a:bodyPr>
          <a:lstStyle>
            <a:lvl1pPr>
              <a:lnSpc>
                <a:spcPct val="100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Chapter title</a:t>
            </a:r>
            <a:br>
              <a:rPr lang="en-US"/>
            </a:br>
            <a:r>
              <a:rPr lang="en-US"/>
              <a:t>two lines</a:t>
            </a:r>
          </a:p>
        </p:txBody>
      </p:sp>
    </p:spTree>
    <p:extLst>
      <p:ext uri="{BB962C8B-B14F-4D97-AF65-F5344CB8AC3E}">
        <p14:creationId xmlns:p14="http://schemas.microsoft.com/office/powerpoint/2010/main" val="2782063537"/>
      </p:ext>
    </p:extLst>
  </p:cSld>
  <p:clrMapOvr>
    <a:masterClrMapping/>
  </p:clrMapOvr>
</p:sldLayout>
</file>

<file path=ppt/slideLayouts/slideLayout1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1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8FBCF81C-1DA3-24A3-8E55-9CA5BC839F7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34000" y="3429000"/>
            <a:ext cx="3429000" cy="3429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36A065FA-50F4-7877-20EB-92F2B528A79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 flipH="1">
            <a:off x="8763000" y="0"/>
            <a:ext cx="3429000" cy="3429000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D302210-FED6-EC27-EEF4-6A84A8ECF93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097" y="389619"/>
            <a:ext cx="1247136" cy="1477328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>
                <a:solidFill>
                  <a:schemeClr val="bg1"/>
                </a:solidFill>
                <a:latin typeface="+mj-lt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12</a:t>
            </a:r>
          </a:p>
        </p:txBody>
      </p:sp>
      <p:sp>
        <p:nvSpPr>
          <p:cNvPr id="4" name="Graphique 10">
            <a:extLst>
              <a:ext uri="{FF2B5EF4-FFF2-40B4-BE49-F238E27FC236}">
                <a16:creationId xmlns:a16="http://schemas.microsoft.com/office/drawing/2014/main" id="{00F5AF71-3625-304B-2633-DA8784159D71}"/>
              </a:ext>
            </a:extLst>
          </p:cNvPr>
          <p:cNvSpPr>
            <a:spLocks noChangeAspect="1"/>
          </p:cNvSpPr>
          <p:nvPr userDrawn="1"/>
        </p:nvSpPr>
        <p:spPr>
          <a:xfrm>
            <a:off x="10944226" y="6309897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F73AD35-6458-4A2A-9A03-0222FC4D93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86976" y="1866947"/>
            <a:ext cx="6812280" cy="1929683"/>
          </a:xfrm>
        </p:spPr>
        <p:txBody>
          <a:bodyPr wrap="square">
            <a:noAutofit/>
          </a:bodyPr>
          <a:lstStyle>
            <a:lvl1pPr>
              <a:lnSpc>
                <a:spcPct val="100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Chapter title</a:t>
            </a:r>
            <a:br>
              <a:rPr lang="en-US"/>
            </a:br>
            <a:r>
              <a:rPr lang="en-US"/>
              <a:t>two lines</a:t>
            </a:r>
          </a:p>
        </p:txBody>
      </p:sp>
    </p:spTree>
    <p:extLst>
      <p:ext uri="{BB962C8B-B14F-4D97-AF65-F5344CB8AC3E}">
        <p14:creationId xmlns:p14="http://schemas.microsoft.com/office/powerpoint/2010/main" val="239792034"/>
      </p:ext>
    </p:extLst>
  </p:cSld>
  <p:clrMapOvr>
    <a:masterClrMapping/>
  </p:clrMapOvr>
</p:sldLayout>
</file>

<file path=ppt/slideLayouts/slideLayout1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estions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raphique 10">
            <a:extLst>
              <a:ext uri="{FF2B5EF4-FFF2-40B4-BE49-F238E27FC236}">
                <a16:creationId xmlns:a16="http://schemas.microsoft.com/office/drawing/2014/main" id="{00F5AF71-3625-304B-2633-DA8784159D71}"/>
              </a:ext>
            </a:extLst>
          </p:cNvPr>
          <p:cNvSpPr>
            <a:spLocks noChangeAspect="1"/>
          </p:cNvSpPr>
          <p:nvPr userDrawn="1"/>
        </p:nvSpPr>
        <p:spPr>
          <a:xfrm>
            <a:off x="10944226" y="6309897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B4AB316-183C-82C5-C1A7-C4659A85C6A7}"/>
              </a:ext>
            </a:extLst>
          </p:cNvPr>
          <p:cNvGrpSpPr/>
          <p:nvPr userDrawn="1"/>
        </p:nvGrpSpPr>
        <p:grpSpPr>
          <a:xfrm>
            <a:off x="3189526" y="522526"/>
            <a:ext cx="5812951" cy="5812951"/>
            <a:chOff x="6364404" y="688572"/>
            <a:chExt cx="5398971" cy="5398971"/>
          </a:xfrm>
        </p:grpSpPr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7CBB66C1-6853-8EB3-75B2-B940DFD44C1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flipV="1">
              <a:off x="6364404" y="3388057"/>
              <a:ext cx="2699486" cy="2699486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D8FE0FFE-617B-11DD-4D76-3FF25292384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flipH="1">
              <a:off x="9063889" y="688572"/>
              <a:ext cx="2699486" cy="2699486"/>
            </a:xfrm>
            <a:prstGeom prst="rect">
              <a:avLst/>
            </a:prstGeom>
          </p:spPr>
        </p:pic>
      </p:grpSp>
      <p:sp>
        <p:nvSpPr>
          <p:cNvPr id="3" name="Title 1">
            <a:extLst>
              <a:ext uri="{FF2B5EF4-FFF2-40B4-BE49-F238E27FC236}">
                <a16:creationId xmlns:a16="http://schemas.microsoft.com/office/drawing/2014/main" id="{3F73AD35-6458-4A2A-9A03-0222FC4D93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85483" y="2731827"/>
            <a:ext cx="3421036" cy="1394348"/>
          </a:xfrm>
        </p:spPr>
        <p:txBody>
          <a:bodyPr wrap="none" anchor="ctr">
            <a:noAutofit/>
          </a:bodyPr>
          <a:lstStyle>
            <a:lvl1pPr algn="ctr"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1428138475"/>
      </p:ext>
    </p:extLst>
  </p:cSld>
  <p:clrMapOvr>
    <a:masterClrMapping/>
  </p:clrMapOvr>
</p:sldLayout>
</file>

<file path=ppt/slideLayouts/slideLayout1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B37E38E8-ADCB-8E97-E61A-DDC65AF315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0" y="3474720"/>
            <a:ext cx="3383280" cy="338328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499553CC-D1FC-0BF8-65E8-622A9A5984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6" y="678311"/>
            <a:ext cx="3784561" cy="830997"/>
          </a:xfrm>
        </p:spPr>
        <p:txBody>
          <a:bodyPr wrap="none">
            <a:noAutofit/>
          </a:bodyPr>
          <a:lstStyle>
            <a:lvl1pPr>
              <a:lnSpc>
                <a:spcPct val="100000"/>
              </a:lnSpc>
              <a:defRPr sz="5400">
                <a:solidFill>
                  <a:schemeClr val="accent2"/>
                </a:solidFill>
              </a:defRPr>
            </a:lvl1pPr>
          </a:lstStyle>
          <a:p>
            <a:r>
              <a:rPr lang="en-US"/>
              <a:t>Thank you!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2E6D97E-7A6D-5A28-FF0A-4786C40756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1691640"/>
            <a:ext cx="3784561" cy="1190456"/>
          </a:xfrm>
        </p:spPr>
        <p:txBody>
          <a:bodyPr wrap="none"/>
          <a:lstStyle>
            <a:lvl1pPr marL="0" indent="0"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For more information please contact:</a:t>
            </a:r>
            <a:br>
              <a:rPr lang="en-US"/>
            </a:br>
            <a:r>
              <a:rPr lang="en-US"/>
              <a:t>T+ 33 1 98765432</a:t>
            </a:r>
            <a:br>
              <a:rPr lang="en-US"/>
            </a:br>
            <a:r>
              <a:rPr lang="en-US"/>
              <a:t>M+ 33 6 44445678</a:t>
            </a:r>
            <a:br>
              <a:rPr lang="en-US"/>
            </a:br>
            <a:r>
              <a:rPr lang="en-US"/>
              <a:t>firstname.lastname@atos.net</a:t>
            </a:r>
          </a:p>
        </p:txBody>
      </p:sp>
      <p:sp>
        <p:nvSpPr>
          <p:cNvPr id="3" name="AddNotifier#1">
            <a:extLst>
              <a:ext uri="{FF2B5EF4-FFF2-40B4-BE49-F238E27FC236}">
                <a16:creationId xmlns:a16="http://schemas.microsoft.com/office/drawing/2014/main" id="{DEB32E4C-FD35-01ED-4923-78A44A2BBA63}"/>
              </a:ext>
            </a:extLst>
          </p:cNvPr>
          <p:cNvSpPr txBox="1">
            <a:spLocks noChangeArrowheads="1"/>
          </p:cNvSpPr>
          <p:nvPr userDrawn="1"/>
        </p:nvSpPr>
        <p:spPr bwMode="invGray">
          <a:xfrm>
            <a:off x="3511966" y="5580671"/>
            <a:ext cx="3587335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b" anchorCtr="0">
            <a:spAutoFit/>
          </a:bodyPr>
          <a:lstStyle>
            <a:lvl1pPr>
              <a:defRPr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iennale"/>
                <a:ea typeface="Verdana" pitchFamily="34" charset="0"/>
                <a:cs typeface="Verdana" pitchFamily="34" charset="0"/>
              </a:rPr>
              <a:t>Atos is a registered trademark of Atos SE. June 2023. © 2023 Atos. Confidential information owned by Atos, to be used by the recipient only. This document, or any part of it, may not be reproduced, copied, circulated and/or distributed nor quoted without prior written approval from Atos.</a:t>
            </a:r>
          </a:p>
        </p:txBody>
      </p:sp>
      <p:sp>
        <p:nvSpPr>
          <p:cNvPr id="5" name="Graphique 10">
            <a:extLst>
              <a:ext uri="{FF2B5EF4-FFF2-40B4-BE49-F238E27FC236}">
                <a16:creationId xmlns:a16="http://schemas.microsoft.com/office/drawing/2014/main" id="{19A80A2F-D5E3-6F7F-C1EB-15EBCE6C6CAC}"/>
              </a:ext>
            </a:extLst>
          </p:cNvPr>
          <p:cNvSpPr>
            <a:spLocks noChangeAspect="1"/>
          </p:cNvSpPr>
          <p:nvPr userDrawn="1"/>
        </p:nvSpPr>
        <p:spPr>
          <a:xfrm>
            <a:off x="9848292" y="5921363"/>
            <a:ext cx="1920640" cy="587312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4E82305-2CFC-B442-7D06-48C49A6D08D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8808720" y="1"/>
            <a:ext cx="3383280" cy="3383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5892116"/>
      </p:ext>
    </p:extLst>
  </p:cSld>
  <p:clrMapOvr>
    <a:masterClrMapping/>
  </p:clrMapOvr>
</p:sldLayout>
</file>

<file path=ppt/slideLayouts/slideLayout1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One curve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ED25A4E5-2412-125A-413B-9D15CD7DDB6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5334000" y="0"/>
            <a:ext cx="6858000" cy="6858000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08CB20BB-49E5-8891-61BA-66B2BCA33FB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8625" y="4765675"/>
            <a:ext cx="3992904" cy="969963"/>
          </a:xfrm>
        </p:spPr>
        <p:txBody>
          <a:bodyPr wrap="none">
            <a:noAutofit/>
          </a:bodyPr>
          <a:lstStyle>
            <a:lvl1pPr marL="0" indent="0" algn="l">
              <a:spcAft>
                <a:spcPts val="0"/>
              </a:spcAft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Date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9E084EC7-2975-9A59-DD47-1C974D1261E3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1456679"/>
            <a:ext cx="6766560" cy="1844936"/>
          </a:xfrm>
        </p:spPr>
        <p:txBody>
          <a:bodyPr/>
          <a:lstStyle>
            <a:lvl1pPr marL="0" indent="0">
              <a:spcAft>
                <a:spcPts val="300"/>
              </a:spcAft>
              <a:buNone/>
              <a:defRPr sz="4400">
                <a:solidFill>
                  <a:schemeClr val="bg1"/>
                </a:solidFill>
                <a:latin typeface="+mj-lt"/>
              </a:defRPr>
            </a:lvl1pPr>
            <a:lvl2pPr marL="0" indent="0">
              <a:spcAft>
                <a:spcPts val="300"/>
              </a:spcAft>
              <a:buNone/>
              <a:defRPr sz="3200" baseline="0">
                <a:solidFill>
                  <a:schemeClr val="accent3"/>
                </a:solidFill>
                <a:latin typeface="+mj-lt"/>
              </a:defRPr>
            </a:lvl2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10" name="Graphique 10">
            <a:extLst>
              <a:ext uri="{FF2B5EF4-FFF2-40B4-BE49-F238E27FC236}">
                <a16:creationId xmlns:a16="http://schemas.microsoft.com/office/drawing/2014/main" id="{3A263A05-DC23-2BC5-6913-CB3FFBC0F28B}"/>
              </a:ext>
            </a:extLst>
          </p:cNvPr>
          <p:cNvSpPr>
            <a:spLocks noChangeAspect="1"/>
          </p:cNvSpPr>
          <p:nvPr userDrawn="1"/>
        </p:nvSpPr>
        <p:spPr>
          <a:xfrm>
            <a:off x="9848292" y="5921363"/>
            <a:ext cx="1920640" cy="587312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A278440-E10D-9AFF-BFBD-B5992007ED6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28625" y="2084535"/>
            <a:ext cx="6766560" cy="1217080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114280000"/>
      </p:ext>
    </p:extLst>
  </p:cSld>
  <p:clrMapOvr>
    <a:masterClrMapping/>
  </p:clrMapOvr>
</p:sldLayout>
</file>

<file path=ppt/slideLayouts/slideLayout12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wo curv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52CDB108-6598-0C55-80C9-43F0EA8BD0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6588031" y="0"/>
            <a:ext cx="4884392" cy="4884392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08434B2-C000-651C-6DD8-76477D020A4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59594"/>
          <a:stretch/>
        </p:blipFill>
        <p:spPr>
          <a:xfrm>
            <a:off x="1703639" y="4884394"/>
            <a:ext cx="4884392" cy="1973607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08CB20BB-49E5-8891-61BA-66B2BCA33FB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8625" y="4765675"/>
            <a:ext cx="3992904" cy="969963"/>
          </a:xfrm>
        </p:spPr>
        <p:txBody>
          <a:bodyPr wrap="none">
            <a:noAutofit/>
          </a:bodyPr>
          <a:lstStyle>
            <a:lvl1pPr marL="0" indent="0" algn="l">
              <a:spcAft>
                <a:spcPts val="0"/>
              </a:spcAft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Date</a:t>
            </a:r>
          </a:p>
        </p:txBody>
      </p:sp>
      <p:sp>
        <p:nvSpPr>
          <p:cNvPr id="4" name="Graphique 10">
            <a:extLst>
              <a:ext uri="{FF2B5EF4-FFF2-40B4-BE49-F238E27FC236}">
                <a16:creationId xmlns:a16="http://schemas.microsoft.com/office/drawing/2014/main" id="{090DB5EA-F397-D75A-9B05-13145E2FB4AB}"/>
              </a:ext>
            </a:extLst>
          </p:cNvPr>
          <p:cNvSpPr>
            <a:spLocks noChangeAspect="1"/>
          </p:cNvSpPr>
          <p:nvPr userDrawn="1"/>
        </p:nvSpPr>
        <p:spPr>
          <a:xfrm>
            <a:off x="9848292" y="5921363"/>
            <a:ext cx="1920640" cy="587312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065EE574-D841-BFEE-2ABF-3A7979EE97D8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1456679"/>
            <a:ext cx="6766560" cy="1844936"/>
          </a:xfrm>
        </p:spPr>
        <p:txBody>
          <a:bodyPr/>
          <a:lstStyle>
            <a:lvl1pPr marL="0" indent="0">
              <a:spcAft>
                <a:spcPts val="300"/>
              </a:spcAft>
              <a:buNone/>
              <a:defRPr sz="4400">
                <a:solidFill>
                  <a:schemeClr val="bg1"/>
                </a:solidFill>
                <a:latin typeface="+mj-lt"/>
              </a:defRPr>
            </a:lvl1pPr>
            <a:lvl2pPr marL="0" indent="0">
              <a:spcAft>
                <a:spcPts val="300"/>
              </a:spcAft>
              <a:buNone/>
              <a:defRPr sz="3200" baseline="0">
                <a:solidFill>
                  <a:schemeClr val="accent3"/>
                </a:solidFill>
                <a:latin typeface="+mj-lt"/>
              </a:defRPr>
            </a:lvl2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AE0E37F3-8269-71CC-D3D1-3A51C3618C8C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28625" y="2084535"/>
            <a:ext cx="6766560" cy="1217080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3413217555"/>
      </p:ext>
    </p:extLst>
  </p:cSld>
  <p:clrMapOvr>
    <a:masterClrMapping/>
  </p:clrMapOvr>
</p:sldLayout>
</file>

<file path=ppt/slideLayouts/slideLayout12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08CB20BB-49E5-8891-61BA-66B2BCA33FB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8625" y="4765675"/>
            <a:ext cx="3992904" cy="969963"/>
          </a:xfrm>
        </p:spPr>
        <p:txBody>
          <a:bodyPr wrap="none">
            <a:noAutofit/>
          </a:bodyPr>
          <a:lstStyle>
            <a:lvl1pPr marL="0" indent="0" algn="l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n-lt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Date</a:t>
            </a:r>
          </a:p>
        </p:txBody>
      </p:sp>
      <p:sp>
        <p:nvSpPr>
          <p:cNvPr id="8" name="Graphique 10">
            <a:extLst>
              <a:ext uri="{FF2B5EF4-FFF2-40B4-BE49-F238E27FC236}">
                <a16:creationId xmlns:a16="http://schemas.microsoft.com/office/drawing/2014/main" id="{5F3461E3-428F-44C9-858E-053EDDBEB54E}"/>
              </a:ext>
            </a:extLst>
          </p:cNvPr>
          <p:cNvSpPr>
            <a:spLocks noChangeAspect="1"/>
          </p:cNvSpPr>
          <p:nvPr userDrawn="1"/>
        </p:nvSpPr>
        <p:spPr>
          <a:xfrm>
            <a:off x="9848292" y="5921363"/>
            <a:ext cx="1920640" cy="587312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accent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</p:txBody>
      </p:sp>
      <p:pic>
        <p:nvPicPr>
          <p:cNvPr id="11" name="Graphic 10">
            <a:extLst>
              <a:ext uri="{FF2B5EF4-FFF2-40B4-BE49-F238E27FC236}">
                <a16:creationId xmlns:a16="http://schemas.microsoft.com/office/drawing/2014/main" id="{E424D704-0F14-C527-A6BC-4E2848214C1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l="22438"/>
          <a:stretch/>
        </p:blipFill>
        <p:spPr>
          <a:xfrm rot="5400000" flipH="1">
            <a:off x="4900684" y="3428999"/>
            <a:ext cx="2995683" cy="3862317"/>
          </a:xfrm>
          <a:prstGeom prst="rect">
            <a:avLst/>
          </a:prstGeom>
        </p:spPr>
      </p:pic>
      <p:pic>
        <p:nvPicPr>
          <p:cNvPr id="12" name="Graphic 11">
            <a:extLst>
              <a:ext uri="{FF2B5EF4-FFF2-40B4-BE49-F238E27FC236}">
                <a16:creationId xmlns:a16="http://schemas.microsoft.com/office/drawing/2014/main" id="{23321E94-BEF8-E9E6-B594-E380B776364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329684" y="-1"/>
            <a:ext cx="3862317" cy="3862317"/>
          </a:xfrm>
          <a:prstGeom prst="rect">
            <a:avLst/>
          </a:prstGeom>
        </p:spPr>
      </p:pic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B5252280-FEA1-591E-5541-01E3CB0575F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1456679"/>
            <a:ext cx="6766560" cy="1844936"/>
          </a:xfrm>
        </p:spPr>
        <p:txBody>
          <a:bodyPr/>
          <a:lstStyle>
            <a:lvl1pPr marL="0" indent="0">
              <a:spcAft>
                <a:spcPts val="300"/>
              </a:spcAft>
              <a:buNone/>
              <a:defRPr sz="4400">
                <a:solidFill>
                  <a:schemeClr val="accent1"/>
                </a:solidFill>
                <a:latin typeface="+mj-lt"/>
              </a:defRPr>
            </a:lvl1pPr>
            <a:lvl2pPr marL="0" indent="0">
              <a:spcAft>
                <a:spcPts val="300"/>
              </a:spcAft>
              <a:buNone/>
              <a:defRPr sz="3200" baseline="0">
                <a:solidFill>
                  <a:schemeClr val="accent3"/>
                </a:solidFill>
                <a:latin typeface="+mj-lt"/>
              </a:defRPr>
            </a:lvl2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1E0C3C36-BE95-A848-7E47-A4599F7283A6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28625" y="2084535"/>
            <a:ext cx="6766560" cy="1217080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271970255"/>
      </p:ext>
    </p:extLst>
  </p:cSld>
  <p:clrMapOvr>
    <a:masterClrMapping/>
  </p:clrMapOvr>
</p:sldLayout>
</file>

<file path=ppt/slideLayouts/slideLayout12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Image in 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C945E8D1-5AC4-09F1-0E62-D479CC8C966F}"/>
              </a:ext>
            </a:extLst>
          </p:cNvPr>
          <p:cNvSpPr/>
          <p:nvPr userDrawn="1"/>
        </p:nvSpPr>
        <p:spPr>
          <a:xfrm>
            <a:off x="0" y="1"/>
            <a:ext cx="12192000" cy="6857556"/>
          </a:xfrm>
          <a:custGeom>
            <a:avLst/>
            <a:gdLst>
              <a:gd name="connsiteX0" fmla="*/ 12192000 w 12192000"/>
              <a:gd name="connsiteY0" fmla="*/ 2782174 h 6857556"/>
              <a:gd name="connsiteX1" fmla="*/ 12192000 w 12192000"/>
              <a:gd name="connsiteY1" fmla="*/ 6857556 h 6857556"/>
              <a:gd name="connsiteX2" fmla="*/ 8111311 w 12192000"/>
              <a:gd name="connsiteY2" fmla="*/ 6857556 h 6857556"/>
              <a:gd name="connsiteX3" fmla="*/ 8113342 w 12192000"/>
              <a:gd name="connsiteY3" fmla="*/ 6733493 h 6857556"/>
              <a:gd name="connsiteX4" fmla="*/ 12064704 w 12192000"/>
              <a:gd name="connsiteY4" fmla="*/ 2783524 h 6857556"/>
              <a:gd name="connsiteX5" fmla="*/ 0 w 12192000"/>
              <a:gd name="connsiteY5" fmla="*/ 0 h 6857556"/>
              <a:gd name="connsiteX6" fmla="*/ 12192000 w 12192000"/>
              <a:gd name="connsiteY6" fmla="*/ 0 h 6857556"/>
              <a:gd name="connsiteX7" fmla="*/ 12192000 w 12192000"/>
              <a:gd name="connsiteY7" fmla="*/ 444 h 6857556"/>
              <a:gd name="connsiteX8" fmla="*/ 11867550 w 12192000"/>
              <a:gd name="connsiteY8" fmla="*/ 4015 h 6857556"/>
              <a:gd name="connsiteX9" fmla="*/ 7200902 w 12192000"/>
              <a:gd name="connsiteY9" fmla="*/ 2159000 h 6857556"/>
              <a:gd name="connsiteX10" fmla="*/ 5337672 w 12192000"/>
              <a:gd name="connsiteY10" fmla="*/ 6585644 h 6857556"/>
              <a:gd name="connsiteX11" fmla="*/ 5334507 w 12192000"/>
              <a:gd name="connsiteY11" fmla="*/ 6857556 h 6857556"/>
              <a:gd name="connsiteX12" fmla="*/ 0 w 12192000"/>
              <a:gd name="connsiteY12" fmla="*/ 6857556 h 6857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</a:cxnLst>
            <a:rect l="l" t="t" r="r" b="b"/>
            <a:pathLst>
              <a:path w="12192000" h="6857556">
                <a:moveTo>
                  <a:pt x="12192000" y="2782174"/>
                </a:moveTo>
                <a:lnTo>
                  <a:pt x="12192000" y="6857556"/>
                </a:lnTo>
                <a:lnTo>
                  <a:pt x="8111311" y="6857556"/>
                </a:lnTo>
                <a:lnTo>
                  <a:pt x="8113342" y="6733493"/>
                </a:lnTo>
                <a:cubicBezTo>
                  <a:pt x="8205095" y="4482559"/>
                  <a:pt x="9974251" y="2857766"/>
                  <a:pt x="12064704" y="2783524"/>
                </a:cubicBezTo>
                <a:close/>
                <a:moveTo>
                  <a:pt x="0" y="0"/>
                </a:moveTo>
                <a:lnTo>
                  <a:pt x="12192000" y="0"/>
                </a:lnTo>
                <a:lnTo>
                  <a:pt x="12192000" y="444"/>
                </a:lnTo>
                <a:lnTo>
                  <a:pt x="11867550" y="4015"/>
                </a:lnTo>
                <a:cubicBezTo>
                  <a:pt x="10051432" y="76082"/>
                  <a:pt x="8371914" y="919580"/>
                  <a:pt x="7200902" y="2159000"/>
                </a:cubicBezTo>
                <a:cubicBezTo>
                  <a:pt x="6035842" y="3386514"/>
                  <a:pt x="5395007" y="5006228"/>
                  <a:pt x="5337672" y="6585644"/>
                </a:cubicBezTo>
                <a:lnTo>
                  <a:pt x="5334507" y="6857556"/>
                </a:lnTo>
                <a:lnTo>
                  <a:pt x="0" y="6857556"/>
                </a:lnTo>
                <a:close/>
              </a:path>
            </a:pathLst>
          </a:custGeom>
          <a:solidFill>
            <a:schemeClr val="accent1"/>
          </a:solidFill>
          <a:ln w="317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CB20BB-49E5-8891-61BA-66B2BCA33FB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8625" y="4765675"/>
            <a:ext cx="3992904" cy="969963"/>
          </a:xfrm>
        </p:spPr>
        <p:txBody>
          <a:bodyPr wrap="none">
            <a:noAutofit/>
          </a:bodyPr>
          <a:lstStyle>
            <a:lvl1pPr marL="0" indent="0" algn="l">
              <a:spcAft>
                <a:spcPts val="0"/>
              </a:spcAft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Date</a:t>
            </a:r>
          </a:p>
        </p:txBody>
      </p:sp>
      <p:sp>
        <p:nvSpPr>
          <p:cNvPr id="10" name="Graphique 10">
            <a:extLst>
              <a:ext uri="{FF2B5EF4-FFF2-40B4-BE49-F238E27FC236}">
                <a16:creationId xmlns:a16="http://schemas.microsoft.com/office/drawing/2014/main" id="{3A263A05-DC23-2BC5-6913-CB3FFBC0F28B}"/>
              </a:ext>
            </a:extLst>
          </p:cNvPr>
          <p:cNvSpPr>
            <a:spLocks noChangeAspect="1"/>
          </p:cNvSpPr>
          <p:nvPr userDrawn="1"/>
        </p:nvSpPr>
        <p:spPr>
          <a:xfrm>
            <a:off x="9848292" y="5921363"/>
            <a:ext cx="1920640" cy="587312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</p:txBody>
      </p:sp>
      <p:sp>
        <p:nvSpPr>
          <p:cNvPr id="20" name="Picture Placeholder 19">
            <a:extLst>
              <a:ext uri="{FF2B5EF4-FFF2-40B4-BE49-F238E27FC236}">
                <a16:creationId xmlns:a16="http://schemas.microsoft.com/office/drawing/2014/main" id="{59D25A12-FD23-1EE4-997D-AE470B284A40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5327892" y="1"/>
            <a:ext cx="6864109" cy="6857556"/>
          </a:xfrm>
          <a:custGeom>
            <a:avLst/>
            <a:gdLst>
              <a:gd name="connsiteX0" fmla="*/ 6506104 w 6864109"/>
              <a:gd name="connsiteY0" fmla="*/ 0 h 6857556"/>
              <a:gd name="connsiteX1" fmla="*/ 6864109 w 6864109"/>
              <a:gd name="connsiteY1" fmla="*/ 0 h 6857556"/>
              <a:gd name="connsiteX2" fmla="*/ 6864109 w 6864109"/>
              <a:gd name="connsiteY2" fmla="*/ 2786711 h 6857556"/>
              <a:gd name="connsiteX3" fmla="*/ 6672538 w 6864109"/>
              <a:gd name="connsiteY3" fmla="*/ 2791014 h 6857556"/>
              <a:gd name="connsiteX4" fmla="*/ 2795144 w 6864109"/>
              <a:gd name="connsiteY4" fmla="*/ 6732301 h 6857556"/>
              <a:gd name="connsiteX5" fmla="*/ 2793538 w 6864109"/>
              <a:gd name="connsiteY5" fmla="*/ 6857556 h 6857556"/>
              <a:gd name="connsiteX6" fmla="*/ 0 w 6864109"/>
              <a:gd name="connsiteY6" fmla="*/ 6857556 h 6857556"/>
              <a:gd name="connsiteX7" fmla="*/ 3187 w 6864109"/>
              <a:gd name="connsiteY7" fmla="*/ 6583730 h 6857556"/>
              <a:gd name="connsiteX8" fmla="*/ 1867893 w 6864109"/>
              <a:gd name="connsiteY8" fmla="*/ 2154240 h 6857556"/>
              <a:gd name="connsiteX9" fmla="*/ 6199142 w 6864109"/>
              <a:gd name="connsiteY9" fmla="*/ 20346 h 685755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6864109" h="6857556">
                <a:moveTo>
                  <a:pt x="6506104" y="0"/>
                </a:moveTo>
                <a:lnTo>
                  <a:pt x="6864109" y="0"/>
                </a:lnTo>
                <a:lnTo>
                  <a:pt x="6864109" y="2786711"/>
                </a:lnTo>
                <a:lnTo>
                  <a:pt x="6672538" y="2791014"/>
                </a:lnTo>
                <a:cubicBezTo>
                  <a:pt x="4664767" y="2886626"/>
                  <a:pt x="2879590" y="4485245"/>
                  <a:pt x="2795144" y="6732301"/>
                </a:cubicBezTo>
                <a:lnTo>
                  <a:pt x="2793538" y="6857556"/>
                </a:lnTo>
                <a:lnTo>
                  <a:pt x="0" y="6857556"/>
                </a:lnTo>
                <a:lnTo>
                  <a:pt x="3187" y="6583730"/>
                </a:lnTo>
                <a:cubicBezTo>
                  <a:pt x="60566" y="5003298"/>
                  <a:pt x="701910" y="3382544"/>
                  <a:pt x="1867893" y="2154240"/>
                </a:cubicBezTo>
                <a:cubicBezTo>
                  <a:pt x="2966588" y="991538"/>
                  <a:pt x="4512566" y="177036"/>
                  <a:pt x="6199142" y="20346"/>
                </a:cubicBezTo>
                <a:close/>
              </a:path>
            </a:pathLst>
          </a:custGeom>
        </p:spPr>
        <p:txBody>
          <a:bodyPr wrap="square" tIns="0" rIns="457200" bIns="822960" anchor="ctr">
            <a:noAutofit/>
          </a:bodyPr>
          <a:lstStyle>
            <a:lvl1pPr marL="0" indent="0" algn="ctr">
              <a:buNone/>
              <a:defRPr>
                <a:solidFill>
                  <a:schemeClr val="accent3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52F7D6B2-EE4E-4665-E2C4-840D25A0F4C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1456679"/>
            <a:ext cx="6766560" cy="1844936"/>
          </a:xfrm>
        </p:spPr>
        <p:txBody>
          <a:bodyPr/>
          <a:lstStyle>
            <a:lvl1pPr marL="0" indent="0">
              <a:spcAft>
                <a:spcPts val="300"/>
              </a:spcAft>
              <a:buNone/>
              <a:defRPr sz="4400">
                <a:solidFill>
                  <a:schemeClr val="bg1"/>
                </a:solidFill>
                <a:latin typeface="+mj-lt"/>
              </a:defRPr>
            </a:lvl1pPr>
            <a:lvl2pPr marL="0" indent="0">
              <a:spcAft>
                <a:spcPts val="300"/>
              </a:spcAft>
              <a:buNone/>
              <a:defRPr sz="3200" baseline="0">
                <a:solidFill>
                  <a:schemeClr val="accent3"/>
                </a:solidFill>
                <a:latin typeface="+mj-lt"/>
              </a:defRPr>
            </a:lvl2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0409BEC4-8472-1816-CF1F-C95E785B77C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28625" y="2084535"/>
            <a:ext cx="6766560" cy="1217080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324605015"/>
      </p:ext>
    </p:extLst>
  </p:cSld>
  <p:clrMapOvr>
    <a:masterClrMapping/>
  </p:clrMapOvr>
</p:sldLayout>
</file>

<file path=ppt/slideLayouts/slideLayout13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Vertical image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010946F9-A12C-CB90-CCF3-90C32945A0F9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7394576" y="0"/>
            <a:ext cx="4797425" cy="6858000"/>
          </a:xfrm>
        </p:spPr>
        <p:txBody>
          <a:bodyPr tIns="914400" bIns="0" anchor="ctr"/>
          <a:lstStyle>
            <a:lvl1pPr marL="0" indent="0" algn="ctr">
              <a:buNone/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CB20BB-49E5-8891-61BA-66B2BCA33FB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8625" y="4765675"/>
            <a:ext cx="3992904" cy="969963"/>
          </a:xfrm>
        </p:spPr>
        <p:txBody>
          <a:bodyPr wrap="none">
            <a:noAutofit/>
          </a:bodyPr>
          <a:lstStyle>
            <a:lvl1pPr marL="0" indent="0" algn="l">
              <a:spcAft>
                <a:spcPts val="0"/>
              </a:spcAft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Date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9D1736C9-DFEF-1CD3-156D-B3EF8D8F9C4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3964320" y="3429000"/>
            <a:ext cx="3429000" cy="3429000"/>
          </a:xfrm>
          <a:prstGeom prst="rect">
            <a:avLst/>
          </a:prstGeom>
        </p:spPr>
      </p:pic>
      <p:sp>
        <p:nvSpPr>
          <p:cNvPr id="2" name="Text Placeholder 8">
            <a:extLst>
              <a:ext uri="{FF2B5EF4-FFF2-40B4-BE49-F238E27FC236}">
                <a16:creationId xmlns:a16="http://schemas.microsoft.com/office/drawing/2014/main" id="{8B6241CE-865A-661F-DA4D-EE0D822AE9F6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1456679"/>
            <a:ext cx="6766560" cy="1844936"/>
          </a:xfrm>
        </p:spPr>
        <p:txBody>
          <a:bodyPr/>
          <a:lstStyle>
            <a:lvl1pPr marL="0" indent="0">
              <a:spcAft>
                <a:spcPts val="300"/>
              </a:spcAft>
              <a:buNone/>
              <a:defRPr sz="4400">
                <a:solidFill>
                  <a:schemeClr val="bg1"/>
                </a:solidFill>
                <a:latin typeface="+mj-lt"/>
              </a:defRPr>
            </a:lvl1pPr>
            <a:lvl2pPr marL="0" indent="0">
              <a:spcAft>
                <a:spcPts val="300"/>
              </a:spcAft>
              <a:buNone/>
              <a:defRPr sz="3200" baseline="0">
                <a:solidFill>
                  <a:schemeClr val="accent3"/>
                </a:solidFill>
                <a:latin typeface="+mj-lt"/>
              </a:defRPr>
            </a:lvl2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12CC0C37-F1D4-4E77-52EE-26A935FAC58E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8625" y="2084535"/>
            <a:ext cx="6766560" cy="1217080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2"/>
                </a:solidFill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105145996"/>
      </p:ext>
    </p:extLst>
  </p:cSld>
  <p:clrMapOvr>
    <a:masterClrMapping/>
  </p:clrMapOvr>
</p:sldLayout>
</file>

<file path=ppt/slideLayouts/slideLayout13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tos/Client log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52CDB108-6598-0C55-80C9-43F0EA8BD0C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6588031" y="0"/>
            <a:ext cx="4884392" cy="4884392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708434B2-C000-651C-6DD8-76477D020A4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 b="59594"/>
          <a:stretch/>
        </p:blipFill>
        <p:spPr>
          <a:xfrm>
            <a:off x="1703639" y="4884394"/>
            <a:ext cx="4884392" cy="1973607"/>
          </a:xfrm>
          <a:prstGeom prst="rect">
            <a:avLst/>
          </a:prstGeom>
        </p:spPr>
      </p:pic>
      <p:sp>
        <p:nvSpPr>
          <p:cNvPr id="3" name="Subtitle 2">
            <a:extLst>
              <a:ext uri="{FF2B5EF4-FFF2-40B4-BE49-F238E27FC236}">
                <a16:creationId xmlns:a16="http://schemas.microsoft.com/office/drawing/2014/main" id="{08CB20BB-49E5-8891-61BA-66B2BCA33FBC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28625" y="4765675"/>
            <a:ext cx="3992904" cy="969963"/>
          </a:xfrm>
        </p:spPr>
        <p:txBody>
          <a:bodyPr wrap="none">
            <a:noAutofit/>
          </a:bodyPr>
          <a:lstStyle>
            <a:lvl1pPr marL="0" indent="0" algn="l">
              <a:spcAft>
                <a:spcPts val="0"/>
              </a:spcAft>
              <a:buNone/>
              <a:defRPr sz="1800">
                <a:solidFill>
                  <a:schemeClr val="bg1"/>
                </a:solidFill>
                <a:latin typeface="+mn-lt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Date</a:t>
            </a:r>
          </a:p>
        </p:txBody>
      </p:sp>
      <p:sp>
        <p:nvSpPr>
          <p:cNvPr id="2" name="Graphique 10">
            <a:extLst>
              <a:ext uri="{FF2B5EF4-FFF2-40B4-BE49-F238E27FC236}">
                <a16:creationId xmlns:a16="http://schemas.microsoft.com/office/drawing/2014/main" id="{B2E7093E-2B7F-A755-7B37-3A57C424446F}"/>
              </a:ext>
            </a:extLst>
          </p:cNvPr>
          <p:cNvSpPr>
            <a:spLocks noChangeAspect="1"/>
          </p:cNvSpPr>
          <p:nvPr userDrawn="1"/>
        </p:nvSpPr>
        <p:spPr>
          <a:xfrm>
            <a:off x="8202303" y="6024696"/>
            <a:ext cx="1582715" cy="483979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</p:txBody>
      </p:sp>
      <p:sp>
        <p:nvSpPr>
          <p:cNvPr id="4" name="Text Placeholder 8">
            <a:extLst>
              <a:ext uri="{FF2B5EF4-FFF2-40B4-BE49-F238E27FC236}">
                <a16:creationId xmlns:a16="http://schemas.microsoft.com/office/drawing/2014/main" id="{08422BA0-21A2-B4CA-F874-9091ABF95C4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1456679"/>
            <a:ext cx="6766560" cy="1844936"/>
          </a:xfrm>
        </p:spPr>
        <p:txBody>
          <a:bodyPr/>
          <a:lstStyle>
            <a:lvl1pPr marL="0" indent="0">
              <a:spcAft>
                <a:spcPts val="300"/>
              </a:spcAft>
              <a:buNone/>
              <a:defRPr sz="4400">
                <a:solidFill>
                  <a:schemeClr val="bg1"/>
                </a:solidFill>
                <a:latin typeface="+mj-lt"/>
              </a:defRPr>
            </a:lvl1pPr>
            <a:lvl2pPr marL="0" indent="0">
              <a:spcAft>
                <a:spcPts val="300"/>
              </a:spcAft>
              <a:buNone/>
              <a:defRPr sz="3200" baseline="0">
                <a:solidFill>
                  <a:schemeClr val="accent3"/>
                </a:solidFill>
                <a:latin typeface="+mj-lt"/>
              </a:defRPr>
            </a:lvl2pPr>
          </a:lstStyle>
          <a:p>
            <a:pPr lvl="0"/>
            <a:r>
              <a:rPr lang="en-US"/>
              <a:t>Presentation title</a:t>
            </a:r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27EA5B75-C3E3-CAF6-5A05-5856C9CAB6F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28625" y="2084535"/>
            <a:ext cx="6766560" cy="1217080"/>
          </a:xfrm>
        </p:spPr>
        <p:txBody>
          <a:bodyPr/>
          <a:lstStyle>
            <a:lvl1pPr marL="0" indent="0">
              <a:buNone/>
              <a:defRPr sz="32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Subtitle</a:t>
            </a:r>
          </a:p>
        </p:txBody>
      </p:sp>
    </p:spTree>
    <p:extLst>
      <p:ext uri="{BB962C8B-B14F-4D97-AF65-F5344CB8AC3E}">
        <p14:creationId xmlns:p14="http://schemas.microsoft.com/office/powerpoint/2010/main" val="2064946289"/>
      </p:ext>
    </p:extLst>
  </p:cSld>
  <p:clrMapOvr>
    <a:masterClrMapping/>
  </p:clrMapOvr>
</p:sldLayout>
</file>

<file path=ppt/slideLayouts/slideLayout1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raphic 13">
            <a:extLst>
              <a:ext uri="{FF2B5EF4-FFF2-40B4-BE49-F238E27FC236}">
                <a16:creationId xmlns:a16="http://schemas.microsoft.com/office/drawing/2014/main" id="{F2588EFC-544B-492D-10E8-E969C9B1A61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1117918" y="1285494"/>
            <a:ext cx="1545853" cy="1545853"/>
          </a:xfrm>
          <a:prstGeom prst="rect">
            <a:avLst/>
          </a:prstGeom>
        </p:spPr>
      </p:pic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EB2A93CD-4E60-C2E9-EE37-CFC445B9D36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2954745" y="1446367"/>
            <a:ext cx="343043" cy="369332"/>
          </a:xfrm>
        </p:spPr>
        <p:txBody>
          <a:bodyPr wrap="none">
            <a:spAutoFit/>
          </a:bodyPr>
          <a:lstStyle>
            <a:lvl1pPr marL="0" indent="0" algn="l"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16" name="Text Placeholder 6">
            <a:extLst>
              <a:ext uri="{FF2B5EF4-FFF2-40B4-BE49-F238E27FC236}">
                <a16:creationId xmlns:a16="http://schemas.microsoft.com/office/drawing/2014/main" id="{B6BFBFE4-3CDD-23F5-5639-8F25B2D89308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3674348" y="1446367"/>
            <a:ext cx="7521211" cy="822960"/>
          </a:xfrm>
        </p:spPr>
        <p:txBody>
          <a:bodyPr wrap="none">
            <a:noAutofit/>
          </a:bodyPr>
          <a:lstStyle>
            <a:lvl1pPr marL="0" indent="0">
              <a:spcAft>
                <a:spcPts val="0"/>
              </a:spcAft>
              <a:buNone/>
              <a:defRPr sz="24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Chapter title example</a:t>
            </a:r>
          </a:p>
        </p:txBody>
      </p:sp>
      <p:sp>
        <p:nvSpPr>
          <p:cNvPr id="17" name="Text Placeholder 6">
            <a:extLst>
              <a:ext uri="{FF2B5EF4-FFF2-40B4-BE49-F238E27FC236}">
                <a16:creationId xmlns:a16="http://schemas.microsoft.com/office/drawing/2014/main" id="{ED66C32D-F14A-D598-9CED-1AF6762A5E24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1502450" y="1446369"/>
            <a:ext cx="259686" cy="307777"/>
          </a:xfrm>
        </p:spPr>
        <p:txBody>
          <a:bodyPr wrap="none">
            <a:spAutoFit/>
          </a:bodyPr>
          <a:lstStyle>
            <a:lvl1pPr marL="0" indent="0" algn="r">
              <a:spcAft>
                <a:spcPts val="0"/>
              </a:spcAft>
              <a:buNone/>
              <a:defRPr sz="20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6">
            <a:extLst>
              <a:ext uri="{FF2B5EF4-FFF2-40B4-BE49-F238E27FC236}">
                <a16:creationId xmlns:a16="http://schemas.microsoft.com/office/drawing/2014/main" id="{FE67F222-8BC0-46DB-0488-4EFFFFE16455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2954746" y="2713570"/>
            <a:ext cx="343043" cy="369332"/>
          </a:xfrm>
        </p:spPr>
        <p:txBody>
          <a:bodyPr wrap="none">
            <a:spAutoFit/>
          </a:bodyPr>
          <a:lstStyle>
            <a:lvl1pPr marL="0" indent="0" algn="l"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22" name="Text Placeholder 6">
            <a:extLst>
              <a:ext uri="{FF2B5EF4-FFF2-40B4-BE49-F238E27FC236}">
                <a16:creationId xmlns:a16="http://schemas.microsoft.com/office/drawing/2014/main" id="{052699D8-D4CF-B3B4-D06A-47981000D2D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674348" y="2713569"/>
            <a:ext cx="7521211" cy="822960"/>
          </a:xfrm>
        </p:spPr>
        <p:txBody>
          <a:bodyPr wrap="none">
            <a:noAutofit/>
          </a:bodyPr>
          <a:lstStyle>
            <a:lvl1pPr marL="0" indent="0">
              <a:spcAft>
                <a:spcPts val="0"/>
              </a:spcAft>
              <a:buNone/>
              <a:defRPr sz="24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Chapter title example</a:t>
            </a:r>
          </a:p>
        </p:txBody>
      </p:sp>
      <p:sp>
        <p:nvSpPr>
          <p:cNvPr id="23" name="Text Placeholder 6">
            <a:extLst>
              <a:ext uri="{FF2B5EF4-FFF2-40B4-BE49-F238E27FC236}">
                <a16:creationId xmlns:a16="http://schemas.microsoft.com/office/drawing/2014/main" id="{411306F5-4519-15CD-866F-5F4A7FC4C90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1502450" y="2713570"/>
            <a:ext cx="259686" cy="307777"/>
          </a:xfrm>
        </p:spPr>
        <p:txBody>
          <a:bodyPr wrap="none">
            <a:spAutoFit/>
          </a:bodyPr>
          <a:lstStyle>
            <a:lvl1pPr marL="0" indent="0" algn="r">
              <a:spcAft>
                <a:spcPts val="0"/>
              </a:spcAft>
              <a:buNone/>
              <a:defRPr sz="20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6">
            <a:extLst>
              <a:ext uri="{FF2B5EF4-FFF2-40B4-BE49-F238E27FC236}">
                <a16:creationId xmlns:a16="http://schemas.microsoft.com/office/drawing/2014/main" id="{B9B68E34-011E-4CB0-CFE2-2D2A0AF2BCE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2954746" y="3980771"/>
            <a:ext cx="343043" cy="369332"/>
          </a:xfrm>
        </p:spPr>
        <p:txBody>
          <a:bodyPr wrap="none">
            <a:spAutoFit/>
          </a:bodyPr>
          <a:lstStyle>
            <a:lvl1pPr marL="0" indent="0" algn="l"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28" name="Text Placeholder 6">
            <a:extLst>
              <a:ext uri="{FF2B5EF4-FFF2-40B4-BE49-F238E27FC236}">
                <a16:creationId xmlns:a16="http://schemas.microsoft.com/office/drawing/2014/main" id="{03812F58-59AE-88D3-CF8A-79FDF44771A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674348" y="3980771"/>
            <a:ext cx="7521211" cy="822960"/>
          </a:xfrm>
        </p:spPr>
        <p:txBody>
          <a:bodyPr wrap="none">
            <a:noAutofit/>
          </a:bodyPr>
          <a:lstStyle>
            <a:lvl1pPr marL="0" indent="0">
              <a:spcAft>
                <a:spcPts val="0"/>
              </a:spcAft>
              <a:buNone/>
              <a:defRPr sz="24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Chapter title example</a:t>
            </a:r>
          </a:p>
        </p:txBody>
      </p:sp>
      <p:sp>
        <p:nvSpPr>
          <p:cNvPr id="29" name="Text Placeholder 6">
            <a:extLst>
              <a:ext uri="{FF2B5EF4-FFF2-40B4-BE49-F238E27FC236}">
                <a16:creationId xmlns:a16="http://schemas.microsoft.com/office/drawing/2014/main" id="{3AD46A4C-C28D-01F8-4B53-BCEDBF34EB6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1502450" y="3980773"/>
            <a:ext cx="259686" cy="307777"/>
          </a:xfrm>
        </p:spPr>
        <p:txBody>
          <a:bodyPr wrap="none">
            <a:spAutoFit/>
          </a:bodyPr>
          <a:lstStyle>
            <a:lvl1pPr marL="0" indent="0" algn="r">
              <a:spcAft>
                <a:spcPts val="0"/>
              </a:spcAft>
              <a:buNone/>
              <a:defRPr sz="20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10CF91A1-2C65-DDC3-7FB0-57869A82B88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54746" y="5247974"/>
            <a:ext cx="343043" cy="369332"/>
          </a:xfrm>
        </p:spPr>
        <p:txBody>
          <a:bodyPr wrap="none">
            <a:spAutoFit/>
          </a:bodyPr>
          <a:lstStyle>
            <a:lvl1pPr marL="0" indent="0" algn="l"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31" name="Text Placeholder 6">
            <a:extLst>
              <a:ext uri="{FF2B5EF4-FFF2-40B4-BE49-F238E27FC236}">
                <a16:creationId xmlns:a16="http://schemas.microsoft.com/office/drawing/2014/main" id="{2D5BC83D-861C-952F-D7CF-4FD8BE970170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674348" y="5247973"/>
            <a:ext cx="7521211" cy="822960"/>
          </a:xfrm>
        </p:spPr>
        <p:txBody>
          <a:bodyPr wrap="none">
            <a:noAutofit/>
          </a:bodyPr>
          <a:lstStyle>
            <a:lvl1pPr marL="0" indent="0">
              <a:spcAft>
                <a:spcPts val="0"/>
              </a:spcAft>
              <a:buNone/>
              <a:defRPr sz="24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Chapter title example</a:t>
            </a:r>
          </a:p>
        </p:txBody>
      </p:sp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43CF118A-3D43-543B-9127-40269BE2CD98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502450" y="5247974"/>
            <a:ext cx="259686" cy="307777"/>
          </a:xfrm>
        </p:spPr>
        <p:txBody>
          <a:bodyPr wrap="none">
            <a:spAutoFit/>
          </a:bodyPr>
          <a:lstStyle>
            <a:lvl1pPr marL="0" indent="0" algn="r">
              <a:spcAft>
                <a:spcPts val="0"/>
              </a:spcAft>
              <a:buNone/>
              <a:defRPr sz="20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2"/>
            <a:ext cx="11337925" cy="912315"/>
          </a:xfrm>
        </p:spPr>
        <p:txBody>
          <a:bodyPr/>
          <a:lstStyle>
            <a:lvl1pPr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/>
              <a:t>Contents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6BB2E32-37FB-AE7E-618C-B4D4A78DA9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5709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pPr defTabSz="914377"/>
            <a:fld id="{DAF489CC-3B7A-4DA5-A8C0-4984788D0EC5}" type="slidenum">
              <a:rPr lang="nl-NL" smtClean="0">
                <a:solidFill>
                  <a:srgbClr val="00005C"/>
                </a:solidFill>
              </a:rPr>
              <a:pPr defTabSz="914377"/>
              <a:t>‹#›</a:t>
            </a:fld>
            <a:endParaRPr lang="nl-NL">
              <a:solidFill>
                <a:srgbClr val="0000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582346"/>
      </p:ext>
    </p:extLst>
  </p:cSld>
  <p:clrMapOvr>
    <a:masterClrMapping/>
  </p:clrMapOvr>
</p:sldLayout>
</file>

<file path=ppt/slideLayouts/slideLayout1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Text Placeholder 6">
            <a:extLst>
              <a:ext uri="{FF2B5EF4-FFF2-40B4-BE49-F238E27FC236}">
                <a16:creationId xmlns:a16="http://schemas.microsoft.com/office/drawing/2014/main" id="{18B37BD5-791A-0193-487C-BEEC6BB6F004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1446367"/>
            <a:ext cx="343043" cy="369332"/>
          </a:xfrm>
        </p:spPr>
        <p:txBody>
          <a:bodyPr wrap="none">
            <a:spAutoFit/>
          </a:bodyPr>
          <a:lstStyle>
            <a:lvl1pPr marL="0" indent="0" algn="l"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23F6A275-BC27-3B00-D9D1-E346543A2FB2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148229" y="1446367"/>
            <a:ext cx="3887796" cy="822960"/>
          </a:xfrm>
        </p:spPr>
        <p:txBody>
          <a:bodyPr wrap="none">
            <a:noAutofit/>
          </a:bodyPr>
          <a:lstStyle>
            <a:lvl1pPr marL="0" indent="0">
              <a:spcAft>
                <a:spcPts val="0"/>
              </a:spcAft>
              <a:buNone/>
              <a:defRPr sz="24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Chapter title example</a:t>
            </a:r>
          </a:p>
        </p:txBody>
      </p:sp>
      <p:sp>
        <p:nvSpPr>
          <p:cNvPr id="34" name="Text Placeholder 6">
            <a:extLst>
              <a:ext uri="{FF2B5EF4-FFF2-40B4-BE49-F238E27FC236}">
                <a16:creationId xmlns:a16="http://schemas.microsoft.com/office/drawing/2014/main" id="{3279C207-498D-17DD-B90F-B38512192DB3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81018" y="1446369"/>
            <a:ext cx="259686" cy="307777"/>
          </a:xfrm>
        </p:spPr>
        <p:txBody>
          <a:bodyPr wrap="none">
            <a:spAutoFit/>
          </a:bodyPr>
          <a:lstStyle>
            <a:lvl1pPr marL="0" indent="0" algn="r">
              <a:spcAft>
                <a:spcPts val="0"/>
              </a:spcAft>
              <a:buNone/>
              <a:defRPr sz="20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5" name="Text Placeholder 6">
            <a:extLst>
              <a:ext uri="{FF2B5EF4-FFF2-40B4-BE49-F238E27FC236}">
                <a16:creationId xmlns:a16="http://schemas.microsoft.com/office/drawing/2014/main" id="{586FE53D-78C9-004C-93B6-44A7F0FF5D60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6551295" y="1446367"/>
            <a:ext cx="343043" cy="369332"/>
          </a:xfrm>
        </p:spPr>
        <p:txBody>
          <a:bodyPr wrap="none">
            <a:spAutoFit/>
          </a:bodyPr>
          <a:lstStyle>
            <a:lvl1pPr marL="0" indent="0" algn="l"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36" name="Text Placeholder 6">
            <a:extLst>
              <a:ext uri="{FF2B5EF4-FFF2-40B4-BE49-F238E27FC236}">
                <a16:creationId xmlns:a16="http://schemas.microsoft.com/office/drawing/2014/main" id="{7EB05BBA-7526-99C8-7D05-91D849B1F6B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7270899" y="1446367"/>
            <a:ext cx="3887796" cy="822960"/>
          </a:xfrm>
        </p:spPr>
        <p:txBody>
          <a:bodyPr wrap="none">
            <a:noAutofit/>
          </a:bodyPr>
          <a:lstStyle>
            <a:lvl1pPr marL="0" indent="0">
              <a:spcAft>
                <a:spcPts val="0"/>
              </a:spcAft>
              <a:buNone/>
              <a:defRPr sz="24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Chapter title example</a:t>
            </a:r>
          </a:p>
        </p:txBody>
      </p:sp>
      <p:sp>
        <p:nvSpPr>
          <p:cNvPr id="37" name="Text Placeholder 6">
            <a:extLst>
              <a:ext uri="{FF2B5EF4-FFF2-40B4-BE49-F238E27FC236}">
                <a16:creationId xmlns:a16="http://schemas.microsoft.com/office/drawing/2014/main" id="{8AB13470-BAB6-F2A8-2732-0C5D36BBC57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11502450" y="1446369"/>
            <a:ext cx="259686" cy="307777"/>
          </a:xfrm>
        </p:spPr>
        <p:txBody>
          <a:bodyPr wrap="none">
            <a:spAutoFit/>
          </a:bodyPr>
          <a:lstStyle>
            <a:lvl1pPr marL="0" indent="0" algn="r">
              <a:spcAft>
                <a:spcPts val="0"/>
              </a:spcAft>
              <a:buNone/>
              <a:defRPr sz="20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cxnSp>
        <p:nvCxnSpPr>
          <p:cNvPr id="38" name="Straight Connector 37">
            <a:extLst>
              <a:ext uri="{FF2B5EF4-FFF2-40B4-BE49-F238E27FC236}">
                <a16:creationId xmlns:a16="http://schemas.microsoft.com/office/drawing/2014/main" id="{0349E7EF-452F-CD72-A15B-A271646B001D}"/>
              </a:ext>
            </a:extLst>
          </p:cNvPr>
          <p:cNvCxnSpPr>
            <a:cxnSpLocks/>
          </p:cNvCxnSpPr>
          <p:nvPr userDrawn="1"/>
        </p:nvCxnSpPr>
        <p:spPr>
          <a:xfrm>
            <a:off x="6095999" y="1446369"/>
            <a:ext cx="0" cy="4630583"/>
          </a:xfrm>
          <a:prstGeom prst="line">
            <a:avLst/>
          </a:prstGeom>
          <a:ln>
            <a:solidFill>
              <a:schemeClr val="accent3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Text Placeholder 6">
            <a:extLst>
              <a:ext uri="{FF2B5EF4-FFF2-40B4-BE49-F238E27FC236}">
                <a16:creationId xmlns:a16="http://schemas.microsoft.com/office/drawing/2014/main" id="{6DB51E28-E53D-0053-3AD8-2812E52C638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28626" y="2713570"/>
            <a:ext cx="343043" cy="369332"/>
          </a:xfrm>
        </p:spPr>
        <p:txBody>
          <a:bodyPr wrap="none">
            <a:spAutoFit/>
          </a:bodyPr>
          <a:lstStyle>
            <a:lvl1pPr marL="0" indent="0" algn="l"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40" name="Text Placeholder 6">
            <a:extLst>
              <a:ext uri="{FF2B5EF4-FFF2-40B4-BE49-F238E27FC236}">
                <a16:creationId xmlns:a16="http://schemas.microsoft.com/office/drawing/2014/main" id="{BE435B8A-07EB-17F6-C38F-D2A5A5449B66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1148229" y="2713569"/>
            <a:ext cx="3887796" cy="822960"/>
          </a:xfrm>
        </p:spPr>
        <p:txBody>
          <a:bodyPr wrap="none">
            <a:noAutofit/>
          </a:bodyPr>
          <a:lstStyle>
            <a:lvl1pPr marL="0" indent="0">
              <a:spcAft>
                <a:spcPts val="0"/>
              </a:spcAft>
              <a:buNone/>
              <a:defRPr sz="24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Chapter title example</a:t>
            </a:r>
          </a:p>
        </p:txBody>
      </p:sp>
      <p:sp>
        <p:nvSpPr>
          <p:cNvPr id="41" name="Text Placeholder 6">
            <a:extLst>
              <a:ext uri="{FF2B5EF4-FFF2-40B4-BE49-F238E27FC236}">
                <a16:creationId xmlns:a16="http://schemas.microsoft.com/office/drawing/2014/main" id="{26830FF1-FEB7-EC55-1724-72AE49BC53FB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81018" y="2713570"/>
            <a:ext cx="259686" cy="307777"/>
          </a:xfrm>
        </p:spPr>
        <p:txBody>
          <a:bodyPr wrap="none">
            <a:spAutoFit/>
          </a:bodyPr>
          <a:lstStyle>
            <a:lvl1pPr marL="0" indent="0" algn="r">
              <a:spcAft>
                <a:spcPts val="0"/>
              </a:spcAft>
              <a:buNone/>
              <a:defRPr sz="20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2" name="Text Placeholder 6">
            <a:extLst>
              <a:ext uri="{FF2B5EF4-FFF2-40B4-BE49-F238E27FC236}">
                <a16:creationId xmlns:a16="http://schemas.microsoft.com/office/drawing/2014/main" id="{5394B629-64BE-B80F-4EEA-158893316F70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6551295" y="2713570"/>
            <a:ext cx="343043" cy="369332"/>
          </a:xfrm>
        </p:spPr>
        <p:txBody>
          <a:bodyPr wrap="none">
            <a:spAutoFit/>
          </a:bodyPr>
          <a:lstStyle>
            <a:lvl1pPr marL="0" indent="0" algn="l"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43" name="Text Placeholder 6">
            <a:extLst>
              <a:ext uri="{FF2B5EF4-FFF2-40B4-BE49-F238E27FC236}">
                <a16:creationId xmlns:a16="http://schemas.microsoft.com/office/drawing/2014/main" id="{88AE7531-DCA5-29FE-E8FE-698B7E3768B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270899" y="2713569"/>
            <a:ext cx="3887796" cy="822960"/>
          </a:xfrm>
        </p:spPr>
        <p:txBody>
          <a:bodyPr wrap="none">
            <a:noAutofit/>
          </a:bodyPr>
          <a:lstStyle>
            <a:lvl1pPr marL="0" indent="0">
              <a:spcAft>
                <a:spcPts val="0"/>
              </a:spcAft>
              <a:buNone/>
              <a:defRPr sz="24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Chapter title example</a:t>
            </a:r>
          </a:p>
        </p:txBody>
      </p:sp>
      <p:sp>
        <p:nvSpPr>
          <p:cNvPr id="44" name="Text Placeholder 6">
            <a:extLst>
              <a:ext uri="{FF2B5EF4-FFF2-40B4-BE49-F238E27FC236}">
                <a16:creationId xmlns:a16="http://schemas.microsoft.com/office/drawing/2014/main" id="{DB729796-EECE-4C7C-29A8-7E2BF39048E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11503688" y="2713570"/>
            <a:ext cx="259686" cy="307777"/>
          </a:xfrm>
        </p:spPr>
        <p:txBody>
          <a:bodyPr wrap="none">
            <a:spAutoFit/>
          </a:bodyPr>
          <a:lstStyle>
            <a:lvl1pPr marL="0" indent="0" algn="r">
              <a:spcAft>
                <a:spcPts val="0"/>
              </a:spcAft>
              <a:buNone/>
              <a:defRPr sz="20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5" name="Text Placeholder 6">
            <a:extLst>
              <a:ext uri="{FF2B5EF4-FFF2-40B4-BE49-F238E27FC236}">
                <a16:creationId xmlns:a16="http://schemas.microsoft.com/office/drawing/2014/main" id="{15FCEE1C-A580-91B5-A3D0-CF4A97C3A4A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8626" y="3980771"/>
            <a:ext cx="343043" cy="369332"/>
          </a:xfrm>
        </p:spPr>
        <p:txBody>
          <a:bodyPr wrap="none">
            <a:spAutoFit/>
          </a:bodyPr>
          <a:lstStyle>
            <a:lvl1pPr marL="0" indent="0" algn="l"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46" name="Text Placeholder 6">
            <a:extLst>
              <a:ext uri="{FF2B5EF4-FFF2-40B4-BE49-F238E27FC236}">
                <a16:creationId xmlns:a16="http://schemas.microsoft.com/office/drawing/2014/main" id="{0A2F1B9A-26DE-AA0C-25C7-52B6434222E4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148229" y="3980771"/>
            <a:ext cx="3887796" cy="822960"/>
          </a:xfrm>
        </p:spPr>
        <p:txBody>
          <a:bodyPr wrap="none">
            <a:noAutofit/>
          </a:bodyPr>
          <a:lstStyle>
            <a:lvl1pPr marL="0" indent="0">
              <a:spcAft>
                <a:spcPts val="0"/>
              </a:spcAft>
              <a:buNone/>
              <a:defRPr sz="24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Chapter title example</a:t>
            </a:r>
          </a:p>
        </p:txBody>
      </p:sp>
      <p:sp>
        <p:nvSpPr>
          <p:cNvPr id="47" name="Text Placeholder 6">
            <a:extLst>
              <a:ext uri="{FF2B5EF4-FFF2-40B4-BE49-F238E27FC236}">
                <a16:creationId xmlns:a16="http://schemas.microsoft.com/office/drawing/2014/main" id="{F2DEEA9B-1F67-6194-2396-F6FEB459FD21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5381018" y="3980773"/>
            <a:ext cx="259686" cy="307777"/>
          </a:xfrm>
        </p:spPr>
        <p:txBody>
          <a:bodyPr wrap="none">
            <a:spAutoFit/>
          </a:bodyPr>
          <a:lstStyle>
            <a:lvl1pPr marL="0" indent="0" algn="r">
              <a:spcAft>
                <a:spcPts val="0"/>
              </a:spcAft>
              <a:buNone/>
              <a:defRPr sz="20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6">
            <a:extLst>
              <a:ext uri="{FF2B5EF4-FFF2-40B4-BE49-F238E27FC236}">
                <a16:creationId xmlns:a16="http://schemas.microsoft.com/office/drawing/2014/main" id="{140EE3F8-6BD8-D3D2-27C4-179124F8F213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551295" y="3980771"/>
            <a:ext cx="343043" cy="369332"/>
          </a:xfrm>
        </p:spPr>
        <p:txBody>
          <a:bodyPr wrap="none">
            <a:spAutoFit/>
          </a:bodyPr>
          <a:lstStyle>
            <a:lvl1pPr marL="0" indent="0" algn="l"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07</a:t>
            </a:r>
          </a:p>
        </p:txBody>
      </p:sp>
      <p:sp>
        <p:nvSpPr>
          <p:cNvPr id="49" name="Text Placeholder 6">
            <a:extLst>
              <a:ext uri="{FF2B5EF4-FFF2-40B4-BE49-F238E27FC236}">
                <a16:creationId xmlns:a16="http://schemas.microsoft.com/office/drawing/2014/main" id="{17EFC69B-05A5-DA45-6DE3-6F3BF210BB2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7270899" y="3980771"/>
            <a:ext cx="3887796" cy="822960"/>
          </a:xfrm>
        </p:spPr>
        <p:txBody>
          <a:bodyPr wrap="none">
            <a:noAutofit/>
          </a:bodyPr>
          <a:lstStyle>
            <a:lvl1pPr marL="0" indent="0">
              <a:spcAft>
                <a:spcPts val="0"/>
              </a:spcAft>
              <a:buNone/>
              <a:defRPr sz="24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Chapter title example</a:t>
            </a:r>
          </a:p>
        </p:txBody>
      </p:sp>
      <p:sp>
        <p:nvSpPr>
          <p:cNvPr id="50" name="Text Placeholder 6">
            <a:extLst>
              <a:ext uri="{FF2B5EF4-FFF2-40B4-BE49-F238E27FC236}">
                <a16:creationId xmlns:a16="http://schemas.microsoft.com/office/drawing/2014/main" id="{1B387686-F5F7-EBFD-A4DF-37FA1AEC7490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11503688" y="3980773"/>
            <a:ext cx="259686" cy="307777"/>
          </a:xfrm>
        </p:spPr>
        <p:txBody>
          <a:bodyPr wrap="none">
            <a:spAutoFit/>
          </a:bodyPr>
          <a:lstStyle>
            <a:lvl1pPr marL="0" indent="0" algn="r">
              <a:spcAft>
                <a:spcPts val="0"/>
              </a:spcAft>
              <a:buNone/>
              <a:defRPr sz="20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1" name="Text Placeholder 6">
            <a:extLst>
              <a:ext uri="{FF2B5EF4-FFF2-40B4-BE49-F238E27FC236}">
                <a16:creationId xmlns:a16="http://schemas.microsoft.com/office/drawing/2014/main" id="{76880440-0A49-6AB8-EEC1-4347477D3BBC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28626" y="5247974"/>
            <a:ext cx="343043" cy="369332"/>
          </a:xfrm>
        </p:spPr>
        <p:txBody>
          <a:bodyPr wrap="none">
            <a:spAutoFit/>
          </a:bodyPr>
          <a:lstStyle>
            <a:lvl1pPr marL="0" indent="0" algn="l"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52" name="Text Placeholder 6">
            <a:extLst>
              <a:ext uri="{FF2B5EF4-FFF2-40B4-BE49-F238E27FC236}">
                <a16:creationId xmlns:a16="http://schemas.microsoft.com/office/drawing/2014/main" id="{CFA68B9E-875D-81DE-693C-BF981449BC0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1148229" y="5247973"/>
            <a:ext cx="3887796" cy="822960"/>
          </a:xfrm>
        </p:spPr>
        <p:txBody>
          <a:bodyPr wrap="none">
            <a:noAutofit/>
          </a:bodyPr>
          <a:lstStyle>
            <a:lvl1pPr marL="0" indent="0">
              <a:spcAft>
                <a:spcPts val="0"/>
              </a:spcAft>
              <a:buNone/>
              <a:defRPr sz="24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Chapter title example</a:t>
            </a:r>
          </a:p>
        </p:txBody>
      </p:sp>
      <p:sp>
        <p:nvSpPr>
          <p:cNvPr id="53" name="Text Placeholder 6">
            <a:extLst>
              <a:ext uri="{FF2B5EF4-FFF2-40B4-BE49-F238E27FC236}">
                <a16:creationId xmlns:a16="http://schemas.microsoft.com/office/drawing/2014/main" id="{1CBABAE4-81C5-0796-B9D8-DDD9482789AF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381018" y="5247974"/>
            <a:ext cx="259686" cy="307777"/>
          </a:xfrm>
        </p:spPr>
        <p:txBody>
          <a:bodyPr wrap="none">
            <a:spAutoFit/>
          </a:bodyPr>
          <a:lstStyle>
            <a:lvl1pPr marL="0" indent="0" algn="r">
              <a:spcAft>
                <a:spcPts val="0"/>
              </a:spcAft>
              <a:buNone/>
              <a:defRPr sz="20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4" name="Text Placeholder 6">
            <a:extLst>
              <a:ext uri="{FF2B5EF4-FFF2-40B4-BE49-F238E27FC236}">
                <a16:creationId xmlns:a16="http://schemas.microsoft.com/office/drawing/2014/main" id="{723CC8C0-5E99-3025-2C27-55E9300E457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51295" y="5247974"/>
            <a:ext cx="343043" cy="369332"/>
          </a:xfrm>
        </p:spPr>
        <p:txBody>
          <a:bodyPr wrap="none">
            <a:spAutoFit/>
          </a:bodyPr>
          <a:lstStyle>
            <a:lvl1pPr marL="0" indent="0" algn="l">
              <a:spcAft>
                <a:spcPts val="0"/>
              </a:spcAft>
              <a:buNone/>
              <a:defRPr sz="2400">
                <a:solidFill>
                  <a:schemeClr val="accent1"/>
                </a:solidFill>
                <a:latin typeface="+mj-lt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08</a:t>
            </a:r>
          </a:p>
        </p:txBody>
      </p:sp>
      <p:sp>
        <p:nvSpPr>
          <p:cNvPr id="55" name="Text Placeholder 6">
            <a:extLst>
              <a:ext uri="{FF2B5EF4-FFF2-40B4-BE49-F238E27FC236}">
                <a16:creationId xmlns:a16="http://schemas.microsoft.com/office/drawing/2014/main" id="{10706836-3306-B126-2D9A-BD6677D7A57B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270899" y="5247973"/>
            <a:ext cx="3887796" cy="822960"/>
          </a:xfrm>
        </p:spPr>
        <p:txBody>
          <a:bodyPr wrap="none">
            <a:noAutofit/>
          </a:bodyPr>
          <a:lstStyle>
            <a:lvl1pPr marL="0" indent="0">
              <a:spcAft>
                <a:spcPts val="0"/>
              </a:spcAft>
              <a:buNone/>
              <a:defRPr sz="24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Chapter title example</a:t>
            </a:r>
          </a:p>
        </p:txBody>
      </p:sp>
      <p:sp>
        <p:nvSpPr>
          <p:cNvPr id="56" name="Text Placeholder 6">
            <a:extLst>
              <a:ext uri="{FF2B5EF4-FFF2-40B4-BE49-F238E27FC236}">
                <a16:creationId xmlns:a16="http://schemas.microsoft.com/office/drawing/2014/main" id="{4689B250-01B1-6255-DD4D-745EBF92BCF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11502450" y="5247974"/>
            <a:ext cx="259686" cy="307777"/>
          </a:xfrm>
        </p:spPr>
        <p:txBody>
          <a:bodyPr wrap="none">
            <a:spAutoFit/>
          </a:bodyPr>
          <a:lstStyle>
            <a:lvl1pPr marL="0" indent="0" algn="r">
              <a:spcAft>
                <a:spcPts val="0"/>
              </a:spcAft>
              <a:buNone/>
              <a:defRPr sz="2000">
                <a:solidFill>
                  <a:schemeClr val="accent3"/>
                </a:solidFill>
                <a:latin typeface="Biennale Medium" panose="00000600000000000000" pitchFamily="2" charset="0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2"/>
            <a:ext cx="11337925" cy="912315"/>
          </a:xfrm>
        </p:spPr>
        <p:txBody>
          <a:bodyPr/>
          <a:lstStyle>
            <a:lvl1pPr>
              <a:defRPr sz="3600">
                <a:solidFill>
                  <a:schemeClr val="accent3"/>
                </a:solidFill>
              </a:defRPr>
            </a:lvl1pPr>
          </a:lstStyle>
          <a:p>
            <a:r>
              <a:rPr lang="en-US"/>
              <a:t>Contents</a:t>
            </a:r>
          </a:p>
        </p:txBody>
      </p:sp>
      <p:sp>
        <p:nvSpPr>
          <p:cNvPr id="30" name="Slide Number Placeholder 5">
            <a:extLst>
              <a:ext uri="{FF2B5EF4-FFF2-40B4-BE49-F238E27FC236}">
                <a16:creationId xmlns:a16="http://schemas.microsoft.com/office/drawing/2014/main" id="{73BB667A-B847-58CB-E129-3219597AE6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5709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pPr defTabSz="914377"/>
            <a:fld id="{DAF489CC-3B7A-4DA5-A8C0-4984788D0EC5}" type="slidenum">
              <a:rPr lang="nl-NL" smtClean="0">
                <a:solidFill>
                  <a:srgbClr val="00005C"/>
                </a:solidFill>
              </a:rPr>
              <a:pPr defTabSz="914377"/>
              <a:t>‹#›</a:t>
            </a:fld>
            <a:endParaRPr lang="nl-NL">
              <a:solidFill>
                <a:srgbClr val="0000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00075546"/>
      </p:ext>
    </p:extLst>
  </p:cSld>
  <p:clrMapOvr>
    <a:masterClrMapping/>
  </p:clrMapOvr>
</p:sldLayout>
</file>

<file path=ppt/slideLayouts/slideLayout1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2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954B3-5AD1-D4D0-8177-5CCD13F90ACB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6" y="709991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594" indent="0">
              <a:buNone/>
              <a:defRPr/>
            </a:lvl2pPr>
            <a:lvl3pPr marL="457189" indent="0">
              <a:buNone/>
              <a:defRPr/>
            </a:lvl3pPr>
            <a:lvl4pPr marL="685783" indent="0">
              <a:buNone/>
              <a:defRPr/>
            </a:lvl4pPr>
            <a:lvl5pPr marL="914377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E7BCF086-E0BB-3B67-3C11-E0716AC53D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5709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pPr defTabSz="914377"/>
            <a:fld id="{DAF489CC-3B7A-4DA5-A8C0-4984788D0EC5}" type="slidenum">
              <a:rPr lang="nl-NL" smtClean="0">
                <a:solidFill>
                  <a:srgbClr val="00005C"/>
                </a:solidFill>
              </a:rPr>
              <a:pPr defTabSz="914377"/>
              <a:t>‹#›</a:t>
            </a:fld>
            <a:endParaRPr lang="nl-NL">
              <a:solidFill>
                <a:srgbClr val="0000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68087378"/>
      </p:ext>
    </p:extLst>
  </p:cSld>
  <p:clrMapOvr>
    <a:masterClrMapping/>
  </p:clrMapOvr>
</p:sldLayout>
</file>

<file path=ppt/slideLayouts/slideLayout1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F3CABA1F-8D00-5959-2A0D-477B4EF70235}"/>
              </a:ext>
            </a:extLst>
          </p:cNvPr>
          <p:cNvGrpSpPr/>
          <p:nvPr userDrawn="1"/>
        </p:nvGrpSpPr>
        <p:grpSpPr>
          <a:xfrm>
            <a:off x="9222475" y="3888476"/>
            <a:ext cx="2969527" cy="2969525"/>
            <a:chOff x="9222475" y="3888475"/>
            <a:chExt cx="2969526" cy="2969525"/>
          </a:xfrm>
          <a:solidFill>
            <a:schemeClr val="accent1"/>
          </a:solidFill>
        </p:grpSpPr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3BE2DACD-A6E3-A318-9A8E-77CF05B0977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 flipH="1">
              <a:off x="10707238" y="3888475"/>
              <a:ext cx="1484763" cy="1484763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2BBDCAB2-6892-FE15-39FD-82F446E80D8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222475" y="5373237"/>
              <a:ext cx="1484763" cy="148476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2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954B3-5AD1-D4D0-8177-5CCD13F90ACB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6" y="709991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594" indent="0">
              <a:buNone/>
              <a:defRPr/>
            </a:lvl2pPr>
            <a:lvl3pPr marL="457189" indent="0">
              <a:buNone/>
              <a:defRPr/>
            </a:lvl3pPr>
            <a:lvl4pPr marL="685783" indent="0">
              <a:buNone/>
              <a:defRPr/>
            </a:lvl4pPr>
            <a:lvl5pPr marL="914377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DE734DA-A69E-9628-9005-8E3F6FFEB9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5709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pPr defTabSz="914377"/>
            <a:fld id="{DAF489CC-3B7A-4DA5-A8C0-4984788D0EC5}" type="slidenum">
              <a:rPr lang="nl-NL" smtClean="0">
                <a:solidFill>
                  <a:srgbClr val="00005C"/>
                </a:solidFill>
              </a:rPr>
              <a:pPr defTabSz="914377"/>
              <a:t>‹#›</a:t>
            </a:fld>
            <a:endParaRPr lang="nl-NL">
              <a:solidFill>
                <a:srgbClr val="0000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47440099"/>
      </p:ext>
    </p:extLst>
  </p:cSld>
  <p:clrMapOvr>
    <a:masterClrMapping/>
  </p:clrMapOvr>
</p:sldLayout>
</file>

<file path=ppt/slideLayouts/slideLayout1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B272B4DF-76DC-9537-2195-0E94F371120D}"/>
              </a:ext>
            </a:extLst>
          </p:cNvPr>
          <p:cNvGrpSpPr/>
          <p:nvPr userDrawn="1"/>
        </p:nvGrpSpPr>
        <p:grpSpPr>
          <a:xfrm>
            <a:off x="9222475" y="3888476"/>
            <a:ext cx="2969527" cy="2969525"/>
            <a:chOff x="9222475" y="3888475"/>
            <a:chExt cx="2969526" cy="2969525"/>
          </a:xfrm>
          <a:solidFill>
            <a:schemeClr val="accent5"/>
          </a:solidFill>
        </p:grpSpPr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3BE2DACD-A6E3-A318-9A8E-77CF05B0977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5400000" flipH="1">
              <a:off x="10707238" y="3888475"/>
              <a:ext cx="1484763" cy="1484763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2BBDCAB2-6892-FE15-39FD-82F446E80D81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9222475" y="5373237"/>
              <a:ext cx="1484763" cy="1484763"/>
            </a:xfrm>
            <a:prstGeom prst="rect">
              <a:avLst/>
            </a:prstGeom>
          </p:spPr>
        </p:pic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2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954B3-5AD1-D4D0-8177-5CCD13F90ACB}"/>
              </a:ext>
            </a:extLst>
          </p:cNvPr>
          <p:cNvSpPr>
            <a:spLocks noGrp="1"/>
          </p:cNvSpPr>
          <p:nvPr>
            <p:ph idx="1" hasCustomPrompt="1"/>
          </p:nvPr>
        </p:nvSpPr>
        <p:spPr/>
        <p:txBody>
          <a:bodyPr/>
          <a:lstStyle/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6" y="709991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594" indent="0">
              <a:buNone/>
              <a:defRPr/>
            </a:lvl2pPr>
            <a:lvl3pPr marL="457189" indent="0">
              <a:buNone/>
              <a:defRPr/>
            </a:lvl3pPr>
            <a:lvl4pPr marL="685783" indent="0">
              <a:buNone/>
              <a:defRPr/>
            </a:lvl4pPr>
            <a:lvl5pPr marL="914377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DE734DA-A69E-9628-9005-8E3F6FFEB9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5709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pPr defTabSz="914377"/>
            <a:fld id="{DAF489CC-3B7A-4DA5-A8C0-4984788D0EC5}" type="slidenum">
              <a:rPr lang="nl-NL" smtClean="0">
                <a:solidFill>
                  <a:srgbClr val="00005C"/>
                </a:solidFill>
              </a:rPr>
              <a:pPr defTabSz="914377"/>
              <a:t>‹#›</a:t>
            </a:fld>
            <a:endParaRPr lang="nl-NL">
              <a:solidFill>
                <a:srgbClr val="0000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87419578"/>
      </p:ext>
    </p:extLst>
  </p:cSld>
  <p:clrMapOvr>
    <a:masterClrMapping/>
  </p:clrMapOvr>
</p:sldLayout>
</file>

<file path=ppt/slideLayouts/slideLayout1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2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954B3-5AD1-D4D0-8177-5CCD13F90AC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84645" y="1446213"/>
            <a:ext cx="8381904" cy="4630737"/>
          </a:xfrm>
        </p:spPr>
        <p:txBody>
          <a:bodyPr/>
          <a:lstStyle/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6" y="709991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594" indent="0">
              <a:buNone/>
              <a:defRPr/>
            </a:lvl2pPr>
            <a:lvl3pPr marL="457189" indent="0">
              <a:buNone/>
              <a:defRPr/>
            </a:lvl3pPr>
            <a:lvl4pPr marL="685783" indent="0">
              <a:buNone/>
              <a:defRPr/>
            </a:lvl4pPr>
            <a:lvl5pPr marL="914377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DE734DA-A69E-9628-9005-8E3F6FFEB9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5709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pPr defTabSz="914377"/>
            <a:fld id="{DAF489CC-3B7A-4DA5-A8C0-4984788D0EC5}" type="slidenum">
              <a:rPr lang="nl-NL" smtClean="0">
                <a:solidFill>
                  <a:srgbClr val="00005C"/>
                </a:solidFill>
              </a:rPr>
              <a:pPr defTabSz="914377"/>
              <a:t>‹#›</a:t>
            </a:fld>
            <a:endParaRPr lang="nl-NL">
              <a:solidFill>
                <a:srgbClr val="00005C"/>
              </a:solidFill>
            </a:endParaRP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29B04704-D297-7EBA-4063-575F9A18AE97}"/>
              </a:ext>
            </a:extLst>
          </p:cNvPr>
          <p:cNvGrpSpPr/>
          <p:nvPr userDrawn="1"/>
        </p:nvGrpSpPr>
        <p:grpSpPr>
          <a:xfrm>
            <a:off x="-1" y="1454680"/>
            <a:ext cx="3226527" cy="4616811"/>
            <a:chOff x="-1" y="1454680"/>
            <a:chExt cx="3226526" cy="4616810"/>
          </a:xfrm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E2A83B14-DFD2-B90C-6387-CBF520E30DC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6200000" flipH="1">
              <a:off x="918119" y="1454679"/>
              <a:ext cx="2308406" cy="2308407"/>
            </a:xfrm>
            <a:prstGeom prst="rect">
              <a:avLst/>
            </a:prstGeom>
          </p:spPr>
        </p:pic>
        <p:pic>
          <p:nvPicPr>
            <p:cNvPr id="11" name="Graphic 10">
              <a:extLst>
                <a:ext uri="{FF2B5EF4-FFF2-40B4-BE49-F238E27FC236}">
                  <a16:creationId xmlns:a16="http://schemas.microsoft.com/office/drawing/2014/main" id="{6816DF95-FC03-CC86-B8D8-20652505E240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60227"/>
            <a:stretch/>
          </p:blipFill>
          <p:spPr>
            <a:xfrm rot="10800000">
              <a:off x="-1" y="3763084"/>
              <a:ext cx="918119" cy="23084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598309478"/>
      </p:ext>
    </p:extLst>
  </p:cSld>
  <p:clrMapOvr>
    <a:masterClrMapping/>
  </p:clrMapOvr>
</p:sldLayout>
</file>

<file path=ppt/slideLayouts/slideLayout1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2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954B3-5AD1-D4D0-8177-5CCD13F90AC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84645" y="1446213"/>
            <a:ext cx="8381904" cy="4630737"/>
          </a:xfrm>
        </p:spPr>
        <p:txBody>
          <a:bodyPr/>
          <a:lstStyle/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6" y="709991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594" indent="0">
              <a:buNone/>
              <a:defRPr/>
            </a:lvl2pPr>
            <a:lvl3pPr marL="457189" indent="0">
              <a:buNone/>
              <a:defRPr/>
            </a:lvl3pPr>
            <a:lvl4pPr marL="685783" indent="0">
              <a:buNone/>
              <a:defRPr/>
            </a:lvl4pPr>
            <a:lvl5pPr marL="914377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DE734DA-A69E-9628-9005-8E3F6FFEB9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5709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pPr defTabSz="914377"/>
            <a:fld id="{DAF489CC-3B7A-4DA5-A8C0-4984788D0EC5}" type="slidenum">
              <a:rPr lang="nl-NL" smtClean="0">
                <a:solidFill>
                  <a:srgbClr val="00005C"/>
                </a:solidFill>
              </a:rPr>
              <a:pPr defTabSz="914377"/>
              <a:t>‹#›</a:t>
            </a:fld>
            <a:endParaRPr lang="nl-NL">
              <a:solidFill>
                <a:srgbClr val="00005C"/>
              </a:solidFill>
            </a:endParaRP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06DE2F9-7CCD-3A2F-30CC-C7D24C868994}"/>
              </a:ext>
            </a:extLst>
          </p:cNvPr>
          <p:cNvGrpSpPr/>
          <p:nvPr userDrawn="1"/>
        </p:nvGrpSpPr>
        <p:grpSpPr>
          <a:xfrm>
            <a:off x="-1" y="1454680"/>
            <a:ext cx="3226527" cy="4616811"/>
            <a:chOff x="-1" y="1454680"/>
            <a:chExt cx="3226526" cy="4616810"/>
          </a:xfrm>
        </p:grpSpPr>
        <p:pic>
          <p:nvPicPr>
            <p:cNvPr id="10" name="Graphic 9">
              <a:extLst>
                <a:ext uri="{FF2B5EF4-FFF2-40B4-BE49-F238E27FC236}">
                  <a16:creationId xmlns:a16="http://schemas.microsoft.com/office/drawing/2014/main" id="{E2A83B14-DFD2-B90C-6387-CBF520E30DC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rot="16200000" flipH="1">
              <a:off x="918119" y="1454679"/>
              <a:ext cx="2308406" cy="2308407"/>
            </a:xfrm>
            <a:prstGeom prst="rect">
              <a:avLst/>
            </a:prstGeom>
          </p:spPr>
        </p:pic>
        <p:pic>
          <p:nvPicPr>
            <p:cNvPr id="4" name="Graphic 3">
              <a:extLst>
                <a:ext uri="{FF2B5EF4-FFF2-40B4-BE49-F238E27FC236}">
                  <a16:creationId xmlns:a16="http://schemas.microsoft.com/office/drawing/2014/main" id="{2628BD85-5B0A-7D0D-95ED-9672F51D74F6}"/>
                </a:ext>
              </a:extLst>
            </p:cNvPr>
            <p:cNvPicPr>
              <a:picLocks noChangeAspect="1"/>
            </p:cNvPicPr>
            <p:nvPr userDrawn="1"/>
          </p:nvPicPr>
          <p:blipFill rotWithShape="1"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rcRect r="60227"/>
            <a:stretch/>
          </p:blipFill>
          <p:spPr>
            <a:xfrm rot="10800000">
              <a:off x="-1" y="3763084"/>
              <a:ext cx="918119" cy="230840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1018265272"/>
      </p:ext>
    </p:extLst>
  </p:cSld>
  <p:clrMapOvr>
    <a:masterClrMapping/>
  </p:clrMapOvr>
</p:sldLayout>
</file>

<file path=ppt/slideLayouts/slideLayout1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2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954B3-5AD1-D4D0-8177-5CCD13F90AC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442951" y="1446213"/>
            <a:ext cx="9323600" cy="4630737"/>
          </a:xfrm>
        </p:spPr>
        <p:txBody>
          <a:bodyPr/>
          <a:lstStyle/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6" y="709991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594" indent="0">
              <a:buNone/>
              <a:defRPr/>
            </a:lvl2pPr>
            <a:lvl3pPr marL="457189" indent="0">
              <a:buNone/>
              <a:defRPr/>
            </a:lvl3pPr>
            <a:lvl4pPr marL="685783" indent="0">
              <a:buNone/>
              <a:defRPr/>
            </a:lvl4pPr>
            <a:lvl5pPr marL="914377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A81C286-D88F-FCF8-3B7F-C2AFE17B649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428625" y="1446214"/>
            <a:ext cx="1833351" cy="1833351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C708517-E931-5496-5E88-479ADB95C4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5709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pPr defTabSz="914377"/>
            <a:fld id="{DAF489CC-3B7A-4DA5-A8C0-4984788D0EC5}" type="slidenum">
              <a:rPr lang="nl-NL" smtClean="0">
                <a:solidFill>
                  <a:srgbClr val="00005C"/>
                </a:solidFill>
              </a:rPr>
              <a:pPr defTabSz="914377"/>
              <a:t>‹#›</a:t>
            </a:fld>
            <a:endParaRPr lang="nl-NL">
              <a:solidFill>
                <a:srgbClr val="0000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9067186"/>
      </p:ext>
    </p:extLst>
  </p:cSld>
  <p:clrMapOvr>
    <a:masterClrMapping/>
  </p:clrMapOvr>
</p:sldLayout>
</file>

<file path=ppt/slideLayouts/slideLayout1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2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954B3-5AD1-D4D0-8177-5CCD13F90AC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442951" y="1446213"/>
            <a:ext cx="9323600" cy="4630737"/>
          </a:xfrm>
        </p:spPr>
        <p:txBody>
          <a:bodyPr/>
          <a:lstStyle/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6" y="709991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594" indent="0">
              <a:buNone/>
              <a:defRPr/>
            </a:lvl2pPr>
            <a:lvl3pPr marL="457189" indent="0">
              <a:buNone/>
              <a:defRPr/>
            </a:lvl3pPr>
            <a:lvl4pPr marL="685783" indent="0">
              <a:buNone/>
              <a:defRPr/>
            </a:lvl4pPr>
            <a:lvl5pPr marL="914377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A81C286-D88F-FCF8-3B7F-C2AFE17B649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428625" y="1446214"/>
            <a:ext cx="1833351" cy="1833351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C708517-E931-5496-5E88-479ADB95C4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5709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pPr defTabSz="914377"/>
            <a:fld id="{DAF489CC-3B7A-4DA5-A8C0-4984788D0EC5}" type="slidenum">
              <a:rPr lang="nl-NL" smtClean="0">
                <a:solidFill>
                  <a:srgbClr val="00005C"/>
                </a:solidFill>
              </a:rPr>
              <a:pPr defTabSz="914377"/>
              <a:t>‹#›</a:t>
            </a:fld>
            <a:endParaRPr lang="nl-NL">
              <a:solidFill>
                <a:srgbClr val="0000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24563606"/>
      </p:ext>
    </p:extLst>
  </p:cSld>
  <p:clrMapOvr>
    <a:masterClrMapping/>
  </p:clrMapOvr>
</p:sldLayout>
</file>

<file path=ppt/slideLayouts/slideLayout1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2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954B3-5AD1-D4D0-8177-5CCD13F90AC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442951" y="1446213"/>
            <a:ext cx="9323600" cy="4630737"/>
          </a:xfrm>
        </p:spPr>
        <p:txBody>
          <a:bodyPr/>
          <a:lstStyle/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6" y="709991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594" indent="0">
              <a:buNone/>
              <a:defRPr/>
            </a:lvl2pPr>
            <a:lvl3pPr marL="457189" indent="0">
              <a:buNone/>
              <a:defRPr/>
            </a:lvl3pPr>
            <a:lvl4pPr marL="685783" indent="0">
              <a:buNone/>
              <a:defRPr/>
            </a:lvl4pPr>
            <a:lvl5pPr marL="914377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A81C286-D88F-FCF8-3B7F-C2AFE17B649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8625" y="4243599"/>
            <a:ext cx="1833351" cy="1833351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C708517-E931-5496-5E88-479ADB95C4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5709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pPr defTabSz="914377"/>
            <a:fld id="{DAF489CC-3B7A-4DA5-A8C0-4984788D0EC5}" type="slidenum">
              <a:rPr lang="nl-NL" smtClean="0">
                <a:solidFill>
                  <a:srgbClr val="00005C"/>
                </a:solidFill>
              </a:rPr>
              <a:pPr defTabSz="914377"/>
              <a:t>‹#›</a:t>
            </a:fld>
            <a:endParaRPr lang="nl-NL">
              <a:solidFill>
                <a:srgbClr val="0000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7332504"/>
      </p:ext>
    </p:extLst>
  </p:cSld>
  <p:clrMapOvr>
    <a:masterClrMapping/>
  </p:clrMapOvr>
</p:sldLayout>
</file>

<file path=ppt/slideLayouts/slideLayout1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2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954B3-5AD1-D4D0-8177-5CCD13F90AC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442951" y="1446213"/>
            <a:ext cx="9323600" cy="4630737"/>
          </a:xfrm>
        </p:spPr>
        <p:txBody>
          <a:bodyPr/>
          <a:lstStyle/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6" y="709991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594" indent="0">
              <a:buNone/>
              <a:defRPr/>
            </a:lvl2pPr>
            <a:lvl3pPr marL="457189" indent="0">
              <a:buNone/>
              <a:defRPr/>
            </a:lvl3pPr>
            <a:lvl4pPr marL="685783" indent="0">
              <a:buNone/>
              <a:defRPr/>
            </a:lvl4pPr>
            <a:lvl5pPr marL="914377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pic>
        <p:nvPicPr>
          <p:cNvPr id="6" name="Graphic 5">
            <a:extLst>
              <a:ext uri="{FF2B5EF4-FFF2-40B4-BE49-F238E27FC236}">
                <a16:creationId xmlns:a16="http://schemas.microsoft.com/office/drawing/2014/main" id="{FA81C286-D88F-FCF8-3B7F-C2AFE17B6495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8625" y="4243599"/>
            <a:ext cx="1833351" cy="1833351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C708517-E931-5496-5E88-479ADB95C4C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5709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pPr defTabSz="914377"/>
            <a:fld id="{DAF489CC-3B7A-4DA5-A8C0-4984788D0EC5}" type="slidenum">
              <a:rPr lang="nl-NL" smtClean="0">
                <a:solidFill>
                  <a:srgbClr val="00005C"/>
                </a:solidFill>
              </a:rPr>
              <a:pPr defTabSz="914377"/>
              <a:t>‹#›</a:t>
            </a:fld>
            <a:endParaRPr lang="nl-NL">
              <a:solidFill>
                <a:srgbClr val="0000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2672120"/>
      </p:ext>
    </p:extLst>
  </p:cSld>
  <p:clrMapOvr>
    <a:masterClrMapping/>
  </p:clrMapOvr>
</p:sldLayout>
</file>

<file path=ppt/slideLayouts/slideLayout1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74B83068-C3D7-CF06-D0DA-182E373A26E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8729570" y="-14068"/>
            <a:ext cx="3490567" cy="349056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2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954B3-5AD1-D4D0-8177-5CCD13F90AC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8624" y="1446213"/>
            <a:ext cx="8442421" cy="4630737"/>
          </a:xfrm>
        </p:spPr>
        <p:txBody>
          <a:bodyPr/>
          <a:lstStyle/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6" y="709991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594" indent="0">
              <a:buNone/>
              <a:defRPr/>
            </a:lvl2pPr>
            <a:lvl3pPr marL="457189" indent="0">
              <a:buNone/>
              <a:defRPr/>
            </a:lvl3pPr>
            <a:lvl4pPr marL="685783" indent="0">
              <a:buNone/>
              <a:defRPr/>
            </a:lvl4pPr>
            <a:lvl5pPr marL="914377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DE734DA-A69E-9628-9005-8E3F6FFEB9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5709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pPr defTabSz="914377"/>
            <a:fld id="{DAF489CC-3B7A-4DA5-A8C0-4984788D0EC5}" type="slidenum">
              <a:rPr lang="nl-NL" smtClean="0">
                <a:solidFill>
                  <a:srgbClr val="00005C"/>
                </a:solidFill>
              </a:rPr>
              <a:pPr defTabSz="914377"/>
              <a:t>‹#›</a:t>
            </a:fld>
            <a:endParaRPr lang="nl-NL">
              <a:solidFill>
                <a:srgbClr val="0000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87812553"/>
      </p:ext>
    </p:extLst>
  </p:cSld>
  <p:clrMapOvr>
    <a:masterClrMapping/>
  </p:clrMapOvr>
</p:sldLayout>
</file>

<file path=ppt/slideLayouts/slideLayout1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74B83068-C3D7-CF06-D0DA-182E373A26E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6200000">
            <a:off x="8729570" y="-14068"/>
            <a:ext cx="3490567" cy="3490567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2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954B3-5AD1-D4D0-8177-5CCD13F90AC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8624" y="1446213"/>
            <a:ext cx="8442421" cy="4630737"/>
          </a:xfrm>
        </p:spPr>
        <p:txBody>
          <a:bodyPr/>
          <a:lstStyle/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6" y="709991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594" indent="0">
              <a:buNone/>
              <a:defRPr/>
            </a:lvl2pPr>
            <a:lvl3pPr marL="457189" indent="0">
              <a:buNone/>
              <a:defRPr/>
            </a:lvl3pPr>
            <a:lvl4pPr marL="685783" indent="0">
              <a:buNone/>
              <a:defRPr/>
            </a:lvl4pPr>
            <a:lvl5pPr marL="914377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DE734DA-A69E-9628-9005-8E3F6FFEB9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5709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pPr defTabSz="914377"/>
            <a:fld id="{DAF489CC-3B7A-4DA5-A8C0-4984788D0EC5}" type="slidenum">
              <a:rPr lang="nl-NL" smtClean="0">
                <a:solidFill>
                  <a:srgbClr val="00005C"/>
                </a:solidFill>
              </a:rPr>
              <a:pPr defTabSz="914377"/>
              <a:t>‹#›</a:t>
            </a:fld>
            <a:endParaRPr lang="nl-NL">
              <a:solidFill>
                <a:srgbClr val="0000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1558883"/>
      </p:ext>
    </p:extLst>
  </p:cSld>
  <p:clrMapOvr>
    <a:masterClrMapping/>
  </p:clrMapOvr>
</p:sldLayout>
</file>

<file path=ppt/slideLayouts/slideLayout1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2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6" y="709991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594" indent="0">
              <a:buNone/>
              <a:defRPr/>
            </a:lvl2pPr>
            <a:lvl3pPr marL="457189" indent="0">
              <a:buNone/>
              <a:defRPr/>
            </a:lvl3pPr>
            <a:lvl4pPr marL="685783" indent="0">
              <a:buNone/>
              <a:defRPr/>
            </a:lvl4pPr>
            <a:lvl5pPr marL="914377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DE734DA-A69E-9628-9005-8E3F6FFEB9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5709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pPr defTabSz="914377"/>
            <a:fld id="{DAF489CC-3B7A-4DA5-A8C0-4984788D0EC5}" type="slidenum">
              <a:rPr lang="nl-NL" smtClean="0">
                <a:solidFill>
                  <a:srgbClr val="00005C"/>
                </a:solidFill>
              </a:rPr>
              <a:pPr defTabSz="914377"/>
              <a:t>‹#›</a:t>
            </a:fld>
            <a:endParaRPr lang="nl-NL">
              <a:solidFill>
                <a:srgbClr val="00005C"/>
              </a:solidFill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4AC1AE4-3636-2591-EBF8-5A2493285F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8625" y="1446213"/>
            <a:ext cx="2734491" cy="2734491"/>
          </a:xfrm>
          <a:prstGeom prst="rect">
            <a:avLst/>
          </a:prstGeom>
        </p:spPr>
      </p:pic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20DCCBCC-0DED-BBA7-B5AD-505C8112247A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97291" y="3084395"/>
            <a:ext cx="6680491" cy="2992555"/>
          </a:xfrm>
        </p:spPr>
        <p:txBody>
          <a:bodyPr/>
          <a:lstStyle/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22501D31-6936-420C-ACFF-982A91913057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9038049" y="3342781"/>
            <a:ext cx="2734491" cy="2734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9632214"/>
      </p:ext>
    </p:extLst>
  </p:cSld>
  <p:clrMapOvr>
    <a:masterClrMapping/>
  </p:clrMapOvr>
</p:sldLayout>
</file>

<file path=ppt/slideLayouts/slideLayout1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2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6" y="709991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594" indent="0">
              <a:buNone/>
              <a:defRPr/>
            </a:lvl2pPr>
            <a:lvl3pPr marL="457189" indent="0">
              <a:buNone/>
              <a:defRPr/>
            </a:lvl3pPr>
            <a:lvl4pPr marL="685783" indent="0">
              <a:buNone/>
              <a:defRPr/>
            </a:lvl4pPr>
            <a:lvl5pPr marL="914377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DE734DA-A69E-9628-9005-8E3F6FFEB9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5709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pPr defTabSz="914377"/>
            <a:fld id="{DAF489CC-3B7A-4DA5-A8C0-4984788D0EC5}" type="slidenum">
              <a:rPr lang="nl-NL" smtClean="0">
                <a:solidFill>
                  <a:srgbClr val="00005C"/>
                </a:solidFill>
              </a:rPr>
              <a:pPr defTabSz="914377"/>
              <a:t>‹#›</a:t>
            </a:fld>
            <a:endParaRPr lang="nl-NL">
              <a:solidFill>
                <a:srgbClr val="00005C"/>
              </a:solidFill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4AC1AE4-3636-2591-EBF8-5A2493285FC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428625" y="1446213"/>
            <a:ext cx="2734491" cy="2734491"/>
          </a:xfrm>
          <a:prstGeom prst="rect">
            <a:avLst/>
          </a:prstGeom>
        </p:spPr>
      </p:pic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34C140E5-1388-5E36-E11F-27CD332D6D48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97291" y="3084395"/>
            <a:ext cx="6680491" cy="2992555"/>
          </a:xfrm>
        </p:spPr>
        <p:txBody>
          <a:bodyPr/>
          <a:lstStyle/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7CD25A46-D852-06A3-C070-0D7F9D2DFDF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0800000">
            <a:off x="9038049" y="3342781"/>
            <a:ext cx="2734491" cy="2734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979261"/>
      </p:ext>
    </p:extLst>
  </p:cSld>
  <p:clrMapOvr>
    <a:masterClrMapping/>
  </p:clrMapOvr>
</p:sldLayout>
</file>

<file path=ppt/slideLayouts/slideLayout1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2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954B3-5AD1-D4D0-8177-5CCD13F90AC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2197291" y="3084395"/>
            <a:ext cx="6680491" cy="2992555"/>
          </a:xfrm>
        </p:spPr>
        <p:txBody>
          <a:bodyPr/>
          <a:lstStyle/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6" y="709991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594" indent="0">
              <a:buNone/>
              <a:defRPr/>
            </a:lvl2pPr>
            <a:lvl3pPr marL="457189" indent="0">
              <a:buNone/>
              <a:defRPr/>
            </a:lvl3pPr>
            <a:lvl4pPr marL="685783" indent="0">
              <a:buNone/>
              <a:defRPr/>
            </a:lvl4pPr>
            <a:lvl5pPr marL="914377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BDE734DA-A69E-9628-9005-8E3F6FFEB9D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5709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pPr defTabSz="914377"/>
            <a:fld id="{DAF489CC-3B7A-4DA5-A8C0-4984788D0EC5}" type="slidenum">
              <a:rPr lang="nl-NL" smtClean="0">
                <a:solidFill>
                  <a:srgbClr val="00005C"/>
                </a:solidFill>
              </a:rPr>
              <a:pPr defTabSz="914377"/>
              <a:t>‹#›</a:t>
            </a:fld>
            <a:endParaRPr lang="nl-NL">
              <a:solidFill>
                <a:srgbClr val="00005C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DF69ABC1-670A-EF0D-7C56-BD06F9D02512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10800000">
            <a:off x="9038049" y="3342781"/>
            <a:ext cx="2734491" cy="2734491"/>
          </a:xfrm>
          <a:prstGeom prst="rect">
            <a:avLst/>
          </a:prstGeom>
        </p:spPr>
      </p:pic>
      <p:pic>
        <p:nvPicPr>
          <p:cNvPr id="7" name="Graphic 6">
            <a:extLst>
              <a:ext uri="{FF2B5EF4-FFF2-40B4-BE49-F238E27FC236}">
                <a16:creationId xmlns:a16="http://schemas.microsoft.com/office/drawing/2014/main" id="{64AC1AE4-3636-2591-EBF8-5A2493285FC6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28625" y="1446213"/>
            <a:ext cx="2734491" cy="27344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670692"/>
      </p:ext>
    </p:extLst>
  </p:cSld>
  <p:clrMapOvr>
    <a:masterClrMapping/>
  </p:clrMapOvr>
</p:sldLayout>
</file>

<file path=ppt/slideLayouts/slideLayout1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2"/>
            <a:ext cx="11337925" cy="912315"/>
          </a:xfrm>
        </p:spPr>
        <p:txBody>
          <a:bodyPr/>
          <a:lstStyle>
            <a:lvl1pPr>
              <a:lnSpc>
                <a:spcPct val="100000"/>
              </a:lnSpc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F0FEDF7D-16CB-CED7-A7AF-90CBDF7D67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6" y="709991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594" indent="0">
              <a:buNone/>
              <a:defRPr/>
            </a:lvl2pPr>
            <a:lvl3pPr marL="457189" indent="0">
              <a:buNone/>
              <a:defRPr/>
            </a:lvl3pPr>
            <a:lvl4pPr marL="685783" indent="0">
              <a:buNone/>
              <a:defRPr/>
            </a:lvl4pPr>
            <a:lvl5pPr marL="914377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35715C9-752F-27C5-8AC2-5672C84C612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5709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pPr defTabSz="914377"/>
            <a:fld id="{DAF489CC-3B7A-4DA5-A8C0-4984788D0EC5}" type="slidenum">
              <a:rPr lang="nl-NL" smtClean="0">
                <a:solidFill>
                  <a:srgbClr val="00005C"/>
                </a:solidFill>
              </a:rPr>
              <a:pPr defTabSz="914377"/>
              <a:t>‹#›</a:t>
            </a:fld>
            <a:endParaRPr lang="nl-NL">
              <a:solidFill>
                <a:srgbClr val="0000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18090441"/>
      </p:ext>
    </p:extLst>
  </p:cSld>
  <p:clrMapOvr>
    <a:masterClrMapping/>
  </p:clrMapOvr>
</p:sldLayout>
</file>

<file path=ppt/slideLayouts/slideLayout1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ithout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B371D70F-68B5-DD4A-6E9F-DB676EF7BC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5709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pPr defTabSz="914377"/>
            <a:fld id="{DAF489CC-3B7A-4DA5-A8C0-4984788D0EC5}" type="slidenum">
              <a:rPr lang="nl-NL" smtClean="0">
                <a:solidFill>
                  <a:srgbClr val="00005C"/>
                </a:solidFill>
              </a:rPr>
              <a:pPr defTabSz="914377"/>
              <a:t>‹#›</a:t>
            </a:fld>
            <a:endParaRPr lang="nl-NL">
              <a:solidFill>
                <a:srgbClr val="0000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86248687"/>
      </p:ext>
    </p:extLst>
  </p:cSld>
  <p:clrMapOvr>
    <a:masterClrMapping/>
  </p:clrMapOvr>
</p:sldLayout>
</file>

<file path=ppt/slideLayouts/slideLayout15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46788503"/>
      </p:ext>
    </p:extLst>
  </p:cSld>
  <p:clrMapOvr>
    <a:masterClrMapping/>
  </p:clrMapOvr>
</p:sldLayout>
</file>

<file path=ppt/slideLayouts/slideLayout1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Graphic 5">
            <a:extLst>
              <a:ext uri="{FF2B5EF4-FFF2-40B4-BE49-F238E27FC236}">
                <a16:creationId xmlns:a16="http://schemas.microsoft.com/office/drawing/2014/main" id="{048785D0-F5D7-C2BD-C6A9-98DBFBDFE1F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10822330" y="2"/>
            <a:ext cx="1369671" cy="136967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2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6" y="709991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594" indent="0">
              <a:buNone/>
              <a:defRPr/>
            </a:lvl2pPr>
            <a:lvl3pPr marL="457189" indent="0">
              <a:buNone/>
              <a:defRPr/>
            </a:lvl3pPr>
            <a:lvl4pPr marL="685783" indent="0">
              <a:buNone/>
              <a:defRPr/>
            </a:lvl4pPr>
            <a:lvl5pPr marL="914377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F147462-057A-33BF-49DA-06F92A497B00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428624" y="1446213"/>
            <a:ext cx="5486400" cy="4630737"/>
          </a:xfrm>
        </p:spPr>
        <p:txBody>
          <a:bodyPr/>
          <a:lstStyle/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8CFF56-6AFF-6C92-CD2B-06029528C196}"/>
              </a:ext>
            </a:extLst>
          </p:cNvPr>
          <p:cNvSpPr>
            <a:spLocks noGrp="1"/>
          </p:cNvSpPr>
          <p:nvPr>
            <p:ph idx="11" hasCustomPrompt="1"/>
          </p:nvPr>
        </p:nvSpPr>
        <p:spPr>
          <a:xfrm>
            <a:off x="6280151" y="1446213"/>
            <a:ext cx="5486400" cy="4630737"/>
          </a:xfrm>
        </p:spPr>
        <p:txBody>
          <a:bodyPr/>
          <a:lstStyle/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1E0EAC6A-A6C2-66A3-C8C0-3F5ABACF7D2C}"/>
              </a:ext>
            </a:extLst>
          </p:cNvPr>
          <p:cNvCxnSpPr>
            <a:cxnSpLocks/>
          </p:cNvCxnSpPr>
          <p:nvPr userDrawn="1"/>
        </p:nvCxnSpPr>
        <p:spPr>
          <a:xfrm>
            <a:off x="6097587" y="1446214"/>
            <a:ext cx="0" cy="463073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DD5FC312-F0E9-0D35-0A90-49621D9279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5709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pPr defTabSz="914377"/>
            <a:fld id="{DAF489CC-3B7A-4DA5-A8C0-4984788D0EC5}" type="slidenum">
              <a:rPr lang="nl-NL" smtClean="0">
                <a:solidFill>
                  <a:srgbClr val="00005C"/>
                </a:solidFill>
              </a:rPr>
              <a:pPr defTabSz="914377"/>
              <a:t>‹#›</a:t>
            </a:fld>
            <a:endParaRPr lang="nl-NL">
              <a:solidFill>
                <a:srgbClr val="0000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91301867"/>
      </p:ext>
    </p:extLst>
  </p:cSld>
  <p:clrMapOvr>
    <a:masterClrMapping/>
  </p:clrMapOvr>
</p:sldLayout>
</file>

<file path=ppt/slideLayouts/slideLayout1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2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6" y="709991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594" indent="0">
              <a:buNone/>
              <a:defRPr/>
            </a:lvl2pPr>
            <a:lvl3pPr marL="457189" indent="0">
              <a:buNone/>
              <a:defRPr/>
            </a:lvl3pPr>
            <a:lvl4pPr marL="685783" indent="0">
              <a:buNone/>
              <a:defRPr/>
            </a:lvl4pPr>
            <a:lvl5pPr marL="914377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2387BA6D-A7AE-3F35-E292-AB3A29B1709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8624" y="1446213"/>
            <a:ext cx="3566160" cy="4630737"/>
          </a:xfrm>
        </p:spPr>
        <p:txBody>
          <a:bodyPr lIns="0" tIns="0" rIns="0" bIns="0"/>
          <a:lstStyle/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53EC500C-DC96-24C1-FB6D-38F10FFA079E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312920" y="1446213"/>
            <a:ext cx="3566160" cy="4630737"/>
          </a:xfrm>
        </p:spPr>
        <p:txBody>
          <a:bodyPr lIns="0" tIns="0" rIns="0" bIns="0"/>
          <a:lstStyle/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4B8D4FE2-3660-5569-5772-F7846E85E0E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8197215" y="1446213"/>
            <a:ext cx="3566160" cy="4630737"/>
          </a:xfrm>
        </p:spPr>
        <p:txBody>
          <a:bodyPr lIns="0" tIns="0" rIns="0" bIns="0"/>
          <a:lstStyle/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F8A737D2-6B87-DFC3-DA84-6860E12B811E}"/>
              </a:ext>
            </a:extLst>
          </p:cNvPr>
          <p:cNvCxnSpPr>
            <a:cxnSpLocks/>
          </p:cNvCxnSpPr>
          <p:nvPr userDrawn="1"/>
        </p:nvCxnSpPr>
        <p:spPr>
          <a:xfrm>
            <a:off x="4153852" y="1446214"/>
            <a:ext cx="0" cy="463073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05432266-537A-E53F-5875-D324F4DFC0A5}"/>
              </a:ext>
            </a:extLst>
          </p:cNvPr>
          <p:cNvCxnSpPr>
            <a:cxnSpLocks/>
          </p:cNvCxnSpPr>
          <p:nvPr userDrawn="1"/>
        </p:nvCxnSpPr>
        <p:spPr>
          <a:xfrm>
            <a:off x="8038148" y="1446214"/>
            <a:ext cx="0" cy="463073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30C074-8F33-E5B3-9A55-D11D3E78E9B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5709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pPr defTabSz="914377"/>
            <a:fld id="{DAF489CC-3B7A-4DA5-A8C0-4984788D0EC5}" type="slidenum">
              <a:rPr lang="nl-NL" smtClean="0">
                <a:solidFill>
                  <a:srgbClr val="00005C"/>
                </a:solidFill>
              </a:rPr>
              <a:pPr defTabSz="914377"/>
              <a:t>‹#›</a:t>
            </a:fld>
            <a:endParaRPr lang="nl-NL">
              <a:solidFill>
                <a:srgbClr val="0000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09171080"/>
      </p:ext>
    </p:extLst>
  </p:cSld>
  <p:clrMapOvr>
    <a:masterClrMapping/>
  </p:clrMapOvr>
</p:sldLayout>
</file>

<file path=ppt/slideLayouts/slideLayout1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2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6" y="709991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594" indent="0">
              <a:buNone/>
              <a:defRPr/>
            </a:lvl2pPr>
            <a:lvl3pPr marL="457189" indent="0">
              <a:buNone/>
              <a:defRPr/>
            </a:lvl3pPr>
            <a:lvl4pPr marL="685783" indent="0">
              <a:buNone/>
              <a:defRPr/>
            </a:lvl4pPr>
            <a:lvl5pPr marL="914377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9890119-6112-A65C-5D5F-826D3A8F06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8624" y="1994855"/>
            <a:ext cx="5486400" cy="4082096"/>
          </a:xfrm>
        </p:spPr>
        <p:txBody>
          <a:bodyPr lIns="0" tIns="73152" rIns="91440" bIns="4572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12B314BB-47D3-B217-085B-FF4087FD57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280151" y="1994855"/>
            <a:ext cx="5486400" cy="4082096"/>
          </a:xfrm>
        </p:spPr>
        <p:txBody>
          <a:bodyPr lIns="0" tIns="73152" rIns="91440" bIns="4572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cxnSp>
        <p:nvCxnSpPr>
          <p:cNvPr id="24" name="Straight Connector 23">
            <a:extLst>
              <a:ext uri="{FF2B5EF4-FFF2-40B4-BE49-F238E27FC236}">
                <a16:creationId xmlns:a16="http://schemas.microsoft.com/office/drawing/2014/main" id="{211BA7B0-5B3E-37FB-ABC1-62CDDC761C13}"/>
              </a:ext>
            </a:extLst>
          </p:cNvPr>
          <p:cNvCxnSpPr>
            <a:cxnSpLocks/>
          </p:cNvCxnSpPr>
          <p:nvPr userDrawn="1"/>
        </p:nvCxnSpPr>
        <p:spPr>
          <a:xfrm>
            <a:off x="6097587" y="1446214"/>
            <a:ext cx="0" cy="463073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AC80D85C-7F74-EF15-F42E-B26573598E05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8624" y="1446213"/>
            <a:ext cx="5486400" cy="548640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0D33B2D-3680-CFA8-4922-DC944983F91C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80151" y="1446213"/>
            <a:ext cx="5486400" cy="548640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1C26462A-B24E-6496-B1DF-273A6106E18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5709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pPr defTabSz="914377"/>
            <a:fld id="{DAF489CC-3B7A-4DA5-A8C0-4984788D0EC5}" type="slidenum">
              <a:rPr lang="nl-NL" smtClean="0">
                <a:solidFill>
                  <a:srgbClr val="00005C"/>
                </a:solidFill>
              </a:rPr>
              <a:pPr defTabSz="914377"/>
              <a:t>‹#›</a:t>
            </a:fld>
            <a:endParaRPr lang="nl-NL">
              <a:solidFill>
                <a:srgbClr val="0000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20017786"/>
      </p:ext>
    </p:extLst>
  </p:cSld>
  <p:clrMapOvr>
    <a:masterClrMapping/>
  </p:clrMapOvr>
</p:sldLayout>
</file>

<file path=ppt/slideLayouts/slideLayout1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2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6" y="709991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594" indent="0">
              <a:buNone/>
              <a:defRPr/>
            </a:lvl2pPr>
            <a:lvl3pPr marL="457189" indent="0">
              <a:buNone/>
              <a:defRPr/>
            </a:lvl3pPr>
            <a:lvl4pPr marL="685783" indent="0">
              <a:buNone/>
              <a:defRPr/>
            </a:lvl4pPr>
            <a:lvl5pPr marL="914377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9890119-6112-A65C-5D5F-826D3A8F06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8624" y="1994855"/>
            <a:ext cx="3566160" cy="4082096"/>
          </a:xfrm>
        </p:spPr>
        <p:txBody>
          <a:bodyPr lIns="0" tIns="73152" rIns="91440" bIns="4572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12B314BB-47D3-B217-085B-FF4087FD57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318707" y="1994855"/>
            <a:ext cx="3566160" cy="4082096"/>
          </a:xfrm>
        </p:spPr>
        <p:txBody>
          <a:bodyPr lIns="0" tIns="73152" rIns="91440" bIns="4572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56A08DAB-4054-6D4C-0D9A-23E95A1C1CD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08791" y="1994855"/>
            <a:ext cx="3566160" cy="4082096"/>
          </a:xfrm>
        </p:spPr>
        <p:txBody>
          <a:bodyPr lIns="0" tIns="73152" rIns="91440" bIns="4572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99E64B-3AEF-5121-CC02-A5BF0E2C2E35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4318707" y="1446213"/>
            <a:ext cx="3566160" cy="548640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7F70AEA1-0FFB-C5AB-EE1A-EBC0EB80289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208791" y="1446213"/>
            <a:ext cx="3566160" cy="548640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F7CC7CBF-5CAC-89DF-85B0-F8F79253431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8624" y="1446213"/>
            <a:ext cx="3566160" cy="548640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8055F457-6C59-9205-5BC8-37A6E312F763}"/>
              </a:ext>
            </a:extLst>
          </p:cNvPr>
          <p:cNvCxnSpPr>
            <a:cxnSpLocks/>
          </p:cNvCxnSpPr>
          <p:nvPr userDrawn="1"/>
        </p:nvCxnSpPr>
        <p:spPr>
          <a:xfrm>
            <a:off x="4153852" y="1446214"/>
            <a:ext cx="0" cy="463073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28317E02-C121-6BA0-DE8E-02D7575D7C7C}"/>
              </a:ext>
            </a:extLst>
          </p:cNvPr>
          <p:cNvCxnSpPr>
            <a:cxnSpLocks/>
          </p:cNvCxnSpPr>
          <p:nvPr userDrawn="1"/>
        </p:nvCxnSpPr>
        <p:spPr>
          <a:xfrm>
            <a:off x="8046829" y="1446214"/>
            <a:ext cx="0" cy="463073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6B26CC1-EC68-EFF1-594A-E7D62DC165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5709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pPr defTabSz="914377"/>
            <a:fld id="{DAF489CC-3B7A-4DA5-A8C0-4984788D0EC5}" type="slidenum">
              <a:rPr lang="nl-NL" smtClean="0">
                <a:solidFill>
                  <a:srgbClr val="00005C"/>
                </a:solidFill>
              </a:rPr>
              <a:pPr defTabSz="914377"/>
              <a:t>‹#›</a:t>
            </a:fld>
            <a:endParaRPr lang="nl-NL">
              <a:solidFill>
                <a:srgbClr val="0000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38376797"/>
      </p:ext>
    </p:extLst>
  </p:cSld>
  <p:clrMapOvr>
    <a:masterClrMapping/>
  </p:clrMapOvr>
</p:sldLayout>
</file>

<file path=ppt/slideLayouts/slideLayout1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 head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2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6" y="709991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594" indent="0">
              <a:buNone/>
              <a:defRPr/>
            </a:lvl2pPr>
            <a:lvl3pPr marL="457189" indent="0">
              <a:buNone/>
              <a:defRPr/>
            </a:lvl3pPr>
            <a:lvl4pPr marL="685783" indent="0">
              <a:buNone/>
              <a:defRPr/>
            </a:lvl4pPr>
            <a:lvl5pPr marL="914377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9890119-6112-A65C-5D5F-826D3A8F06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8624" y="1994855"/>
            <a:ext cx="2651760" cy="4082096"/>
          </a:xfrm>
        </p:spPr>
        <p:txBody>
          <a:bodyPr lIns="0" tIns="73152" rIns="91440" bIns="4572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12B314BB-47D3-B217-085B-FF4087FD57ED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3327007" y="1994855"/>
            <a:ext cx="2651760" cy="4082096"/>
          </a:xfrm>
        </p:spPr>
        <p:txBody>
          <a:bodyPr lIns="0" tIns="73152" rIns="91440" bIns="4572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56A08DAB-4054-6D4C-0D9A-23E95A1C1CD2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25388" y="1994855"/>
            <a:ext cx="2651760" cy="4082096"/>
          </a:xfrm>
        </p:spPr>
        <p:txBody>
          <a:bodyPr lIns="0" tIns="73152" rIns="91440" bIns="4572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6A06F20C-3D16-6913-4223-0510D4DCF1F2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9123771" y="1994855"/>
            <a:ext cx="2651760" cy="4082096"/>
          </a:xfrm>
        </p:spPr>
        <p:txBody>
          <a:bodyPr lIns="0" tIns="73152" rIns="91440" bIns="4572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36933FFB-20BC-0D38-2EC5-3BBF25322C4E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8624" y="1446213"/>
            <a:ext cx="2651760" cy="548640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D8C626AA-D212-61A1-DE59-8BBEC3A26C7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3327007" y="1446213"/>
            <a:ext cx="2651760" cy="548640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8A1CCB88-A172-FFF7-96EB-550E3A48F216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225388" y="1446213"/>
            <a:ext cx="2651760" cy="548640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0" name="Text Placeholder 3">
            <a:extLst>
              <a:ext uri="{FF2B5EF4-FFF2-40B4-BE49-F238E27FC236}">
                <a16:creationId xmlns:a16="http://schemas.microsoft.com/office/drawing/2014/main" id="{5FB728DE-EE08-176A-4432-66A0B7D8866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123771" y="1446213"/>
            <a:ext cx="2651760" cy="548640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BBA5152D-90F9-841D-EC13-0030AD385EBB}"/>
              </a:ext>
            </a:extLst>
          </p:cNvPr>
          <p:cNvCxnSpPr>
            <a:cxnSpLocks/>
          </p:cNvCxnSpPr>
          <p:nvPr userDrawn="1"/>
        </p:nvCxnSpPr>
        <p:spPr>
          <a:xfrm>
            <a:off x="3203695" y="1446214"/>
            <a:ext cx="0" cy="463073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BA886867-C5AE-7140-EDF8-D3A5947BBA94}"/>
              </a:ext>
            </a:extLst>
          </p:cNvPr>
          <p:cNvCxnSpPr>
            <a:cxnSpLocks/>
          </p:cNvCxnSpPr>
          <p:nvPr userDrawn="1"/>
        </p:nvCxnSpPr>
        <p:spPr>
          <a:xfrm>
            <a:off x="6102077" y="1446214"/>
            <a:ext cx="0" cy="463073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>
            <a:extLst>
              <a:ext uri="{FF2B5EF4-FFF2-40B4-BE49-F238E27FC236}">
                <a16:creationId xmlns:a16="http://schemas.microsoft.com/office/drawing/2014/main" id="{5483FCCB-2C9D-3E40-0646-FB598DF53981}"/>
              </a:ext>
            </a:extLst>
          </p:cNvPr>
          <p:cNvCxnSpPr>
            <a:cxnSpLocks/>
          </p:cNvCxnSpPr>
          <p:nvPr userDrawn="1"/>
        </p:nvCxnSpPr>
        <p:spPr>
          <a:xfrm>
            <a:off x="9000459" y="1446214"/>
            <a:ext cx="0" cy="4630737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39A5C7C-FF3B-791E-7112-DA49F4D0B1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5709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pPr defTabSz="914377"/>
            <a:fld id="{DAF489CC-3B7A-4DA5-A8C0-4984788D0EC5}" type="slidenum">
              <a:rPr lang="nl-NL" smtClean="0">
                <a:solidFill>
                  <a:srgbClr val="00005C"/>
                </a:solidFill>
              </a:rPr>
              <a:pPr defTabSz="914377"/>
              <a:t>‹#›</a:t>
            </a:fld>
            <a:endParaRPr lang="nl-NL">
              <a:solidFill>
                <a:srgbClr val="0000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889538"/>
      </p:ext>
    </p:extLst>
  </p:cSld>
  <p:clrMapOvr>
    <a:masterClrMapping/>
  </p:clrMapOvr>
</p:sldLayout>
</file>

<file path=ppt/slideLayouts/slideLayout1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273CDCD-A3ED-25B5-B18D-BDF48020EDD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428624" y="1994855"/>
            <a:ext cx="5486400" cy="4082096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64FC30F8-E61C-6616-BF60-9AFD9F7EBEC9}"/>
              </a:ext>
            </a:extLst>
          </p:cNvPr>
          <p:cNvSpPr>
            <a:spLocks noGrp="1"/>
          </p:cNvSpPr>
          <p:nvPr>
            <p:ph type="pic" sz="quarter" idx="18"/>
          </p:nvPr>
        </p:nvSpPr>
        <p:spPr>
          <a:xfrm>
            <a:off x="6280151" y="1994855"/>
            <a:ext cx="5486400" cy="4082096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2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6" y="709991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594" indent="0">
              <a:buNone/>
              <a:defRPr/>
            </a:lvl2pPr>
            <a:lvl3pPr marL="457189" indent="0">
              <a:buNone/>
              <a:defRPr/>
            </a:lvl3pPr>
            <a:lvl4pPr marL="685783" indent="0">
              <a:buNone/>
              <a:defRPr/>
            </a:lvl4pPr>
            <a:lvl5pPr marL="914377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C2CA012C-3387-F6E7-BD07-7F68D4FD7B29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28624" y="1446213"/>
            <a:ext cx="5486400" cy="548640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8E350C6-C030-D9A7-8FFE-0C6BE159F13B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280151" y="1446213"/>
            <a:ext cx="5486400" cy="548640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5B1AEC1-40BF-926F-B166-C26EDD11368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5709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pPr defTabSz="914377"/>
            <a:fld id="{DAF489CC-3B7A-4DA5-A8C0-4984788D0EC5}" type="slidenum">
              <a:rPr lang="nl-NL" smtClean="0">
                <a:solidFill>
                  <a:srgbClr val="00005C"/>
                </a:solidFill>
              </a:rPr>
              <a:pPr defTabSz="914377"/>
              <a:t>‹#›</a:t>
            </a:fld>
            <a:endParaRPr lang="nl-NL">
              <a:solidFill>
                <a:srgbClr val="0000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92229791"/>
      </p:ext>
    </p:extLst>
  </p:cSld>
  <p:clrMapOvr>
    <a:masterClrMapping/>
  </p:clrMapOvr>
</p:sldLayout>
</file>

<file path=ppt/slideLayouts/slideLayout1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918F928-6CA5-FEF8-D882-6AA9F401BE7D}"/>
              </a:ext>
            </a:extLst>
          </p:cNvPr>
          <p:cNvSpPr>
            <a:spLocks noGrp="1"/>
          </p:cNvSpPr>
          <p:nvPr>
            <p:ph type="pic" sz="quarter" idx="20"/>
          </p:nvPr>
        </p:nvSpPr>
        <p:spPr>
          <a:xfrm>
            <a:off x="4318707" y="1994855"/>
            <a:ext cx="3566160" cy="4082096"/>
          </a:xfrm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Picture Placeholder 3">
            <a:extLst>
              <a:ext uri="{FF2B5EF4-FFF2-40B4-BE49-F238E27FC236}">
                <a16:creationId xmlns:a16="http://schemas.microsoft.com/office/drawing/2014/main" id="{3ABED1DD-3627-3441-AC4C-69C0E51BE10F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428624" y="1994855"/>
            <a:ext cx="3566160" cy="4082096"/>
          </a:xfrm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0ED812F7-BF5D-DF64-7216-C1D7D0E71804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8208791" y="1994855"/>
            <a:ext cx="3566160" cy="4082096"/>
          </a:xfrm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2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6" y="709991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594" indent="0">
              <a:buNone/>
              <a:defRPr/>
            </a:lvl2pPr>
            <a:lvl3pPr marL="457189" indent="0">
              <a:buNone/>
              <a:defRPr/>
            </a:lvl3pPr>
            <a:lvl4pPr marL="685783" indent="0">
              <a:buNone/>
              <a:defRPr/>
            </a:lvl4pPr>
            <a:lvl5pPr marL="914377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C2280E2-8456-6A59-68C6-B002ACDE4A5D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8624" y="1446213"/>
            <a:ext cx="3566160" cy="548640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52CCFF94-B857-D8DC-B2CD-0FFF4A50C300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18707" y="1446213"/>
            <a:ext cx="3566160" cy="548640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3242A419-9A8D-61BF-51EB-69513EA5BE23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208791" y="1446213"/>
            <a:ext cx="3566160" cy="548640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3D7EF800-D5AD-6EA2-68D5-8EACC1DBE5E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5709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pPr defTabSz="914377"/>
            <a:fld id="{DAF489CC-3B7A-4DA5-A8C0-4984788D0EC5}" type="slidenum">
              <a:rPr lang="nl-NL" smtClean="0">
                <a:solidFill>
                  <a:srgbClr val="00005C"/>
                </a:solidFill>
              </a:rPr>
              <a:pPr defTabSz="914377"/>
              <a:t>‹#›</a:t>
            </a:fld>
            <a:endParaRPr lang="nl-NL">
              <a:solidFill>
                <a:srgbClr val="0000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15674084"/>
      </p:ext>
    </p:extLst>
  </p:cSld>
  <p:clrMapOvr>
    <a:masterClrMapping/>
  </p:clrMapOvr>
</p:sldLayout>
</file>

<file path=ppt/slideLayouts/slideLayout1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2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6" y="709991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594" indent="0">
              <a:buNone/>
              <a:defRPr/>
            </a:lvl2pPr>
            <a:lvl3pPr marL="457189" indent="0">
              <a:buNone/>
              <a:defRPr/>
            </a:lvl3pPr>
            <a:lvl4pPr marL="685783" indent="0">
              <a:buNone/>
              <a:defRPr/>
            </a:lvl4pPr>
            <a:lvl5pPr marL="914377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7F7ACD8F-903F-4AA5-CF40-F541838B617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8624" y="1994855"/>
            <a:ext cx="2697480" cy="4082096"/>
          </a:xfrm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Picture Placeholder 3">
            <a:extLst>
              <a:ext uri="{FF2B5EF4-FFF2-40B4-BE49-F238E27FC236}">
                <a16:creationId xmlns:a16="http://schemas.microsoft.com/office/drawing/2014/main" id="{A45CB8E2-394E-796C-52EE-17D17DF169E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077471" y="1994855"/>
            <a:ext cx="2697480" cy="4082096"/>
          </a:xfrm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Picture Placeholder 3">
            <a:extLst>
              <a:ext uri="{FF2B5EF4-FFF2-40B4-BE49-F238E27FC236}">
                <a16:creationId xmlns:a16="http://schemas.microsoft.com/office/drawing/2014/main" id="{FC83B583-51BF-F117-8EAB-16719367BBB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194523" y="1994855"/>
            <a:ext cx="2697480" cy="4082096"/>
          </a:xfrm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96B97E46-018E-5555-A397-28255F5CD3C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311573" y="1994855"/>
            <a:ext cx="2697480" cy="4082096"/>
          </a:xfrm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">
            <a:extLst>
              <a:ext uri="{FF2B5EF4-FFF2-40B4-BE49-F238E27FC236}">
                <a16:creationId xmlns:a16="http://schemas.microsoft.com/office/drawing/2014/main" id="{3B4DF86C-4686-D09F-9CDD-05397E5EA11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28624" y="1446213"/>
            <a:ext cx="2697480" cy="548640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64460DE-EC5C-7D9A-E60B-C77EBEE2719C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311573" y="1446213"/>
            <a:ext cx="2697480" cy="548640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572B8F90-4F7E-E6C3-8446-7D3736C9E4B6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6194523" y="1446213"/>
            <a:ext cx="2697480" cy="548640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DE7EB277-5C78-54AF-0C0C-DA543BC54271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9077471" y="1446213"/>
            <a:ext cx="2697480" cy="548640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F695E5FE-6AE6-5F54-59EB-08105E1B827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5709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pPr defTabSz="914377"/>
            <a:fld id="{DAF489CC-3B7A-4DA5-A8C0-4984788D0EC5}" type="slidenum">
              <a:rPr lang="nl-NL" smtClean="0">
                <a:solidFill>
                  <a:srgbClr val="00005C"/>
                </a:solidFill>
              </a:rPr>
              <a:pPr defTabSz="914377"/>
              <a:t>‹#›</a:t>
            </a:fld>
            <a:endParaRPr lang="nl-NL">
              <a:solidFill>
                <a:srgbClr val="0000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4688496"/>
      </p:ext>
    </p:extLst>
  </p:cSld>
  <p:clrMapOvr>
    <a:masterClrMapping/>
  </p:clrMapOvr>
</p:sldLayout>
</file>

<file path=ppt/slideLayouts/slideLayout1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lumn picture/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14016A94-A7DE-DAE3-0EE2-A8FF8619D3F5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8624" y="2968820"/>
            <a:ext cx="5486400" cy="548640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925B4298-4DFC-5A17-A61C-10AF6A947F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8624" y="3517460"/>
            <a:ext cx="5486400" cy="2559491"/>
          </a:xfrm>
        </p:spPr>
        <p:txBody>
          <a:bodyPr lIns="0" tIns="73152" rIns="91440" bIns="4572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C5932779-A5A3-2204-2100-9B029C79E90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276979" y="3517460"/>
            <a:ext cx="5486400" cy="2559491"/>
          </a:xfrm>
        </p:spPr>
        <p:txBody>
          <a:bodyPr lIns="0" tIns="73152" rIns="91440" bIns="4572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7F7ACD8F-903F-4AA5-CF40-F541838B617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8624" y="1446214"/>
            <a:ext cx="5486400" cy="1522607"/>
          </a:xfrm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96B97E46-018E-5555-A397-28255F5CD3C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6276979" y="1446214"/>
            <a:ext cx="5486400" cy="1522607"/>
          </a:xfrm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2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6" y="709991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594" indent="0">
              <a:buNone/>
              <a:defRPr/>
            </a:lvl2pPr>
            <a:lvl3pPr marL="457189" indent="0">
              <a:buNone/>
              <a:defRPr/>
            </a:lvl3pPr>
            <a:lvl4pPr marL="685783" indent="0">
              <a:buNone/>
              <a:defRPr/>
            </a:lvl4pPr>
            <a:lvl5pPr marL="914377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0005BD77-4BBE-2F03-AFA8-87F126BB6A24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276979" y="2968820"/>
            <a:ext cx="5486400" cy="548640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F72C938-C047-38AD-D83C-189C1AC036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5709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pPr defTabSz="914377"/>
            <a:fld id="{DAF489CC-3B7A-4DA5-A8C0-4984788D0EC5}" type="slidenum">
              <a:rPr lang="nl-NL" smtClean="0">
                <a:solidFill>
                  <a:srgbClr val="00005C"/>
                </a:solidFill>
              </a:rPr>
              <a:pPr defTabSz="914377"/>
              <a:t>‹#›</a:t>
            </a:fld>
            <a:endParaRPr lang="nl-NL">
              <a:solidFill>
                <a:srgbClr val="0000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2064126"/>
      </p:ext>
    </p:extLst>
  </p:cSld>
  <p:clrMapOvr>
    <a:masterClrMapping/>
  </p:clrMapOvr>
</p:sldLayout>
</file>

<file path=ppt/slideLayouts/slideLayout1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column picture/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925B4298-4DFC-5A17-A61C-10AF6A947F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8624" y="3517460"/>
            <a:ext cx="3566160" cy="2559491"/>
          </a:xfrm>
        </p:spPr>
        <p:txBody>
          <a:bodyPr lIns="0" tIns="73152" rIns="91440" bIns="4572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C5932779-A5A3-2204-2100-9B029C79E90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12920" y="3517460"/>
            <a:ext cx="3566160" cy="2559491"/>
          </a:xfrm>
        </p:spPr>
        <p:txBody>
          <a:bodyPr lIns="0" tIns="73152" rIns="91440" bIns="4572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11F392C6-99EB-D1AC-BECC-4494D2B1CB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197215" y="3517460"/>
            <a:ext cx="3566160" cy="2559491"/>
          </a:xfrm>
        </p:spPr>
        <p:txBody>
          <a:bodyPr lIns="0" tIns="73152" rIns="91440" bIns="4572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7F7ACD8F-903F-4AA5-CF40-F541838B617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8624" y="1446214"/>
            <a:ext cx="3566160" cy="1522607"/>
          </a:xfrm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Picture Placeholder 3">
            <a:extLst>
              <a:ext uri="{FF2B5EF4-FFF2-40B4-BE49-F238E27FC236}">
                <a16:creationId xmlns:a16="http://schemas.microsoft.com/office/drawing/2014/main" id="{FC83B583-51BF-F117-8EAB-16719367BBB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8197215" y="1446214"/>
            <a:ext cx="3566160" cy="1522607"/>
          </a:xfrm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96B97E46-018E-5555-A397-28255F5CD3C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4312920" y="1446214"/>
            <a:ext cx="3566160" cy="1522607"/>
          </a:xfrm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2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6" y="709991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594" indent="0">
              <a:buNone/>
              <a:defRPr/>
            </a:lvl2pPr>
            <a:lvl3pPr marL="457189" indent="0">
              <a:buNone/>
              <a:defRPr/>
            </a:lvl3pPr>
            <a:lvl4pPr marL="685783" indent="0">
              <a:buNone/>
              <a:defRPr/>
            </a:lvl4pPr>
            <a:lvl5pPr marL="914377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2C979499-D739-73B9-FE75-660BB28AD740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428624" y="2968820"/>
            <a:ext cx="3566160" cy="548640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30756F07-9227-C871-FCFC-7AA0F5D4A4F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312920" y="2968820"/>
            <a:ext cx="3566160" cy="548640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9" name="Text Placeholder 3">
            <a:extLst>
              <a:ext uri="{FF2B5EF4-FFF2-40B4-BE49-F238E27FC236}">
                <a16:creationId xmlns:a16="http://schemas.microsoft.com/office/drawing/2014/main" id="{2B6D4682-833F-2E78-0271-A3BC65DC128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197215" y="2968820"/>
            <a:ext cx="3566160" cy="548640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08CA3288-0FCF-ED06-AD6E-E7CB3C8DC9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5709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pPr defTabSz="914377"/>
            <a:fld id="{DAF489CC-3B7A-4DA5-A8C0-4984788D0EC5}" type="slidenum">
              <a:rPr lang="nl-NL" smtClean="0">
                <a:solidFill>
                  <a:srgbClr val="00005C"/>
                </a:solidFill>
              </a:rPr>
              <a:pPr defTabSz="914377"/>
              <a:t>‹#›</a:t>
            </a:fld>
            <a:endParaRPr lang="nl-NL">
              <a:solidFill>
                <a:srgbClr val="0000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25506800"/>
      </p:ext>
    </p:extLst>
  </p:cSld>
  <p:clrMapOvr>
    <a:masterClrMapping/>
  </p:clrMapOvr>
</p:sldLayout>
</file>

<file path=ppt/slideLayouts/slideLayout16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olumn picture/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925B4298-4DFC-5A17-A61C-10AF6A947F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28624" y="3517460"/>
            <a:ext cx="2697480" cy="2559491"/>
          </a:xfrm>
        </p:spPr>
        <p:txBody>
          <a:bodyPr lIns="0" tIns="73152" rIns="91440" bIns="4572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C5932779-A5A3-2204-2100-9B029C79E90C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311573" y="3517460"/>
            <a:ext cx="2697480" cy="2559491"/>
          </a:xfrm>
        </p:spPr>
        <p:txBody>
          <a:bodyPr lIns="0" tIns="73152" rIns="91440" bIns="4572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11F392C6-99EB-D1AC-BECC-4494D2B1CBFF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94523" y="3517460"/>
            <a:ext cx="2697480" cy="2559491"/>
          </a:xfrm>
        </p:spPr>
        <p:txBody>
          <a:bodyPr lIns="0" tIns="73152" rIns="91440" bIns="4572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0FB8ABDB-A570-09B0-47F8-17E0EAF3EA3E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077471" y="3517460"/>
            <a:ext cx="2697480" cy="2559491"/>
          </a:xfrm>
        </p:spPr>
        <p:txBody>
          <a:bodyPr lIns="0" tIns="73152" rIns="91440" bIns="45720"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sp>
        <p:nvSpPr>
          <p:cNvPr id="25" name="Picture Placeholder 3">
            <a:extLst>
              <a:ext uri="{FF2B5EF4-FFF2-40B4-BE49-F238E27FC236}">
                <a16:creationId xmlns:a16="http://schemas.microsoft.com/office/drawing/2014/main" id="{7F7ACD8F-903F-4AA5-CF40-F541838B617A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8624" y="1446214"/>
            <a:ext cx="2697480" cy="1522607"/>
          </a:xfrm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6" name="Picture Placeholder 3">
            <a:extLst>
              <a:ext uri="{FF2B5EF4-FFF2-40B4-BE49-F238E27FC236}">
                <a16:creationId xmlns:a16="http://schemas.microsoft.com/office/drawing/2014/main" id="{A45CB8E2-394E-796C-52EE-17D17DF169E6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077471" y="1446214"/>
            <a:ext cx="2697480" cy="1522607"/>
          </a:xfrm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7" name="Picture Placeholder 3">
            <a:extLst>
              <a:ext uri="{FF2B5EF4-FFF2-40B4-BE49-F238E27FC236}">
                <a16:creationId xmlns:a16="http://schemas.microsoft.com/office/drawing/2014/main" id="{FC83B583-51BF-F117-8EAB-16719367BBB6}"/>
              </a:ext>
            </a:extLst>
          </p:cNvPr>
          <p:cNvSpPr>
            <a:spLocks noGrp="1"/>
          </p:cNvSpPr>
          <p:nvPr>
            <p:ph type="pic" sz="quarter" idx="23"/>
          </p:nvPr>
        </p:nvSpPr>
        <p:spPr>
          <a:xfrm>
            <a:off x="6194523" y="1446214"/>
            <a:ext cx="2697480" cy="1522607"/>
          </a:xfrm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8" name="Picture Placeholder 3">
            <a:extLst>
              <a:ext uri="{FF2B5EF4-FFF2-40B4-BE49-F238E27FC236}">
                <a16:creationId xmlns:a16="http://schemas.microsoft.com/office/drawing/2014/main" id="{96B97E46-018E-5555-A397-28255F5CD3C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311573" y="1446214"/>
            <a:ext cx="2697480" cy="1522607"/>
          </a:xfrm>
        </p:spPr>
        <p:txBody>
          <a:bodyPr anchor="ctr"/>
          <a:lstStyle>
            <a:lvl1pPr marL="0" indent="0" algn="ctr">
              <a:buNone/>
              <a:defRPr sz="14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2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6" y="709991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594" indent="0">
              <a:buNone/>
              <a:defRPr/>
            </a:lvl2pPr>
            <a:lvl3pPr marL="457189" indent="0">
              <a:buNone/>
              <a:defRPr/>
            </a:lvl3pPr>
            <a:lvl4pPr marL="685783" indent="0">
              <a:buNone/>
              <a:defRPr/>
            </a:lvl4pPr>
            <a:lvl5pPr marL="914377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6" name="Text Placeholder 3">
            <a:extLst>
              <a:ext uri="{FF2B5EF4-FFF2-40B4-BE49-F238E27FC236}">
                <a16:creationId xmlns:a16="http://schemas.microsoft.com/office/drawing/2014/main" id="{58EA87E5-B00B-294C-9BEB-D8AB1DA7D63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28624" y="2968820"/>
            <a:ext cx="2697480" cy="548640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2CC21B11-4BB9-E7F7-2D10-7A711FE51A2C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3311573" y="2968820"/>
            <a:ext cx="2697480" cy="548640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60624600-098D-4116-2BA4-B77914ACDD08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194523" y="2968820"/>
            <a:ext cx="2697480" cy="548640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5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3" name="Text Placeholder 3">
            <a:extLst>
              <a:ext uri="{FF2B5EF4-FFF2-40B4-BE49-F238E27FC236}">
                <a16:creationId xmlns:a16="http://schemas.microsoft.com/office/drawing/2014/main" id="{FBA7EB72-6B8C-7C86-47F1-FB927F697C15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077471" y="2968820"/>
            <a:ext cx="2697480" cy="548640"/>
          </a:xfrm>
        </p:spPr>
        <p:txBody>
          <a:bodyPr anchor="ctr"/>
          <a:lstStyle>
            <a:lvl1pPr marL="0" indent="0">
              <a:spcAft>
                <a:spcPts val="0"/>
              </a:spcAft>
              <a:buNone/>
              <a:defRPr sz="1600">
                <a:solidFill>
                  <a:schemeClr val="accent6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D8D0839C-757C-586E-BFC4-95B70BCF572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5709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pPr defTabSz="914377"/>
            <a:fld id="{DAF489CC-3B7A-4DA5-A8C0-4984788D0EC5}" type="slidenum">
              <a:rPr lang="nl-NL" smtClean="0">
                <a:solidFill>
                  <a:srgbClr val="00005C"/>
                </a:solidFill>
              </a:rPr>
              <a:pPr defTabSz="914377"/>
              <a:t>‹#›</a:t>
            </a:fld>
            <a:endParaRPr lang="nl-NL">
              <a:solidFill>
                <a:srgbClr val="0000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058346"/>
      </p:ext>
    </p:extLst>
  </p:cSld>
  <p:clrMapOvr>
    <a:masterClrMapping/>
  </p:clrMapOvr>
</p:sldLayout>
</file>

<file path=ppt/slideLayouts/slideLayout16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ue box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925B4298-4DFC-5A17-A61C-10AF6A947F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26105" y="1446214"/>
            <a:ext cx="8640447" cy="4630737"/>
          </a:xfrm>
        </p:spPr>
        <p:txBody>
          <a:bodyPr lIns="137160" tIns="91440" rIns="91440" bIns="4572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2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6" y="709991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594" indent="0">
              <a:buNone/>
              <a:defRPr/>
            </a:lvl2pPr>
            <a:lvl3pPr marL="457189" indent="0">
              <a:buNone/>
              <a:defRPr/>
            </a:lvl3pPr>
            <a:lvl4pPr marL="685783" indent="0">
              <a:buNone/>
              <a:defRPr/>
            </a:lvl4pPr>
            <a:lvl5pPr marL="914377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E75B62F6-55F7-EC3C-2ED6-BBCF8B1F304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28624" y="1446214"/>
            <a:ext cx="2697480" cy="4630737"/>
          </a:xfrm>
          <a:solidFill>
            <a:schemeClr val="accent1"/>
          </a:solidFill>
        </p:spPr>
        <p:txBody>
          <a:bodyPr lIns="91440" tIns="91440" rIns="91440" bIns="45720" anchor="t">
            <a:noAutofit/>
          </a:bodyPr>
          <a:lstStyle>
            <a:lvl1pPr marL="0" indent="0" algn="l">
              <a:buNone/>
              <a:defRPr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US"/>
              <a:t>Heading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A1B59311-C109-90D5-373E-703450BE43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5709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pPr defTabSz="914377"/>
            <a:fld id="{DAF489CC-3B7A-4DA5-A8C0-4984788D0EC5}" type="slidenum">
              <a:rPr lang="nl-NL" smtClean="0">
                <a:solidFill>
                  <a:srgbClr val="00005C"/>
                </a:solidFill>
              </a:rPr>
              <a:pPr defTabSz="914377"/>
              <a:t>‹#›</a:t>
            </a:fld>
            <a:endParaRPr lang="nl-NL">
              <a:solidFill>
                <a:srgbClr val="0000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58978732"/>
      </p:ext>
    </p:extLst>
  </p:cSld>
  <p:clrMapOvr>
    <a:masterClrMapping/>
  </p:clrMapOvr>
</p:sldLayout>
</file>

<file path=ppt/slideLayouts/slideLayout1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925B4298-4DFC-5A17-A61C-10AF6A947F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3126105" y="1446214"/>
            <a:ext cx="8640447" cy="4630737"/>
          </a:xfrm>
        </p:spPr>
        <p:txBody>
          <a:bodyPr lIns="137160" tIns="91440" rIns="91440" bIns="45720"/>
          <a:lstStyle>
            <a:lvl1pPr>
              <a:defRPr sz="1600"/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2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6" y="709991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594" indent="0">
              <a:buNone/>
              <a:defRPr/>
            </a:lvl2pPr>
            <a:lvl3pPr marL="457189" indent="0">
              <a:buNone/>
              <a:defRPr/>
            </a:lvl3pPr>
            <a:lvl4pPr marL="685783" indent="0">
              <a:buNone/>
              <a:defRPr/>
            </a:lvl4pPr>
            <a:lvl5pPr marL="914377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8F88F08-9355-72DC-FA2D-5379EE038153}"/>
              </a:ext>
            </a:extLst>
          </p:cNvPr>
          <p:cNvSpPr>
            <a:spLocks noGrp="1"/>
          </p:cNvSpPr>
          <p:nvPr>
            <p:ph type="pic" sz="quarter" idx="21"/>
          </p:nvPr>
        </p:nvSpPr>
        <p:spPr>
          <a:xfrm>
            <a:off x="428624" y="1446214"/>
            <a:ext cx="2697480" cy="4630737"/>
          </a:xfrm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2816F5F7-DC15-93E3-03C3-BC68295C29D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5709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pPr defTabSz="914377"/>
            <a:fld id="{DAF489CC-3B7A-4DA5-A8C0-4984788D0EC5}" type="slidenum">
              <a:rPr lang="nl-NL" smtClean="0">
                <a:solidFill>
                  <a:srgbClr val="00005C"/>
                </a:solidFill>
              </a:rPr>
              <a:pPr defTabSz="914377"/>
              <a:t>‹#›</a:t>
            </a:fld>
            <a:endParaRPr lang="nl-NL">
              <a:solidFill>
                <a:srgbClr val="0000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90382151"/>
      </p:ext>
    </p:extLst>
  </p:cSld>
  <p:clrMapOvr>
    <a:masterClrMapping/>
  </p:clrMapOvr>
</p:sldLayout>
</file>

<file path=ppt/slideLayouts/slideLayout1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hree icons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925B4298-4DFC-5A17-A61C-10AF6A947F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801505" y="1469073"/>
            <a:ext cx="9965047" cy="1417320"/>
          </a:xfrm>
        </p:spPr>
        <p:txBody>
          <a:bodyPr lIns="0" tIns="45720" rIns="0" bIns="45720" anchor="ctr"/>
          <a:lstStyle>
            <a:lvl1pPr marL="0" indent="0">
              <a:spcAft>
                <a:spcPts val="200"/>
              </a:spcAft>
              <a:buNone/>
              <a:defRPr sz="1600">
                <a:solidFill>
                  <a:schemeClr val="accent1"/>
                </a:solidFill>
                <a:latin typeface="+mj-lt"/>
              </a:defRPr>
            </a:lvl1pPr>
            <a:lvl2pPr marL="182875" indent="-182875">
              <a:spcAft>
                <a:spcPts val="200"/>
              </a:spcAft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Heading</a:t>
            </a:r>
          </a:p>
          <a:p>
            <a:pPr lvl="1"/>
            <a:r>
              <a:rPr lang="en-US"/>
              <a:t>Body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2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6" y="709991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594" indent="0">
              <a:buNone/>
              <a:defRPr/>
            </a:lvl2pPr>
            <a:lvl3pPr marL="457189" indent="0">
              <a:buNone/>
              <a:defRPr/>
            </a:lvl3pPr>
            <a:lvl4pPr marL="685783" indent="0">
              <a:buNone/>
              <a:defRPr/>
            </a:lvl4pPr>
            <a:lvl5pPr marL="914377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cxnSp>
        <p:nvCxnSpPr>
          <p:cNvPr id="4" name="Straight Connector 3">
            <a:extLst>
              <a:ext uri="{FF2B5EF4-FFF2-40B4-BE49-F238E27FC236}">
                <a16:creationId xmlns:a16="http://schemas.microsoft.com/office/drawing/2014/main" id="{B7476357-305F-5973-5369-7AC81D8D5961}"/>
              </a:ext>
            </a:extLst>
          </p:cNvPr>
          <p:cNvCxnSpPr>
            <a:cxnSpLocks/>
          </p:cNvCxnSpPr>
          <p:nvPr userDrawn="1"/>
        </p:nvCxnSpPr>
        <p:spPr>
          <a:xfrm>
            <a:off x="1799591" y="2975372"/>
            <a:ext cx="996696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D72055C-7159-2B40-7017-C8F627D20E68}"/>
              </a:ext>
            </a:extLst>
          </p:cNvPr>
          <p:cNvCxnSpPr>
            <a:cxnSpLocks/>
          </p:cNvCxnSpPr>
          <p:nvPr userDrawn="1"/>
        </p:nvCxnSpPr>
        <p:spPr>
          <a:xfrm>
            <a:off x="1799591" y="4570651"/>
            <a:ext cx="996696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7B65EF11-27C6-3489-DD6F-30BE392A095F}"/>
              </a:ext>
            </a:extLst>
          </p:cNvPr>
          <p:cNvSpPr>
            <a:spLocks noGrp="1" noChangeAspect="1"/>
          </p:cNvSpPr>
          <p:nvPr>
            <p:ph type="pic" sz="quarter" idx="20" hasCustomPrompt="1"/>
          </p:nvPr>
        </p:nvSpPr>
        <p:spPr>
          <a:xfrm>
            <a:off x="425451" y="1583373"/>
            <a:ext cx="1188720" cy="118872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here to add icon</a:t>
            </a:r>
          </a:p>
        </p:txBody>
      </p:sp>
      <p:sp>
        <p:nvSpPr>
          <p:cNvPr id="14" name="Picture Placeholder 9">
            <a:extLst>
              <a:ext uri="{FF2B5EF4-FFF2-40B4-BE49-F238E27FC236}">
                <a16:creationId xmlns:a16="http://schemas.microsoft.com/office/drawing/2014/main" id="{34FDC33C-83ED-0DED-F0E9-23BB9B01EA18}"/>
              </a:ext>
            </a:extLst>
          </p:cNvPr>
          <p:cNvSpPr>
            <a:spLocks noGrp="1" noChangeAspect="1"/>
          </p:cNvSpPr>
          <p:nvPr>
            <p:ph type="pic" sz="quarter" idx="21" hasCustomPrompt="1"/>
          </p:nvPr>
        </p:nvSpPr>
        <p:spPr>
          <a:xfrm>
            <a:off x="425451" y="3178652"/>
            <a:ext cx="1188720" cy="118872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here to add icon</a:t>
            </a:r>
          </a:p>
        </p:txBody>
      </p:sp>
      <p:sp>
        <p:nvSpPr>
          <p:cNvPr id="15" name="Picture Placeholder 9">
            <a:extLst>
              <a:ext uri="{FF2B5EF4-FFF2-40B4-BE49-F238E27FC236}">
                <a16:creationId xmlns:a16="http://schemas.microsoft.com/office/drawing/2014/main" id="{C01BBE2D-9FF8-C873-8A2E-50CE50A2A903}"/>
              </a:ext>
            </a:extLst>
          </p:cNvPr>
          <p:cNvSpPr>
            <a:spLocks noGrp="1" noChangeAspect="1"/>
          </p:cNvSpPr>
          <p:nvPr>
            <p:ph type="pic" sz="quarter" idx="22" hasCustomPrompt="1"/>
          </p:nvPr>
        </p:nvSpPr>
        <p:spPr>
          <a:xfrm>
            <a:off x="425451" y="4773931"/>
            <a:ext cx="1188720" cy="118872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600"/>
              </a:spcAft>
              <a:buClr>
                <a:schemeClr val="accent3"/>
              </a:buClr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/>
              <a:t>Click here to add icon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A1AB26F9-0173-EB8B-A0B2-71203D4C68A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801505" y="3064352"/>
            <a:ext cx="9965047" cy="1417320"/>
          </a:xfrm>
        </p:spPr>
        <p:txBody>
          <a:bodyPr lIns="0" tIns="45720" rIns="0" bIns="45720" anchor="ctr"/>
          <a:lstStyle>
            <a:lvl1pPr marL="0" indent="0">
              <a:spcAft>
                <a:spcPts val="20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182875" indent="-182875">
              <a:spcAft>
                <a:spcPts val="200"/>
              </a:spcAft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Heading</a:t>
            </a:r>
          </a:p>
          <a:p>
            <a:pPr lvl="1"/>
            <a:r>
              <a:rPr lang="en-US"/>
              <a:t>Body text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C5BC671B-E3BA-C641-C295-075806A97A8B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1801505" y="4659631"/>
            <a:ext cx="9965047" cy="1417320"/>
          </a:xfrm>
        </p:spPr>
        <p:txBody>
          <a:bodyPr lIns="0" tIns="45720" rIns="0" bIns="45720" anchor="ctr"/>
          <a:lstStyle>
            <a:lvl1pPr marL="0" indent="0">
              <a:spcAft>
                <a:spcPts val="200"/>
              </a:spcAft>
              <a:buNone/>
              <a:defRPr sz="1600">
                <a:solidFill>
                  <a:schemeClr val="accent5"/>
                </a:solidFill>
                <a:latin typeface="+mj-lt"/>
              </a:defRPr>
            </a:lvl1pPr>
            <a:lvl2pPr marL="182875" indent="-182875">
              <a:spcAft>
                <a:spcPts val="200"/>
              </a:spcAft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Heading</a:t>
            </a:r>
          </a:p>
          <a:p>
            <a:pPr lvl="1"/>
            <a:r>
              <a:rPr lang="en-US"/>
              <a:t>Body text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B8D7EE73-BD0F-1407-31F4-45DE38083E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5709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pPr defTabSz="914377"/>
            <a:fld id="{DAF489CC-3B7A-4DA5-A8C0-4984788D0EC5}" type="slidenum">
              <a:rPr lang="nl-NL" smtClean="0">
                <a:solidFill>
                  <a:srgbClr val="00005C"/>
                </a:solidFill>
              </a:rPr>
              <a:pPr defTabSz="914377"/>
              <a:t>‹#›</a:t>
            </a:fld>
            <a:endParaRPr lang="nl-NL">
              <a:solidFill>
                <a:srgbClr val="0000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72285147"/>
      </p:ext>
    </p:extLst>
  </p:cSld>
  <p:clrMapOvr>
    <a:masterClrMapping/>
  </p:clrMapOvr>
</p:sldLayout>
</file>

<file path=ppt/slideLayouts/slideLayout1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icons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2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6" y="709991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594" indent="0">
              <a:buNone/>
              <a:defRPr/>
            </a:lvl2pPr>
            <a:lvl3pPr marL="457189" indent="0">
              <a:buNone/>
              <a:defRPr/>
            </a:lvl3pPr>
            <a:lvl4pPr marL="685783" indent="0">
              <a:buNone/>
              <a:defRPr/>
            </a:lvl4pPr>
            <a:lvl5pPr marL="914377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B11C842-3283-E596-DE19-3297AED53101}"/>
              </a:ext>
            </a:extLst>
          </p:cNvPr>
          <p:cNvCxnSpPr>
            <a:cxnSpLocks/>
          </p:cNvCxnSpPr>
          <p:nvPr userDrawn="1"/>
        </p:nvCxnSpPr>
        <p:spPr>
          <a:xfrm>
            <a:off x="1512137" y="3692567"/>
            <a:ext cx="438912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C5E0B42-4FAD-B122-9855-574B2EA9EF99}"/>
              </a:ext>
            </a:extLst>
          </p:cNvPr>
          <p:cNvCxnSpPr>
            <a:cxnSpLocks/>
          </p:cNvCxnSpPr>
          <p:nvPr userDrawn="1"/>
        </p:nvCxnSpPr>
        <p:spPr>
          <a:xfrm>
            <a:off x="1512137" y="2437484"/>
            <a:ext cx="438912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EE326F57-826B-3ACC-E1E9-43A337E58CE7}"/>
              </a:ext>
            </a:extLst>
          </p:cNvPr>
          <p:cNvCxnSpPr>
            <a:cxnSpLocks/>
          </p:cNvCxnSpPr>
          <p:nvPr userDrawn="1"/>
        </p:nvCxnSpPr>
        <p:spPr>
          <a:xfrm>
            <a:off x="7385531" y="3692567"/>
            <a:ext cx="438912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>
            <a:extLst>
              <a:ext uri="{FF2B5EF4-FFF2-40B4-BE49-F238E27FC236}">
                <a16:creationId xmlns:a16="http://schemas.microsoft.com/office/drawing/2014/main" id="{4455D23A-01AB-588F-517A-144079958FC2}"/>
              </a:ext>
            </a:extLst>
          </p:cNvPr>
          <p:cNvCxnSpPr>
            <a:cxnSpLocks/>
          </p:cNvCxnSpPr>
          <p:nvPr userDrawn="1"/>
        </p:nvCxnSpPr>
        <p:spPr>
          <a:xfrm>
            <a:off x="7385531" y="2437484"/>
            <a:ext cx="438912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21378A91-CE46-5522-9C0B-EA8A8EEE264C}"/>
              </a:ext>
            </a:extLst>
          </p:cNvPr>
          <p:cNvCxnSpPr>
            <a:cxnSpLocks/>
          </p:cNvCxnSpPr>
          <p:nvPr userDrawn="1"/>
        </p:nvCxnSpPr>
        <p:spPr>
          <a:xfrm>
            <a:off x="1512137" y="4947648"/>
            <a:ext cx="438912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19BA8E10-C301-B50F-BA49-15050943AAD9}"/>
              </a:ext>
            </a:extLst>
          </p:cNvPr>
          <p:cNvCxnSpPr>
            <a:cxnSpLocks/>
          </p:cNvCxnSpPr>
          <p:nvPr userDrawn="1"/>
        </p:nvCxnSpPr>
        <p:spPr>
          <a:xfrm>
            <a:off x="7385531" y="4947648"/>
            <a:ext cx="4389120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4" name="Picture Placeholder 9">
            <a:extLst>
              <a:ext uri="{FF2B5EF4-FFF2-40B4-BE49-F238E27FC236}">
                <a16:creationId xmlns:a16="http://schemas.microsoft.com/office/drawing/2014/main" id="{B43F4B7B-2CB6-3C5D-41D4-F0733252324A}"/>
              </a:ext>
            </a:extLst>
          </p:cNvPr>
          <p:cNvSpPr>
            <a:spLocks noGrp="1" noChangeAspect="1"/>
          </p:cNvSpPr>
          <p:nvPr>
            <p:ph type="pic" sz="quarter" idx="28" hasCustomPrompt="1"/>
          </p:nvPr>
        </p:nvSpPr>
        <p:spPr>
          <a:xfrm>
            <a:off x="425451" y="1352743"/>
            <a:ext cx="914400" cy="914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here to add icon</a:t>
            </a:r>
          </a:p>
        </p:txBody>
      </p:sp>
      <p:sp>
        <p:nvSpPr>
          <p:cNvPr id="25" name="Picture Placeholder 9">
            <a:extLst>
              <a:ext uri="{FF2B5EF4-FFF2-40B4-BE49-F238E27FC236}">
                <a16:creationId xmlns:a16="http://schemas.microsoft.com/office/drawing/2014/main" id="{0D74B06B-61ED-CEFB-E3B3-9FC646969EA4}"/>
              </a:ext>
            </a:extLst>
          </p:cNvPr>
          <p:cNvSpPr>
            <a:spLocks noGrp="1" noChangeAspect="1"/>
          </p:cNvSpPr>
          <p:nvPr>
            <p:ph type="pic" sz="quarter" idx="29" hasCustomPrompt="1"/>
          </p:nvPr>
        </p:nvSpPr>
        <p:spPr>
          <a:xfrm>
            <a:off x="6305389" y="1352743"/>
            <a:ext cx="914400" cy="914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here to add icon</a:t>
            </a:r>
          </a:p>
        </p:txBody>
      </p:sp>
      <p:sp>
        <p:nvSpPr>
          <p:cNvPr id="26" name="Picture Placeholder 9">
            <a:extLst>
              <a:ext uri="{FF2B5EF4-FFF2-40B4-BE49-F238E27FC236}">
                <a16:creationId xmlns:a16="http://schemas.microsoft.com/office/drawing/2014/main" id="{EB7D8D35-559F-0ECB-0A77-87FEE0425347}"/>
              </a:ext>
            </a:extLst>
          </p:cNvPr>
          <p:cNvSpPr>
            <a:spLocks noGrp="1" noChangeAspect="1"/>
          </p:cNvSpPr>
          <p:nvPr>
            <p:ph type="pic" sz="quarter" idx="30" hasCustomPrompt="1"/>
          </p:nvPr>
        </p:nvSpPr>
        <p:spPr>
          <a:xfrm>
            <a:off x="425451" y="2607825"/>
            <a:ext cx="914400" cy="914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here to add icon</a:t>
            </a:r>
          </a:p>
        </p:txBody>
      </p:sp>
      <p:sp>
        <p:nvSpPr>
          <p:cNvPr id="27" name="Picture Placeholder 9">
            <a:extLst>
              <a:ext uri="{FF2B5EF4-FFF2-40B4-BE49-F238E27FC236}">
                <a16:creationId xmlns:a16="http://schemas.microsoft.com/office/drawing/2014/main" id="{C8F1CBD6-68D2-0E56-C57A-4BB197422862}"/>
              </a:ext>
            </a:extLst>
          </p:cNvPr>
          <p:cNvSpPr>
            <a:spLocks noGrp="1" noChangeAspect="1"/>
          </p:cNvSpPr>
          <p:nvPr>
            <p:ph type="pic" sz="quarter" idx="31" hasCustomPrompt="1"/>
          </p:nvPr>
        </p:nvSpPr>
        <p:spPr>
          <a:xfrm>
            <a:off x="6305389" y="2607825"/>
            <a:ext cx="914400" cy="914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here to add icon</a:t>
            </a:r>
          </a:p>
        </p:txBody>
      </p:sp>
      <p:sp>
        <p:nvSpPr>
          <p:cNvPr id="28" name="Picture Placeholder 9">
            <a:extLst>
              <a:ext uri="{FF2B5EF4-FFF2-40B4-BE49-F238E27FC236}">
                <a16:creationId xmlns:a16="http://schemas.microsoft.com/office/drawing/2014/main" id="{0815622D-F593-5765-4DE3-9C3B3DA20081}"/>
              </a:ext>
            </a:extLst>
          </p:cNvPr>
          <p:cNvSpPr>
            <a:spLocks noGrp="1" noChangeAspect="1"/>
          </p:cNvSpPr>
          <p:nvPr>
            <p:ph type="pic" sz="quarter" idx="32" hasCustomPrompt="1"/>
          </p:nvPr>
        </p:nvSpPr>
        <p:spPr>
          <a:xfrm>
            <a:off x="425451" y="3862907"/>
            <a:ext cx="914400" cy="914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here to add icon</a:t>
            </a:r>
          </a:p>
        </p:txBody>
      </p:sp>
      <p:sp>
        <p:nvSpPr>
          <p:cNvPr id="29" name="Picture Placeholder 9">
            <a:extLst>
              <a:ext uri="{FF2B5EF4-FFF2-40B4-BE49-F238E27FC236}">
                <a16:creationId xmlns:a16="http://schemas.microsoft.com/office/drawing/2014/main" id="{8A4B5D9B-DD42-E12C-B8B1-D148773ADFC2}"/>
              </a:ext>
            </a:extLst>
          </p:cNvPr>
          <p:cNvSpPr>
            <a:spLocks noGrp="1" noChangeAspect="1"/>
          </p:cNvSpPr>
          <p:nvPr>
            <p:ph type="pic" sz="quarter" idx="33" hasCustomPrompt="1"/>
          </p:nvPr>
        </p:nvSpPr>
        <p:spPr>
          <a:xfrm>
            <a:off x="6305389" y="3862907"/>
            <a:ext cx="914400" cy="914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here to add icon</a:t>
            </a:r>
          </a:p>
        </p:txBody>
      </p:sp>
      <p:sp>
        <p:nvSpPr>
          <p:cNvPr id="30" name="Picture Placeholder 9">
            <a:extLst>
              <a:ext uri="{FF2B5EF4-FFF2-40B4-BE49-F238E27FC236}">
                <a16:creationId xmlns:a16="http://schemas.microsoft.com/office/drawing/2014/main" id="{B1B97117-9F24-6123-995B-5C808A68E78F}"/>
              </a:ext>
            </a:extLst>
          </p:cNvPr>
          <p:cNvSpPr>
            <a:spLocks noGrp="1" noChangeAspect="1"/>
          </p:cNvSpPr>
          <p:nvPr>
            <p:ph type="pic" sz="quarter" idx="34" hasCustomPrompt="1"/>
          </p:nvPr>
        </p:nvSpPr>
        <p:spPr>
          <a:xfrm>
            <a:off x="425451" y="5117991"/>
            <a:ext cx="914400" cy="914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here to add icon</a:t>
            </a:r>
          </a:p>
        </p:txBody>
      </p:sp>
      <p:sp>
        <p:nvSpPr>
          <p:cNvPr id="31" name="Picture Placeholder 9">
            <a:extLst>
              <a:ext uri="{FF2B5EF4-FFF2-40B4-BE49-F238E27FC236}">
                <a16:creationId xmlns:a16="http://schemas.microsoft.com/office/drawing/2014/main" id="{4FE3643B-04DC-9C04-EC21-6FC260035471}"/>
              </a:ext>
            </a:extLst>
          </p:cNvPr>
          <p:cNvSpPr>
            <a:spLocks noGrp="1" noChangeAspect="1"/>
          </p:cNvSpPr>
          <p:nvPr>
            <p:ph type="pic" sz="quarter" idx="35" hasCustomPrompt="1"/>
          </p:nvPr>
        </p:nvSpPr>
        <p:spPr>
          <a:xfrm>
            <a:off x="6305389" y="5117991"/>
            <a:ext cx="914400" cy="914400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200"/>
            </a:lvl1pPr>
          </a:lstStyle>
          <a:p>
            <a:r>
              <a:rPr lang="en-US"/>
              <a:t>Click here to add icon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AD89EBC5-7786-3168-7F27-AA8125DACF78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512137" y="1307023"/>
            <a:ext cx="4389120" cy="1005840"/>
          </a:xfrm>
        </p:spPr>
        <p:txBody>
          <a:bodyPr lIns="0" tIns="45720" rIns="0" bIns="45720" anchor="ctr"/>
          <a:lstStyle>
            <a:lvl1pPr marL="0" indent="0">
              <a:spcAft>
                <a:spcPts val="200"/>
              </a:spcAft>
              <a:buNone/>
              <a:defRPr sz="1600">
                <a:solidFill>
                  <a:schemeClr val="accent1"/>
                </a:solidFill>
                <a:latin typeface="+mj-lt"/>
              </a:defRPr>
            </a:lvl1pPr>
            <a:lvl2pPr marL="182875" indent="-182875">
              <a:spcAft>
                <a:spcPts val="200"/>
              </a:spcAft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Heading</a:t>
            </a:r>
          </a:p>
          <a:p>
            <a:pPr lvl="1"/>
            <a:r>
              <a:rPr lang="en-US"/>
              <a:t>Body text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8ACBFC19-88E9-647B-456B-987298401E2E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512137" y="5072271"/>
            <a:ext cx="4389120" cy="1005840"/>
          </a:xfrm>
        </p:spPr>
        <p:txBody>
          <a:bodyPr lIns="0" tIns="45720" rIns="0" bIns="45720" anchor="ctr"/>
          <a:lstStyle>
            <a:lvl1pPr marL="0" indent="0">
              <a:spcAft>
                <a:spcPts val="200"/>
              </a:spcAft>
              <a:buNone/>
              <a:defRPr sz="1600">
                <a:solidFill>
                  <a:schemeClr val="accent1"/>
                </a:solidFill>
                <a:latin typeface="+mj-lt"/>
              </a:defRPr>
            </a:lvl1pPr>
            <a:lvl2pPr marL="182875" indent="-182875">
              <a:spcAft>
                <a:spcPts val="200"/>
              </a:spcAft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Heading</a:t>
            </a:r>
          </a:p>
          <a:p>
            <a:pPr lvl="1"/>
            <a:r>
              <a:rPr lang="en-US"/>
              <a:t>Body text</a:t>
            </a:r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70C21BF9-98CF-2439-2FC3-3163C556C2C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512137" y="3817187"/>
            <a:ext cx="4389120" cy="1005840"/>
          </a:xfrm>
        </p:spPr>
        <p:txBody>
          <a:bodyPr lIns="0" tIns="45720" rIns="0" bIns="45720" anchor="ctr"/>
          <a:lstStyle>
            <a:lvl1pPr marL="0" indent="0">
              <a:spcAft>
                <a:spcPts val="200"/>
              </a:spcAft>
              <a:buNone/>
              <a:defRPr sz="1600">
                <a:solidFill>
                  <a:schemeClr val="accent1"/>
                </a:solidFill>
                <a:latin typeface="+mj-lt"/>
              </a:defRPr>
            </a:lvl1pPr>
            <a:lvl2pPr marL="182875" indent="-182875">
              <a:spcAft>
                <a:spcPts val="200"/>
              </a:spcAft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Heading</a:t>
            </a:r>
          </a:p>
          <a:p>
            <a:pPr lvl="1"/>
            <a:r>
              <a:rPr lang="en-US"/>
              <a:t>Body text</a:t>
            </a:r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12771577-6DF7-C28B-98C1-13903E641423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512137" y="2562105"/>
            <a:ext cx="4389120" cy="1005840"/>
          </a:xfrm>
        </p:spPr>
        <p:txBody>
          <a:bodyPr lIns="0" tIns="45720" rIns="0" bIns="45720" anchor="ctr"/>
          <a:lstStyle>
            <a:lvl1pPr marL="0" indent="0">
              <a:spcAft>
                <a:spcPts val="200"/>
              </a:spcAft>
              <a:buNone/>
              <a:defRPr sz="1600">
                <a:solidFill>
                  <a:schemeClr val="accent1"/>
                </a:solidFill>
                <a:latin typeface="+mj-lt"/>
              </a:defRPr>
            </a:lvl1pPr>
            <a:lvl2pPr marL="182875" indent="-182875">
              <a:spcAft>
                <a:spcPts val="200"/>
              </a:spcAft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Heading</a:t>
            </a:r>
          </a:p>
          <a:p>
            <a:pPr lvl="1"/>
            <a:r>
              <a:rPr lang="en-US"/>
              <a:t>Body text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E7C72D8B-534B-6DE5-0B48-3CB97967D31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7385531" y="1307023"/>
            <a:ext cx="4389120" cy="1005840"/>
          </a:xfrm>
        </p:spPr>
        <p:txBody>
          <a:bodyPr lIns="0" tIns="45720" rIns="0" bIns="45720" anchor="ctr"/>
          <a:lstStyle>
            <a:lvl1pPr marL="0" indent="0">
              <a:spcAft>
                <a:spcPts val="200"/>
              </a:spcAft>
              <a:buNone/>
              <a:defRPr sz="1600">
                <a:solidFill>
                  <a:schemeClr val="accent1"/>
                </a:solidFill>
                <a:latin typeface="+mj-lt"/>
              </a:defRPr>
            </a:lvl1pPr>
            <a:lvl2pPr marL="182875" indent="-182875">
              <a:spcAft>
                <a:spcPts val="200"/>
              </a:spcAft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Heading</a:t>
            </a:r>
          </a:p>
          <a:p>
            <a:pPr lvl="1"/>
            <a:r>
              <a:rPr lang="en-US"/>
              <a:t>Body text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E56446B9-85DF-3D97-4D7B-6A4467036639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7385531" y="2562105"/>
            <a:ext cx="4389120" cy="1005840"/>
          </a:xfrm>
        </p:spPr>
        <p:txBody>
          <a:bodyPr lIns="0" tIns="45720" rIns="0" bIns="45720" anchor="ctr"/>
          <a:lstStyle>
            <a:lvl1pPr marL="0" indent="0">
              <a:spcAft>
                <a:spcPts val="200"/>
              </a:spcAft>
              <a:buNone/>
              <a:defRPr sz="1600">
                <a:solidFill>
                  <a:schemeClr val="accent1"/>
                </a:solidFill>
                <a:latin typeface="+mj-lt"/>
              </a:defRPr>
            </a:lvl1pPr>
            <a:lvl2pPr marL="182875" indent="-182875">
              <a:spcAft>
                <a:spcPts val="200"/>
              </a:spcAft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Heading</a:t>
            </a:r>
          </a:p>
          <a:p>
            <a:pPr lvl="1"/>
            <a:r>
              <a:rPr lang="en-US"/>
              <a:t>Body text</a:t>
            </a:r>
          </a:p>
        </p:txBody>
      </p:sp>
      <p:sp>
        <p:nvSpPr>
          <p:cNvPr id="32" name="Text Placeholder 11">
            <a:extLst>
              <a:ext uri="{FF2B5EF4-FFF2-40B4-BE49-F238E27FC236}">
                <a16:creationId xmlns:a16="http://schemas.microsoft.com/office/drawing/2014/main" id="{CE2966E9-E5B2-905D-1BF4-C087E4D1BD05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7385531" y="3817187"/>
            <a:ext cx="4389120" cy="1005840"/>
          </a:xfrm>
        </p:spPr>
        <p:txBody>
          <a:bodyPr lIns="0" tIns="45720" rIns="0" bIns="45720" anchor="ctr"/>
          <a:lstStyle>
            <a:lvl1pPr marL="0" indent="0">
              <a:spcAft>
                <a:spcPts val="200"/>
              </a:spcAft>
              <a:buNone/>
              <a:defRPr sz="1600">
                <a:solidFill>
                  <a:schemeClr val="accent1"/>
                </a:solidFill>
                <a:latin typeface="+mj-lt"/>
              </a:defRPr>
            </a:lvl1pPr>
            <a:lvl2pPr marL="182875" indent="-182875">
              <a:spcAft>
                <a:spcPts val="200"/>
              </a:spcAft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Heading</a:t>
            </a:r>
          </a:p>
          <a:p>
            <a:pPr lvl="1"/>
            <a:r>
              <a:rPr lang="en-US"/>
              <a:t>Body text</a:t>
            </a:r>
          </a:p>
        </p:txBody>
      </p: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2291F0A7-9B4B-3796-A3FB-37ECE65A9A89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7385531" y="5072271"/>
            <a:ext cx="4389120" cy="1005840"/>
          </a:xfrm>
        </p:spPr>
        <p:txBody>
          <a:bodyPr lIns="0" tIns="45720" rIns="0" bIns="45720" anchor="ctr"/>
          <a:lstStyle>
            <a:lvl1pPr marL="0" indent="0">
              <a:spcAft>
                <a:spcPts val="200"/>
              </a:spcAft>
              <a:buNone/>
              <a:defRPr sz="1600">
                <a:solidFill>
                  <a:schemeClr val="accent1"/>
                </a:solidFill>
                <a:latin typeface="+mj-lt"/>
              </a:defRPr>
            </a:lvl1pPr>
            <a:lvl2pPr marL="182875" indent="-182875">
              <a:spcAft>
                <a:spcPts val="200"/>
              </a:spcAft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Heading</a:t>
            </a:r>
          </a:p>
          <a:p>
            <a:pPr lvl="1"/>
            <a:r>
              <a:rPr lang="en-US"/>
              <a:t>Body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88F45AF8-A8C0-A223-DBED-02A7C9E91B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5709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pPr defTabSz="914377"/>
            <a:fld id="{DAF489CC-3B7A-4DA5-A8C0-4984788D0EC5}" type="slidenum">
              <a:rPr lang="nl-NL" smtClean="0">
                <a:solidFill>
                  <a:srgbClr val="00005C"/>
                </a:solidFill>
              </a:rPr>
              <a:pPr defTabSz="914377"/>
              <a:t>‹#›</a:t>
            </a:fld>
            <a:endParaRPr lang="nl-NL">
              <a:solidFill>
                <a:srgbClr val="0000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16710280"/>
      </p:ext>
    </p:extLst>
  </p:cSld>
  <p:clrMapOvr>
    <a:masterClrMapping/>
  </p:clrMapOvr>
</p:sldLayout>
</file>

<file path=ppt/slideLayouts/slideLayout1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ircle tex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2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6" y="709991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594" indent="0">
              <a:buNone/>
              <a:defRPr/>
            </a:lvl2pPr>
            <a:lvl3pPr marL="457189" indent="0">
              <a:buNone/>
              <a:defRPr/>
            </a:lvl3pPr>
            <a:lvl4pPr marL="685783" indent="0">
              <a:buNone/>
              <a:defRPr/>
            </a:lvl4pPr>
            <a:lvl5pPr marL="914377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A89770E9-16F2-7FFA-DCB8-9440D4376679}"/>
              </a:ext>
            </a:extLst>
          </p:cNvPr>
          <p:cNvSpPr>
            <a:spLocks noGrp="1" noChangeAspect="1"/>
          </p:cNvSpPr>
          <p:nvPr>
            <p:ph type="body" sz="quarter" idx="14" hasCustomPrompt="1"/>
          </p:nvPr>
        </p:nvSpPr>
        <p:spPr>
          <a:xfrm>
            <a:off x="425451" y="1446213"/>
            <a:ext cx="1051560" cy="1051560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/>
          <a:lstStyle>
            <a:lvl1pPr marL="0" indent="0" algn="ctr"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+mj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en-IN"/>
              <a:t>Text only</a:t>
            </a:r>
            <a:endParaRPr lang="en-US"/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1F13AE0-9183-D602-5CE3-A9A8CFB65524}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>
          <a:xfrm>
            <a:off x="425451" y="2638464"/>
            <a:ext cx="1051560" cy="1051560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anchor="ctr"/>
          <a:lstStyle>
            <a:lvl1pPr marL="0" indent="0" algn="ctr"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+mj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en-IN"/>
              <a:t>Text only</a:t>
            </a:r>
            <a:endParaRPr lang="en-US"/>
          </a:p>
        </p:txBody>
      </p:sp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9AAE432B-E20C-7DDA-7B74-202DD9899130}"/>
              </a:ext>
            </a:extLst>
          </p:cNvPr>
          <p:cNvSpPr>
            <a:spLocks noGrp="1" noChangeAspect="1"/>
          </p:cNvSpPr>
          <p:nvPr>
            <p:ph type="body" sz="quarter" idx="16" hasCustomPrompt="1"/>
          </p:nvPr>
        </p:nvSpPr>
        <p:spPr>
          <a:xfrm>
            <a:off x="425451" y="3832331"/>
            <a:ext cx="1051560" cy="1051560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/>
          <a:lstStyle>
            <a:lvl1pPr marL="0" indent="0" algn="ctr"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+mj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en-IN"/>
              <a:t>Text only</a:t>
            </a:r>
            <a:endParaRPr lang="en-US"/>
          </a:p>
        </p:txBody>
      </p:sp>
      <p:sp>
        <p:nvSpPr>
          <p:cNvPr id="15" name="Text Placeholder 11">
            <a:extLst>
              <a:ext uri="{FF2B5EF4-FFF2-40B4-BE49-F238E27FC236}">
                <a16:creationId xmlns:a16="http://schemas.microsoft.com/office/drawing/2014/main" id="{6AA48CE4-D48F-1815-952F-AE9234ABC8B0}"/>
              </a:ext>
            </a:extLst>
          </p:cNvPr>
          <p:cNvSpPr>
            <a:spLocks noGrp="1" noChangeAspect="1"/>
          </p:cNvSpPr>
          <p:nvPr>
            <p:ph type="body" sz="quarter" idx="17" hasCustomPrompt="1"/>
          </p:nvPr>
        </p:nvSpPr>
        <p:spPr>
          <a:xfrm>
            <a:off x="425451" y="5025391"/>
            <a:ext cx="1051560" cy="1051560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/>
          <a:lstStyle>
            <a:lvl1pPr marL="0" indent="0" algn="ctr"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+mj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en-IN"/>
              <a:t>Text only</a:t>
            </a:r>
            <a:endParaRPr lang="en-US"/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9FCB7CB-F0E3-E9F1-33DB-E06C950D986F}"/>
              </a:ext>
            </a:extLst>
          </p:cNvPr>
          <p:cNvCxnSpPr/>
          <p:nvPr userDrawn="1"/>
        </p:nvCxnSpPr>
        <p:spPr>
          <a:xfrm>
            <a:off x="1643607" y="2568119"/>
            <a:ext cx="1012294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D6C658A-1C1E-8319-759A-C14D8B1EDFF1}"/>
              </a:ext>
            </a:extLst>
          </p:cNvPr>
          <p:cNvCxnSpPr/>
          <p:nvPr userDrawn="1"/>
        </p:nvCxnSpPr>
        <p:spPr>
          <a:xfrm>
            <a:off x="1643607" y="3761179"/>
            <a:ext cx="1012294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DCFDCD5-F742-BE4C-C5AC-89AD0A324771}"/>
              </a:ext>
            </a:extLst>
          </p:cNvPr>
          <p:cNvCxnSpPr/>
          <p:nvPr userDrawn="1"/>
        </p:nvCxnSpPr>
        <p:spPr>
          <a:xfrm>
            <a:off x="1643607" y="4954641"/>
            <a:ext cx="1012294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F190266A-6EA5-DA1F-2689-9203581580EC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1643607" y="1469073"/>
            <a:ext cx="10122944" cy="1005840"/>
          </a:xfrm>
        </p:spPr>
        <p:txBody>
          <a:bodyPr lIns="0" tIns="45720" rIns="0" bIns="45720" anchor="ctr"/>
          <a:lstStyle>
            <a:lvl1pPr marL="0" indent="0">
              <a:spcAft>
                <a:spcPts val="200"/>
              </a:spcAft>
              <a:buNone/>
              <a:defRPr sz="1600">
                <a:solidFill>
                  <a:schemeClr val="accent1"/>
                </a:solidFill>
                <a:latin typeface="+mj-lt"/>
              </a:defRPr>
            </a:lvl1pPr>
            <a:lvl2pPr marL="182875" indent="-182875">
              <a:spcAft>
                <a:spcPts val="200"/>
              </a:spcAft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Heading</a:t>
            </a:r>
          </a:p>
          <a:p>
            <a:pPr lvl="1"/>
            <a:r>
              <a:rPr lang="en-US"/>
              <a:t>Body text</a:t>
            </a:r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5401359C-8F5C-6329-FB4C-ACDB3E530D46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643607" y="2661324"/>
            <a:ext cx="10122944" cy="1005840"/>
          </a:xfrm>
        </p:spPr>
        <p:txBody>
          <a:bodyPr lIns="0" tIns="45720" rIns="0" bIns="45720" anchor="ctr"/>
          <a:lstStyle>
            <a:lvl1pPr marL="0" indent="0">
              <a:spcAft>
                <a:spcPts val="200"/>
              </a:spcAft>
              <a:buNone/>
              <a:defRPr sz="1600">
                <a:solidFill>
                  <a:schemeClr val="accent3"/>
                </a:solidFill>
                <a:latin typeface="+mj-lt"/>
              </a:defRPr>
            </a:lvl1pPr>
            <a:lvl2pPr marL="182875" indent="-182875">
              <a:spcAft>
                <a:spcPts val="200"/>
              </a:spcAft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Heading</a:t>
            </a:r>
          </a:p>
          <a:p>
            <a:pPr lvl="1"/>
            <a:r>
              <a:rPr lang="en-US"/>
              <a:t>Body text</a:t>
            </a:r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46420016-65BB-65D1-7A9B-BC72F9D6828A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643607" y="3855191"/>
            <a:ext cx="10122944" cy="1005840"/>
          </a:xfrm>
        </p:spPr>
        <p:txBody>
          <a:bodyPr lIns="0" tIns="45720" rIns="0" bIns="45720" anchor="ctr"/>
          <a:lstStyle>
            <a:lvl1pPr marL="0" indent="0">
              <a:spcAft>
                <a:spcPts val="200"/>
              </a:spcAft>
              <a:buNone/>
              <a:defRPr sz="1600">
                <a:solidFill>
                  <a:schemeClr val="accent5"/>
                </a:solidFill>
                <a:latin typeface="+mj-lt"/>
              </a:defRPr>
            </a:lvl1pPr>
            <a:lvl2pPr marL="182875" indent="-182875">
              <a:spcAft>
                <a:spcPts val="200"/>
              </a:spcAft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Heading</a:t>
            </a:r>
          </a:p>
          <a:p>
            <a:pPr lvl="1"/>
            <a:r>
              <a:rPr lang="en-US"/>
              <a:t>Body text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2E30510B-0B2F-B2B8-13C1-8A4B008236D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643607" y="5048251"/>
            <a:ext cx="10122944" cy="1005840"/>
          </a:xfrm>
        </p:spPr>
        <p:txBody>
          <a:bodyPr lIns="0" tIns="45720" rIns="0" bIns="45720" anchor="ctr"/>
          <a:lstStyle>
            <a:lvl1pPr marL="0" indent="0">
              <a:spcAft>
                <a:spcPts val="200"/>
              </a:spcAft>
              <a:buNone/>
              <a:defRPr sz="1600">
                <a:solidFill>
                  <a:schemeClr val="accent6"/>
                </a:solidFill>
                <a:latin typeface="+mj-lt"/>
              </a:defRPr>
            </a:lvl1pPr>
            <a:lvl2pPr marL="182875" indent="-182875">
              <a:spcAft>
                <a:spcPts val="200"/>
              </a:spcAft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Heading</a:t>
            </a:r>
          </a:p>
          <a:p>
            <a:pPr lvl="1"/>
            <a:r>
              <a:rPr lang="en-US"/>
              <a:t>Body text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7F83E17-8512-7962-C5E1-591C2FB9ADD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5709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pPr defTabSz="914377"/>
            <a:fld id="{DAF489CC-3B7A-4DA5-A8C0-4984788D0EC5}" type="slidenum">
              <a:rPr lang="nl-NL" smtClean="0">
                <a:solidFill>
                  <a:srgbClr val="00005C"/>
                </a:solidFill>
              </a:rPr>
              <a:pPr defTabSz="914377"/>
              <a:t>‹#›</a:t>
            </a:fld>
            <a:endParaRPr lang="nl-NL">
              <a:solidFill>
                <a:srgbClr val="0000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71391671"/>
      </p:ext>
    </p:extLst>
  </p:cSld>
  <p:clrMapOvr>
    <a:masterClrMapping/>
  </p:clrMapOvr>
</p:sldLayout>
</file>

<file path=ppt/slideLayouts/slideLayout1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Four circle text 1b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925B4298-4DFC-5A17-A61C-10AF6A947F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643607" y="1469073"/>
            <a:ext cx="10122944" cy="1005840"/>
          </a:xfrm>
        </p:spPr>
        <p:txBody>
          <a:bodyPr lIns="0" tIns="45720" rIns="0" bIns="45720" anchor="ctr"/>
          <a:lstStyle>
            <a:lvl1pPr marL="182875" indent="-182875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2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6" y="709991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594" indent="0">
              <a:buNone/>
              <a:defRPr/>
            </a:lvl2pPr>
            <a:lvl3pPr marL="457189" indent="0">
              <a:buNone/>
              <a:defRPr/>
            </a:lvl3pPr>
            <a:lvl4pPr marL="685783" indent="0">
              <a:buNone/>
              <a:defRPr/>
            </a:lvl4pPr>
            <a:lvl5pPr marL="914377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4735C080-32FA-626B-8BAA-894D7FBECC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643607" y="2661324"/>
            <a:ext cx="10122944" cy="1005840"/>
          </a:xfrm>
        </p:spPr>
        <p:txBody>
          <a:bodyPr lIns="0" tIns="45720" rIns="0" bIns="45720" anchor="ctr"/>
          <a:lstStyle>
            <a:lvl1pPr marL="182875" indent="-182875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B27BDBB0-751D-2EB5-F060-4BB0656BBE5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643607" y="3855191"/>
            <a:ext cx="10122944" cy="1005840"/>
          </a:xfrm>
        </p:spPr>
        <p:txBody>
          <a:bodyPr lIns="0" tIns="45720" rIns="0" bIns="45720" anchor="ctr"/>
          <a:lstStyle>
            <a:lvl1pPr marL="182875" indent="-182875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25BAE7B8-AA80-9379-0D79-99D8A5FB8883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1643607" y="5048251"/>
            <a:ext cx="10122944" cy="1005840"/>
          </a:xfrm>
        </p:spPr>
        <p:txBody>
          <a:bodyPr lIns="0" tIns="45720" rIns="0" bIns="45720" anchor="ctr"/>
          <a:lstStyle>
            <a:lvl1pPr marL="182875" indent="-182875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Body text</a:t>
            </a:r>
          </a:p>
        </p:txBody>
      </p: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B9FCB7CB-F0E3-E9F1-33DB-E06C950D986F}"/>
              </a:ext>
            </a:extLst>
          </p:cNvPr>
          <p:cNvCxnSpPr/>
          <p:nvPr userDrawn="1"/>
        </p:nvCxnSpPr>
        <p:spPr>
          <a:xfrm>
            <a:off x="1643607" y="2568119"/>
            <a:ext cx="1012294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D6C658A-1C1E-8319-759A-C14D8B1EDFF1}"/>
              </a:ext>
            </a:extLst>
          </p:cNvPr>
          <p:cNvCxnSpPr/>
          <p:nvPr userDrawn="1"/>
        </p:nvCxnSpPr>
        <p:spPr>
          <a:xfrm>
            <a:off x="1643607" y="3761179"/>
            <a:ext cx="1012294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Connector 21">
            <a:extLst>
              <a:ext uri="{FF2B5EF4-FFF2-40B4-BE49-F238E27FC236}">
                <a16:creationId xmlns:a16="http://schemas.microsoft.com/office/drawing/2014/main" id="{CDCFDCD5-F742-BE4C-C5AC-89AD0A324771}"/>
              </a:ext>
            </a:extLst>
          </p:cNvPr>
          <p:cNvCxnSpPr/>
          <p:nvPr userDrawn="1"/>
        </p:nvCxnSpPr>
        <p:spPr>
          <a:xfrm>
            <a:off x="1643607" y="4954641"/>
            <a:ext cx="10122943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D73F7F6A-A03C-29C6-C5D4-5A7B3542360A}"/>
              </a:ext>
            </a:extLst>
          </p:cNvPr>
          <p:cNvSpPr>
            <a:spLocks noGrp="1" noChangeAspect="1"/>
          </p:cNvSpPr>
          <p:nvPr>
            <p:ph type="body" sz="quarter" idx="14" hasCustomPrompt="1"/>
          </p:nvPr>
        </p:nvSpPr>
        <p:spPr>
          <a:xfrm>
            <a:off x="425451" y="1446213"/>
            <a:ext cx="1051560" cy="1051560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/>
          <a:lstStyle>
            <a:lvl1pPr marL="0" indent="0" algn="ctr"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+mj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en-IN"/>
              <a:t>Text only</a:t>
            </a:r>
            <a:endParaRPr lang="en-US"/>
          </a:p>
        </p:txBody>
      </p:sp>
      <p:sp>
        <p:nvSpPr>
          <p:cNvPr id="5" name="Text Placeholder 11">
            <a:extLst>
              <a:ext uri="{FF2B5EF4-FFF2-40B4-BE49-F238E27FC236}">
                <a16:creationId xmlns:a16="http://schemas.microsoft.com/office/drawing/2014/main" id="{B7BFB2D0-1EAF-DCB0-6345-DF88DCCF0E69}"/>
              </a:ext>
            </a:extLst>
          </p:cNvPr>
          <p:cNvSpPr>
            <a:spLocks noGrp="1" noChangeAspect="1"/>
          </p:cNvSpPr>
          <p:nvPr>
            <p:ph type="body" sz="quarter" idx="15" hasCustomPrompt="1"/>
          </p:nvPr>
        </p:nvSpPr>
        <p:spPr>
          <a:xfrm>
            <a:off x="425451" y="2638464"/>
            <a:ext cx="1051560" cy="1051560"/>
          </a:xfrm>
          <a:prstGeom prst="ellipse">
            <a:avLst/>
          </a:prstGeom>
          <a:solidFill>
            <a:schemeClr val="accent3"/>
          </a:solidFill>
        </p:spPr>
        <p:txBody>
          <a:bodyPr lIns="0" tIns="0" rIns="0" bIns="0" anchor="ctr"/>
          <a:lstStyle>
            <a:lvl1pPr marL="0" indent="0" algn="ctr"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+mj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en-IN"/>
              <a:t>Text only</a:t>
            </a:r>
            <a:endParaRPr lang="en-US"/>
          </a:p>
        </p:txBody>
      </p:sp>
      <p:sp>
        <p:nvSpPr>
          <p:cNvPr id="6" name="Text Placeholder 11">
            <a:extLst>
              <a:ext uri="{FF2B5EF4-FFF2-40B4-BE49-F238E27FC236}">
                <a16:creationId xmlns:a16="http://schemas.microsoft.com/office/drawing/2014/main" id="{42951087-268C-82C9-8EE2-ACDB75F9C8F8}"/>
              </a:ext>
            </a:extLst>
          </p:cNvPr>
          <p:cNvSpPr>
            <a:spLocks noGrp="1" noChangeAspect="1"/>
          </p:cNvSpPr>
          <p:nvPr>
            <p:ph type="body" sz="quarter" idx="16" hasCustomPrompt="1"/>
          </p:nvPr>
        </p:nvSpPr>
        <p:spPr>
          <a:xfrm>
            <a:off x="425451" y="3832331"/>
            <a:ext cx="1051560" cy="1051560"/>
          </a:xfrm>
          <a:prstGeom prst="ellipse">
            <a:avLst/>
          </a:prstGeom>
          <a:solidFill>
            <a:schemeClr val="accent5"/>
          </a:solidFill>
        </p:spPr>
        <p:txBody>
          <a:bodyPr lIns="0" tIns="0" rIns="0" bIns="0" anchor="ctr"/>
          <a:lstStyle>
            <a:lvl1pPr marL="0" indent="0" algn="ctr"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+mj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en-IN"/>
              <a:t>Text only</a:t>
            </a:r>
            <a:endParaRPr lang="en-US"/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D6FBDD42-ED0C-5362-9314-8816E840A6CF}"/>
              </a:ext>
            </a:extLst>
          </p:cNvPr>
          <p:cNvSpPr>
            <a:spLocks noGrp="1" noChangeAspect="1"/>
          </p:cNvSpPr>
          <p:nvPr>
            <p:ph type="body" sz="quarter" idx="17" hasCustomPrompt="1"/>
          </p:nvPr>
        </p:nvSpPr>
        <p:spPr>
          <a:xfrm>
            <a:off x="425451" y="5025391"/>
            <a:ext cx="1051560" cy="1051560"/>
          </a:xfrm>
          <a:prstGeom prst="ellipse">
            <a:avLst/>
          </a:prstGeom>
          <a:solidFill>
            <a:schemeClr val="accent6"/>
          </a:solidFill>
        </p:spPr>
        <p:txBody>
          <a:bodyPr lIns="0" tIns="0" rIns="0" bIns="0" anchor="ctr"/>
          <a:lstStyle>
            <a:lvl1pPr marL="0" indent="0" algn="ctr"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+mj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en-IN"/>
              <a:t>Text only</a:t>
            </a:r>
            <a:endParaRPr 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25805B27-E793-67C5-14F5-AF176406658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5709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pPr defTabSz="914377"/>
            <a:fld id="{DAF489CC-3B7A-4DA5-A8C0-4984788D0EC5}" type="slidenum">
              <a:rPr lang="nl-NL" smtClean="0">
                <a:solidFill>
                  <a:srgbClr val="00005C"/>
                </a:solidFill>
              </a:rPr>
              <a:pPr defTabSz="914377"/>
              <a:t>‹#›</a:t>
            </a:fld>
            <a:endParaRPr lang="nl-NL">
              <a:solidFill>
                <a:srgbClr val="0000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35583351"/>
      </p:ext>
    </p:extLst>
  </p:cSld>
  <p:clrMapOvr>
    <a:masterClrMapping/>
  </p:clrMapOvr>
</p:sldLayout>
</file>

<file path=ppt/slideLayouts/slideLayout1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ight circl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11">
            <a:extLst>
              <a:ext uri="{FF2B5EF4-FFF2-40B4-BE49-F238E27FC236}">
                <a16:creationId xmlns:a16="http://schemas.microsoft.com/office/drawing/2014/main" id="{925B4298-4DFC-5A17-A61C-10AF6A947FE7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1585732" y="1469073"/>
            <a:ext cx="4328659" cy="1005840"/>
          </a:xfrm>
        </p:spPr>
        <p:txBody>
          <a:bodyPr lIns="0" tIns="45720" rIns="0" bIns="45720" anchor="ctr"/>
          <a:lstStyle>
            <a:lvl1pPr marL="182875" indent="-182875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2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6" y="709991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594" indent="0">
              <a:buNone/>
              <a:defRPr/>
            </a:lvl2pPr>
            <a:lvl3pPr marL="457189" indent="0">
              <a:buNone/>
              <a:defRPr/>
            </a:lvl3pPr>
            <a:lvl4pPr marL="685783" indent="0">
              <a:buNone/>
              <a:defRPr/>
            </a:lvl4pPr>
            <a:lvl5pPr marL="914377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sp>
        <p:nvSpPr>
          <p:cNvPr id="11" name="Text Placeholder 11">
            <a:extLst>
              <a:ext uri="{FF2B5EF4-FFF2-40B4-BE49-F238E27FC236}">
                <a16:creationId xmlns:a16="http://schemas.microsoft.com/office/drawing/2014/main" id="{A89770E9-16F2-7FFA-DCB8-9440D4376679}"/>
              </a:ext>
            </a:extLst>
          </p:cNvPr>
          <p:cNvSpPr>
            <a:spLocks noGrp="1" noChangeAspect="1"/>
          </p:cNvSpPr>
          <p:nvPr>
            <p:ph type="body" sz="quarter" idx="14" hasCustomPrompt="1"/>
          </p:nvPr>
        </p:nvSpPr>
        <p:spPr>
          <a:xfrm>
            <a:off x="425451" y="1469073"/>
            <a:ext cx="1005840" cy="1005840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/>
          <a:lstStyle>
            <a:lvl1pPr marL="0" indent="0" algn="ctr"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+mj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en-IN"/>
              <a:t>Text only</a:t>
            </a:r>
            <a:endParaRPr lang="en-US"/>
          </a:p>
        </p:txBody>
      </p:sp>
      <p:sp>
        <p:nvSpPr>
          <p:cNvPr id="16" name="Text Placeholder 11">
            <a:extLst>
              <a:ext uri="{FF2B5EF4-FFF2-40B4-BE49-F238E27FC236}">
                <a16:creationId xmlns:a16="http://schemas.microsoft.com/office/drawing/2014/main" id="{4735C080-32FA-626B-8BAA-894D7FBECC72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1585732" y="2669751"/>
            <a:ext cx="4328659" cy="1005840"/>
          </a:xfrm>
        </p:spPr>
        <p:txBody>
          <a:bodyPr lIns="0" tIns="45720" rIns="0" bIns="45720" anchor="ctr"/>
          <a:lstStyle>
            <a:lvl1pPr marL="182875" indent="-182875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B27BDBB0-751D-2EB5-F060-4BB0656BBE5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1585732" y="3870429"/>
            <a:ext cx="4328659" cy="1005840"/>
          </a:xfrm>
        </p:spPr>
        <p:txBody>
          <a:bodyPr lIns="0" tIns="45720" rIns="0" bIns="45720" anchor="ctr"/>
          <a:lstStyle>
            <a:lvl1pPr marL="182875" indent="-182875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Body text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8B11C842-3283-E596-DE19-3297AED53101}"/>
              </a:ext>
            </a:extLst>
          </p:cNvPr>
          <p:cNvCxnSpPr>
            <a:cxnSpLocks/>
          </p:cNvCxnSpPr>
          <p:nvPr userDrawn="1"/>
        </p:nvCxnSpPr>
        <p:spPr>
          <a:xfrm>
            <a:off x="1585732" y="3773009"/>
            <a:ext cx="432511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>
            <a:extLst>
              <a:ext uri="{FF2B5EF4-FFF2-40B4-BE49-F238E27FC236}">
                <a16:creationId xmlns:a16="http://schemas.microsoft.com/office/drawing/2014/main" id="{3C5E0B42-4FAD-B122-9855-574B2EA9EF99}"/>
              </a:ext>
            </a:extLst>
          </p:cNvPr>
          <p:cNvCxnSpPr>
            <a:cxnSpLocks/>
          </p:cNvCxnSpPr>
          <p:nvPr userDrawn="1"/>
        </p:nvCxnSpPr>
        <p:spPr>
          <a:xfrm>
            <a:off x="1585732" y="2572332"/>
            <a:ext cx="432511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Text Placeholder 11">
            <a:extLst>
              <a:ext uri="{FF2B5EF4-FFF2-40B4-BE49-F238E27FC236}">
                <a16:creationId xmlns:a16="http://schemas.microsoft.com/office/drawing/2014/main" id="{A275FC47-DC0A-178E-6514-4A3C25D3036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1585732" y="5071111"/>
            <a:ext cx="4328659" cy="1005840"/>
          </a:xfrm>
        </p:spPr>
        <p:txBody>
          <a:bodyPr lIns="0" tIns="45720" rIns="0" bIns="45720" anchor="ctr"/>
          <a:lstStyle>
            <a:lvl1pPr marL="182875" indent="-182875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Body text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6CDB6E7F-7626-2933-1F97-7A46A34A7E06}"/>
              </a:ext>
            </a:extLst>
          </p:cNvPr>
          <p:cNvCxnSpPr>
            <a:cxnSpLocks/>
          </p:cNvCxnSpPr>
          <p:nvPr userDrawn="1"/>
        </p:nvCxnSpPr>
        <p:spPr>
          <a:xfrm>
            <a:off x="1585732" y="4973688"/>
            <a:ext cx="432511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 Placeholder 11">
            <a:extLst>
              <a:ext uri="{FF2B5EF4-FFF2-40B4-BE49-F238E27FC236}">
                <a16:creationId xmlns:a16="http://schemas.microsoft.com/office/drawing/2014/main" id="{F21F880F-FB7C-4634-306F-F1211CD4DE2E}"/>
              </a:ext>
            </a:extLst>
          </p:cNvPr>
          <p:cNvSpPr>
            <a:spLocks noGrp="1" noChangeAspect="1"/>
          </p:cNvSpPr>
          <p:nvPr>
            <p:ph type="body" sz="quarter" idx="27" hasCustomPrompt="1"/>
          </p:nvPr>
        </p:nvSpPr>
        <p:spPr>
          <a:xfrm>
            <a:off x="425451" y="2669752"/>
            <a:ext cx="1005840" cy="1005840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/>
          <a:lstStyle>
            <a:lvl1pPr marL="0" indent="0" algn="ctr"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+mj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en-IN"/>
              <a:t>Text only</a:t>
            </a:r>
            <a:endParaRPr lang="en-US"/>
          </a:p>
        </p:txBody>
      </p:sp>
      <p:sp>
        <p:nvSpPr>
          <p:cNvPr id="10" name="Text Placeholder 11">
            <a:extLst>
              <a:ext uri="{FF2B5EF4-FFF2-40B4-BE49-F238E27FC236}">
                <a16:creationId xmlns:a16="http://schemas.microsoft.com/office/drawing/2014/main" id="{279C447D-3CA9-F6B7-7D94-8FE95A45534D}"/>
              </a:ext>
            </a:extLst>
          </p:cNvPr>
          <p:cNvSpPr>
            <a:spLocks noGrp="1" noChangeAspect="1"/>
          </p:cNvSpPr>
          <p:nvPr>
            <p:ph type="body" sz="quarter" idx="28" hasCustomPrompt="1"/>
          </p:nvPr>
        </p:nvSpPr>
        <p:spPr>
          <a:xfrm>
            <a:off x="425451" y="3870431"/>
            <a:ext cx="1005840" cy="1005840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/>
          <a:lstStyle>
            <a:lvl1pPr marL="0" indent="0" algn="ctr"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+mj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en-IN"/>
              <a:t>Text only</a:t>
            </a:r>
            <a:endParaRPr lang="en-US"/>
          </a:p>
        </p:txBody>
      </p:sp>
      <p:sp>
        <p:nvSpPr>
          <p:cNvPr id="24" name="Text Placeholder 11">
            <a:extLst>
              <a:ext uri="{FF2B5EF4-FFF2-40B4-BE49-F238E27FC236}">
                <a16:creationId xmlns:a16="http://schemas.microsoft.com/office/drawing/2014/main" id="{E8B13DF0-07C0-23DB-928E-C1C480CADC08}"/>
              </a:ext>
            </a:extLst>
          </p:cNvPr>
          <p:cNvSpPr>
            <a:spLocks noGrp="1" noChangeAspect="1"/>
          </p:cNvSpPr>
          <p:nvPr>
            <p:ph type="body" sz="quarter" idx="29" hasCustomPrompt="1"/>
          </p:nvPr>
        </p:nvSpPr>
        <p:spPr>
          <a:xfrm>
            <a:off x="425451" y="5071111"/>
            <a:ext cx="1005840" cy="1005840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/>
          <a:lstStyle>
            <a:lvl1pPr marL="0" indent="0" algn="ctr"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+mj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en-IN"/>
              <a:t>Text only</a:t>
            </a:r>
            <a:endParaRPr lang="en-US"/>
          </a:p>
        </p:txBody>
      </p:sp>
      <p:sp>
        <p:nvSpPr>
          <p:cNvPr id="25" name="Text Placeholder 11">
            <a:extLst>
              <a:ext uri="{FF2B5EF4-FFF2-40B4-BE49-F238E27FC236}">
                <a16:creationId xmlns:a16="http://schemas.microsoft.com/office/drawing/2014/main" id="{2FD121F6-8F18-F351-DBC7-3754FAF17745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7437893" y="1469073"/>
            <a:ext cx="4328659" cy="1005840"/>
          </a:xfrm>
        </p:spPr>
        <p:txBody>
          <a:bodyPr lIns="0" tIns="45720" rIns="0" bIns="45720" anchor="ctr"/>
          <a:lstStyle>
            <a:lvl1pPr marL="182875" indent="-182875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26" name="Text Placeholder 11">
            <a:extLst>
              <a:ext uri="{FF2B5EF4-FFF2-40B4-BE49-F238E27FC236}">
                <a16:creationId xmlns:a16="http://schemas.microsoft.com/office/drawing/2014/main" id="{38FFF44D-3DD9-2074-EE5A-CD230E0EF2E3}"/>
              </a:ext>
            </a:extLst>
          </p:cNvPr>
          <p:cNvSpPr>
            <a:spLocks noGrp="1" noChangeAspect="1"/>
          </p:cNvSpPr>
          <p:nvPr>
            <p:ph type="body" sz="quarter" idx="31" hasCustomPrompt="1"/>
          </p:nvPr>
        </p:nvSpPr>
        <p:spPr>
          <a:xfrm>
            <a:off x="6277612" y="1469073"/>
            <a:ext cx="1005840" cy="1005840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/>
          <a:lstStyle>
            <a:lvl1pPr marL="0" indent="0" algn="ctr"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+mj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en-IN"/>
              <a:t>Text only</a:t>
            </a:r>
            <a:endParaRPr lang="en-US"/>
          </a:p>
        </p:txBody>
      </p:sp>
      <p:sp>
        <p:nvSpPr>
          <p:cNvPr id="27" name="Text Placeholder 11">
            <a:extLst>
              <a:ext uri="{FF2B5EF4-FFF2-40B4-BE49-F238E27FC236}">
                <a16:creationId xmlns:a16="http://schemas.microsoft.com/office/drawing/2014/main" id="{767642CB-C789-58FD-115F-E4DFAD0EB09C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437893" y="2669751"/>
            <a:ext cx="4328659" cy="1005840"/>
          </a:xfrm>
        </p:spPr>
        <p:txBody>
          <a:bodyPr lIns="0" tIns="45720" rIns="0" bIns="45720" anchor="ctr"/>
          <a:lstStyle>
            <a:lvl1pPr marL="182875" indent="-182875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Body text</a:t>
            </a:r>
          </a:p>
        </p:txBody>
      </p:sp>
      <p:sp>
        <p:nvSpPr>
          <p:cNvPr id="28" name="Text Placeholder 11">
            <a:extLst>
              <a:ext uri="{FF2B5EF4-FFF2-40B4-BE49-F238E27FC236}">
                <a16:creationId xmlns:a16="http://schemas.microsoft.com/office/drawing/2014/main" id="{303C1E23-393C-1C89-1D7F-C9C3B6C502F6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437893" y="3870429"/>
            <a:ext cx="4328659" cy="1005840"/>
          </a:xfrm>
        </p:spPr>
        <p:txBody>
          <a:bodyPr lIns="0" tIns="45720" rIns="0" bIns="45720" anchor="ctr"/>
          <a:lstStyle>
            <a:lvl1pPr marL="182875" indent="-182875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Body text</a:t>
            </a:r>
          </a:p>
        </p:txBody>
      </p: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7A2FDD71-D37A-FD5D-32D8-73CE6AAACBFF}"/>
              </a:ext>
            </a:extLst>
          </p:cNvPr>
          <p:cNvCxnSpPr>
            <a:cxnSpLocks/>
          </p:cNvCxnSpPr>
          <p:nvPr userDrawn="1"/>
        </p:nvCxnSpPr>
        <p:spPr>
          <a:xfrm>
            <a:off x="7437895" y="3773009"/>
            <a:ext cx="432511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01415C93-4DCF-B7CB-80ED-110311DD037A}"/>
              </a:ext>
            </a:extLst>
          </p:cNvPr>
          <p:cNvCxnSpPr>
            <a:cxnSpLocks/>
          </p:cNvCxnSpPr>
          <p:nvPr userDrawn="1"/>
        </p:nvCxnSpPr>
        <p:spPr>
          <a:xfrm>
            <a:off x="7437895" y="2572332"/>
            <a:ext cx="432511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Text Placeholder 11">
            <a:extLst>
              <a:ext uri="{FF2B5EF4-FFF2-40B4-BE49-F238E27FC236}">
                <a16:creationId xmlns:a16="http://schemas.microsoft.com/office/drawing/2014/main" id="{3E87BD83-BA4C-45EB-3B54-F2529CA8447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7437893" y="5071111"/>
            <a:ext cx="4328659" cy="1005840"/>
          </a:xfrm>
        </p:spPr>
        <p:txBody>
          <a:bodyPr lIns="0" tIns="45720" rIns="0" bIns="45720" anchor="ctr"/>
          <a:lstStyle>
            <a:lvl1pPr marL="182875" indent="-182875"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400"/>
            </a:lvl4pPr>
          </a:lstStyle>
          <a:p>
            <a:pPr lvl="0"/>
            <a:r>
              <a:rPr lang="en-US"/>
              <a:t>Body text</a:t>
            </a:r>
          </a:p>
        </p:txBody>
      </p:sp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3F9CE9F6-6355-A268-FC3F-D648B8F23A64}"/>
              </a:ext>
            </a:extLst>
          </p:cNvPr>
          <p:cNvCxnSpPr>
            <a:cxnSpLocks/>
          </p:cNvCxnSpPr>
          <p:nvPr userDrawn="1"/>
        </p:nvCxnSpPr>
        <p:spPr>
          <a:xfrm>
            <a:off x="7437895" y="4973688"/>
            <a:ext cx="4325112" cy="0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 Placeholder 11">
            <a:extLst>
              <a:ext uri="{FF2B5EF4-FFF2-40B4-BE49-F238E27FC236}">
                <a16:creationId xmlns:a16="http://schemas.microsoft.com/office/drawing/2014/main" id="{E8B77CFA-033A-8C42-DC31-5E9EB70B6CB6}"/>
              </a:ext>
            </a:extLst>
          </p:cNvPr>
          <p:cNvSpPr>
            <a:spLocks noGrp="1" noChangeAspect="1"/>
          </p:cNvSpPr>
          <p:nvPr>
            <p:ph type="body" sz="quarter" idx="35" hasCustomPrompt="1"/>
          </p:nvPr>
        </p:nvSpPr>
        <p:spPr>
          <a:xfrm>
            <a:off x="6277612" y="2669752"/>
            <a:ext cx="1005840" cy="1005840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/>
          <a:lstStyle>
            <a:lvl1pPr marL="0" indent="0" algn="ctr"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+mj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en-IN"/>
              <a:t>Text only</a:t>
            </a:r>
            <a:endParaRPr lang="en-US"/>
          </a:p>
        </p:txBody>
      </p:sp>
      <p:sp>
        <p:nvSpPr>
          <p:cNvPr id="34" name="Text Placeholder 11">
            <a:extLst>
              <a:ext uri="{FF2B5EF4-FFF2-40B4-BE49-F238E27FC236}">
                <a16:creationId xmlns:a16="http://schemas.microsoft.com/office/drawing/2014/main" id="{763A6193-E0FB-D95B-DE6F-0B20335C56ED}"/>
              </a:ext>
            </a:extLst>
          </p:cNvPr>
          <p:cNvSpPr>
            <a:spLocks noGrp="1" noChangeAspect="1"/>
          </p:cNvSpPr>
          <p:nvPr>
            <p:ph type="body" sz="quarter" idx="36" hasCustomPrompt="1"/>
          </p:nvPr>
        </p:nvSpPr>
        <p:spPr>
          <a:xfrm>
            <a:off x="6277612" y="3870431"/>
            <a:ext cx="1005840" cy="1005840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/>
          <a:lstStyle>
            <a:lvl1pPr marL="0" indent="0" algn="ctr"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+mj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en-IN"/>
              <a:t>Text only</a:t>
            </a:r>
            <a:endParaRPr lang="en-US"/>
          </a:p>
        </p:txBody>
      </p:sp>
      <p:sp>
        <p:nvSpPr>
          <p:cNvPr id="35" name="Text Placeholder 11">
            <a:extLst>
              <a:ext uri="{FF2B5EF4-FFF2-40B4-BE49-F238E27FC236}">
                <a16:creationId xmlns:a16="http://schemas.microsoft.com/office/drawing/2014/main" id="{91EE428F-3890-D952-4727-56BDAAAEACA7}"/>
              </a:ext>
            </a:extLst>
          </p:cNvPr>
          <p:cNvSpPr>
            <a:spLocks noGrp="1" noChangeAspect="1"/>
          </p:cNvSpPr>
          <p:nvPr>
            <p:ph type="body" sz="quarter" idx="37" hasCustomPrompt="1"/>
          </p:nvPr>
        </p:nvSpPr>
        <p:spPr>
          <a:xfrm>
            <a:off x="6277612" y="5071111"/>
            <a:ext cx="1005840" cy="1005840"/>
          </a:xfrm>
          <a:prstGeom prst="ellipse">
            <a:avLst/>
          </a:prstGeom>
          <a:solidFill>
            <a:schemeClr val="accent1"/>
          </a:solidFill>
        </p:spPr>
        <p:txBody>
          <a:bodyPr lIns="0" tIns="0" rIns="0" bIns="0" anchor="ctr"/>
          <a:lstStyle>
            <a:lvl1pPr marL="0" indent="0" algn="ctr">
              <a:spcAft>
                <a:spcPts val="0"/>
              </a:spcAft>
              <a:buNone/>
              <a:defRPr sz="1200">
                <a:solidFill>
                  <a:schemeClr val="bg1"/>
                </a:solidFill>
                <a:latin typeface="+mj-lt"/>
              </a:defRPr>
            </a:lvl1pPr>
            <a:lvl2pPr>
              <a:defRPr sz="1600"/>
            </a:lvl2pPr>
            <a:lvl3pPr>
              <a:defRPr sz="1600"/>
            </a:lvl3pPr>
            <a:lvl4pPr>
              <a:defRPr sz="1600"/>
            </a:lvl4pPr>
          </a:lstStyle>
          <a:p>
            <a:pPr lvl="0"/>
            <a:r>
              <a:rPr lang="en-IN"/>
              <a:t>Text only</a:t>
            </a:r>
            <a:endParaRPr lang="en-US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59A5C8E2-2ADE-518A-D8DD-1D93CC3C251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5709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pPr defTabSz="914377"/>
            <a:fld id="{DAF489CC-3B7A-4DA5-A8C0-4984788D0EC5}" type="slidenum">
              <a:rPr lang="nl-NL" smtClean="0">
                <a:solidFill>
                  <a:srgbClr val="00005C"/>
                </a:solidFill>
              </a:rPr>
              <a:pPr defTabSz="914377"/>
              <a:t>‹#›</a:t>
            </a:fld>
            <a:endParaRPr lang="nl-NL">
              <a:solidFill>
                <a:srgbClr val="0000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9802005"/>
      </p:ext>
    </p:extLst>
  </p:cSld>
  <p:clrMapOvr>
    <a:masterClrMapping/>
  </p:clrMapOvr>
</p:sldLayout>
</file>

<file path=ppt/slideLayouts/slideLayout1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rcle curve content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6" y="291452"/>
            <a:ext cx="8298687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709991"/>
            <a:ext cx="8298687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594" indent="0">
              <a:buNone/>
              <a:defRPr/>
            </a:lvl2pPr>
            <a:lvl3pPr marL="457189" indent="0">
              <a:buNone/>
              <a:defRPr/>
            </a:lvl3pPr>
            <a:lvl4pPr marL="685783" indent="0">
              <a:buNone/>
              <a:defRPr/>
            </a:lvl4pPr>
            <a:lvl5pPr marL="914377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A042A46-97C5-F787-43FC-5F9827AA18E8}"/>
              </a:ext>
            </a:extLst>
          </p:cNvPr>
          <p:cNvGrpSpPr/>
          <p:nvPr userDrawn="1"/>
        </p:nvGrpSpPr>
        <p:grpSpPr>
          <a:xfrm>
            <a:off x="5962001" y="274594"/>
            <a:ext cx="5812951" cy="5812951"/>
            <a:chOff x="6364404" y="688572"/>
            <a:chExt cx="5398971" cy="5398971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19388112-1510-8BE1-AA73-ACED720525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flipV="1">
              <a:off x="6364404" y="3388057"/>
              <a:ext cx="2699486" cy="2699486"/>
            </a:xfrm>
            <a:prstGeom prst="rect">
              <a:avLst/>
            </a:prstGeom>
          </p:spPr>
        </p:pic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BD334C72-E7A6-7287-6BE0-BD3FDACC0AC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flipH="1">
              <a:off x="9063889" y="688572"/>
              <a:ext cx="2699486" cy="2699486"/>
            </a:xfrm>
            <a:prstGeom prst="rect">
              <a:avLst/>
            </a:prstGeom>
          </p:spPr>
        </p:pic>
      </p:grp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3C6A4090-631D-D30D-81B3-FF74F215083D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7130379" y="1441448"/>
            <a:ext cx="3474723" cy="347472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C5A67C2-BA18-2805-824A-56744E8DC4F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428624" y="1446213"/>
            <a:ext cx="5394960" cy="4630737"/>
          </a:xfrm>
        </p:spPr>
        <p:txBody>
          <a:bodyPr/>
          <a:lstStyle/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29F78020-D828-4016-3BC7-400A2B1744A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5709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pPr defTabSz="914377"/>
            <a:fld id="{DAF489CC-3B7A-4DA5-A8C0-4984788D0EC5}" type="slidenum">
              <a:rPr lang="nl-NL" smtClean="0">
                <a:solidFill>
                  <a:srgbClr val="00005C"/>
                </a:solidFill>
              </a:rPr>
              <a:pPr defTabSz="914377"/>
              <a:t>‹#›</a:t>
            </a:fld>
            <a:endParaRPr lang="nl-NL">
              <a:solidFill>
                <a:srgbClr val="0000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43962300"/>
      </p:ext>
    </p:extLst>
  </p:cSld>
  <p:clrMapOvr>
    <a:masterClrMapping/>
  </p:clrMapOvr>
</p:sldLayout>
</file>

<file path=ppt/slideLayouts/slideLayout1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rcle curve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514164" y="291452"/>
            <a:ext cx="8252387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514164" y="709991"/>
            <a:ext cx="8252387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594" indent="0">
              <a:buNone/>
              <a:defRPr/>
            </a:lvl2pPr>
            <a:lvl3pPr marL="457189" indent="0">
              <a:buNone/>
              <a:defRPr/>
            </a:lvl3pPr>
            <a:lvl4pPr marL="685783" indent="0">
              <a:buNone/>
              <a:defRPr/>
            </a:lvl4pPr>
            <a:lvl5pPr marL="914377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5A042A46-97C5-F787-43FC-5F9827AA18E8}"/>
              </a:ext>
            </a:extLst>
          </p:cNvPr>
          <p:cNvGrpSpPr/>
          <p:nvPr userDrawn="1"/>
        </p:nvGrpSpPr>
        <p:grpSpPr>
          <a:xfrm flipH="1">
            <a:off x="428625" y="274594"/>
            <a:ext cx="5812951" cy="5812951"/>
            <a:chOff x="6364404" y="688572"/>
            <a:chExt cx="5398971" cy="5398971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19388112-1510-8BE1-AA73-ACED720525D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flipV="1">
              <a:off x="6364404" y="3388057"/>
              <a:ext cx="2699486" cy="2699486"/>
            </a:xfrm>
            <a:prstGeom prst="rect">
              <a:avLst/>
            </a:prstGeom>
          </p:spPr>
        </p:pic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BD334C72-E7A6-7287-6BE0-BD3FDACC0AC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flipH="1">
              <a:off x="9063889" y="688572"/>
              <a:ext cx="2699486" cy="2699486"/>
            </a:xfrm>
            <a:prstGeom prst="rect">
              <a:avLst/>
            </a:prstGeom>
          </p:spPr>
        </p:pic>
      </p:grpSp>
      <p:sp>
        <p:nvSpPr>
          <p:cNvPr id="9" name="Picture Placeholder 6">
            <a:extLst>
              <a:ext uri="{FF2B5EF4-FFF2-40B4-BE49-F238E27FC236}">
                <a16:creationId xmlns:a16="http://schemas.microsoft.com/office/drawing/2014/main" id="{3C6A4090-631D-D30D-81B3-FF74F215083D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1597003" y="1441448"/>
            <a:ext cx="3474723" cy="3474720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DC5A67C2-BA18-2805-824A-56744E8DC4FA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450569" y="1446213"/>
            <a:ext cx="5315983" cy="4630737"/>
          </a:xfrm>
        </p:spPr>
        <p:txBody>
          <a:bodyPr/>
          <a:lstStyle/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516BDD6C-589C-E59D-505F-90F87C6A538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5709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pPr defTabSz="914377"/>
            <a:fld id="{DAF489CC-3B7A-4DA5-A8C0-4984788D0EC5}" type="slidenum">
              <a:rPr lang="nl-NL" smtClean="0">
                <a:solidFill>
                  <a:srgbClr val="00005C"/>
                </a:solidFill>
              </a:rPr>
              <a:pPr defTabSz="914377"/>
              <a:t>‹#›</a:t>
            </a:fld>
            <a:endParaRPr lang="nl-NL">
              <a:solidFill>
                <a:srgbClr val="0000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55853154"/>
      </p:ext>
    </p:extLst>
  </p:cSld>
  <p:clrMapOvr>
    <a:masterClrMapping/>
  </p:clrMapOvr>
</p:sldLayout>
</file>

<file path=ppt/slideLayouts/slideLayout1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rcle curve 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4" y="291452"/>
            <a:ext cx="11337925" cy="912315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Title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10954B3-5AD1-D4D0-8177-5CCD13F90ACB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5254907" y="1446213"/>
            <a:ext cx="6511644" cy="4630737"/>
          </a:xfrm>
        </p:spPr>
        <p:txBody>
          <a:bodyPr/>
          <a:lstStyle/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871AB7F8-D38E-A19C-99A8-93E4EC3A4F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6" y="709991"/>
            <a:ext cx="11337925" cy="493776"/>
          </a:xfrm>
        </p:spPr>
        <p:txBody>
          <a:bodyPr/>
          <a:lstStyle>
            <a:lvl1pPr marL="0" indent="0">
              <a:spcAft>
                <a:spcPts val="0"/>
              </a:spcAft>
              <a:buNone/>
              <a:defRPr sz="1800">
                <a:solidFill>
                  <a:schemeClr val="accent3"/>
                </a:solidFill>
                <a:latin typeface="+mj-lt"/>
              </a:defRPr>
            </a:lvl1pPr>
            <a:lvl2pPr marL="228594" indent="0">
              <a:buNone/>
              <a:defRPr/>
            </a:lvl2pPr>
            <a:lvl3pPr marL="457189" indent="0">
              <a:buNone/>
              <a:defRPr/>
            </a:lvl3pPr>
            <a:lvl4pPr marL="685783" indent="0">
              <a:buNone/>
              <a:defRPr/>
            </a:lvl4pPr>
            <a:lvl5pPr marL="914377" indent="0">
              <a:buNone/>
              <a:defRPr/>
            </a:lvl5pPr>
          </a:lstStyle>
          <a:p>
            <a:pPr lvl="0"/>
            <a:r>
              <a:rPr lang="en-US"/>
              <a:t>Subtitle</a:t>
            </a:r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37533B7B-CFCE-C743-5F19-2A8A364B144A}"/>
              </a:ext>
            </a:extLst>
          </p:cNvPr>
          <p:cNvGrpSpPr/>
          <p:nvPr userDrawn="1"/>
        </p:nvGrpSpPr>
        <p:grpSpPr>
          <a:xfrm flipH="1">
            <a:off x="428625" y="1456405"/>
            <a:ext cx="4631139" cy="4631139"/>
            <a:chOff x="6364404" y="688572"/>
            <a:chExt cx="5398971" cy="5398971"/>
          </a:xfrm>
        </p:grpSpPr>
        <p:pic>
          <p:nvPicPr>
            <p:cNvPr id="5" name="Graphic 4">
              <a:extLst>
                <a:ext uri="{FF2B5EF4-FFF2-40B4-BE49-F238E27FC236}">
                  <a16:creationId xmlns:a16="http://schemas.microsoft.com/office/drawing/2014/main" id="{F0EA9041-DFBD-0DC8-66E1-193CA3018FF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flipV="1">
              <a:off x="6364404" y="3388057"/>
              <a:ext cx="2699486" cy="2699486"/>
            </a:xfrm>
            <a:prstGeom prst="rect">
              <a:avLst/>
            </a:prstGeom>
          </p:spPr>
        </p:pic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14ADEFBA-0047-A23F-7A01-9D71C4274E6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flipH="1">
              <a:off x="9063889" y="688572"/>
              <a:ext cx="2699486" cy="2699486"/>
            </a:xfrm>
            <a:prstGeom prst="rect">
              <a:avLst/>
            </a:prstGeom>
          </p:spPr>
        </p:pic>
      </p:grp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4A8ACBE3-F84F-9311-A090-BF6945A40482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1358739" y="2390067"/>
            <a:ext cx="2765587" cy="2765584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7708C7AB-438A-DC8C-37D8-D7D68BAB13C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5709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pPr defTabSz="914377"/>
            <a:fld id="{DAF489CC-3B7A-4DA5-A8C0-4984788D0EC5}" type="slidenum">
              <a:rPr lang="nl-NL" smtClean="0">
                <a:solidFill>
                  <a:srgbClr val="00005C"/>
                </a:solidFill>
              </a:rPr>
              <a:pPr defTabSz="914377"/>
              <a:t>‹#›</a:t>
            </a:fld>
            <a:endParaRPr lang="nl-NL">
              <a:solidFill>
                <a:srgbClr val="0000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047760"/>
      </p:ext>
    </p:extLst>
  </p:cSld>
  <p:clrMapOvr>
    <a:masterClrMapping/>
  </p:clrMapOvr>
</p:sldLayout>
</file>

<file path=ppt/slideLayouts/slideLayout1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rcle curve quot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Graphic 11">
            <a:extLst>
              <a:ext uri="{FF2B5EF4-FFF2-40B4-BE49-F238E27FC236}">
                <a16:creationId xmlns:a16="http://schemas.microsoft.com/office/drawing/2014/main" id="{DDD74B7C-D695-9400-9632-BD81C62538EB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V="1">
            <a:off x="428626" y="3388058"/>
            <a:ext cx="2699487" cy="2699487"/>
          </a:xfrm>
          <a:prstGeom prst="rect">
            <a:avLst/>
          </a:prstGeom>
        </p:spPr>
      </p:pic>
      <p:pic>
        <p:nvPicPr>
          <p:cNvPr id="13" name="Graphic 12">
            <a:extLst>
              <a:ext uri="{FF2B5EF4-FFF2-40B4-BE49-F238E27FC236}">
                <a16:creationId xmlns:a16="http://schemas.microsoft.com/office/drawing/2014/main" id="{867E329A-F569-FD2D-40BC-C949E9EC7C6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3128110" y="688573"/>
            <a:ext cx="2699487" cy="2699487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E9A78271-D975-392F-26ED-9AF02A595AA3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</p:txBody>
      </p:sp>
      <p:sp>
        <p:nvSpPr>
          <p:cNvPr id="5" name="Graphique 10">
            <a:extLst>
              <a:ext uri="{FF2B5EF4-FFF2-40B4-BE49-F238E27FC236}">
                <a16:creationId xmlns:a16="http://schemas.microsoft.com/office/drawing/2014/main" id="{025140E0-C2C6-A3A5-0B7E-678902A455D4}"/>
              </a:ext>
            </a:extLst>
          </p:cNvPr>
          <p:cNvSpPr>
            <a:spLocks noChangeAspect="1"/>
          </p:cNvSpPr>
          <p:nvPr userDrawn="1"/>
        </p:nvSpPr>
        <p:spPr>
          <a:xfrm>
            <a:off x="10944226" y="6309897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F0FEDF7D-16CB-CED7-A7AF-90CBDF7D67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58858" y="477674"/>
            <a:ext cx="5304517" cy="5599279"/>
          </a:xfrm>
        </p:spPr>
        <p:txBody>
          <a:bodyPr wrap="square">
            <a:noAutofit/>
          </a:bodyPr>
          <a:lstStyle>
            <a:lvl1pPr marL="0" indent="0">
              <a:spcAft>
                <a:spcPts val="600"/>
              </a:spcAft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28594" indent="0">
              <a:buNone/>
              <a:defRPr/>
            </a:lvl2pPr>
            <a:lvl3pPr marL="457189" indent="0">
              <a:buNone/>
              <a:defRPr/>
            </a:lvl3pPr>
            <a:lvl4pPr marL="685783" indent="0">
              <a:buNone/>
              <a:defRPr/>
            </a:lvl4pPr>
            <a:lvl5pPr marL="914377" indent="0">
              <a:buNone/>
              <a:defRPr/>
            </a:lvl5pPr>
          </a:lstStyle>
          <a:p>
            <a:r>
              <a:rPr lang="en-US"/>
              <a:t>Quote/Body text</a:t>
            </a:r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7BB21A47-0ACD-51C0-D2C7-23A1141D8604}"/>
              </a:ext>
            </a:extLst>
          </p:cNvPr>
          <p:cNvSpPr>
            <a:spLocks noGrp="1" noChangeAspect="1"/>
          </p:cNvSpPr>
          <p:nvPr>
            <p:ph type="pic" sz="quarter" idx="11"/>
          </p:nvPr>
        </p:nvSpPr>
        <p:spPr>
          <a:xfrm>
            <a:off x="1516747" y="1776295"/>
            <a:ext cx="3218691" cy="3218688"/>
          </a:xfrm>
          <a:prstGeom prst="ellipse">
            <a:avLst/>
          </a:prstGeo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512E530A-B778-4B96-FF9C-7B751B733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5709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pPr defTabSz="914377"/>
            <a:fld id="{DAF489CC-3B7A-4DA5-A8C0-4984788D0EC5}" type="slidenum">
              <a:rPr lang="nl-NL" smtClean="0">
                <a:solidFill>
                  <a:srgbClr val="00005C"/>
                </a:solidFill>
              </a:rPr>
              <a:pPr defTabSz="914377"/>
              <a:t>‹#›</a:t>
            </a:fld>
            <a:endParaRPr lang="nl-NL">
              <a:solidFill>
                <a:srgbClr val="0000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51272777"/>
      </p:ext>
    </p:extLst>
  </p:cSld>
  <p:clrMapOvr>
    <a:masterClrMapping/>
  </p:clrMapOvr>
</p:sldLayout>
</file>

<file path=ppt/slideLayouts/slideLayout1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ircle curve quot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95FD19C8-A9BF-5C73-C5BC-BA598A545343}"/>
              </a:ext>
            </a:extLst>
          </p:cNvPr>
          <p:cNvGrpSpPr/>
          <p:nvPr userDrawn="1"/>
        </p:nvGrpSpPr>
        <p:grpSpPr>
          <a:xfrm>
            <a:off x="428625" y="688573"/>
            <a:ext cx="5398971" cy="5398971"/>
            <a:chOff x="428625" y="688572"/>
            <a:chExt cx="5398971" cy="5398971"/>
          </a:xfrm>
        </p:grpSpPr>
        <p:pic>
          <p:nvPicPr>
            <p:cNvPr id="12" name="Graphic 11">
              <a:extLst>
                <a:ext uri="{FF2B5EF4-FFF2-40B4-BE49-F238E27FC236}">
                  <a16:creationId xmlns:a16="http://schemas.microsoft.com/office/drawing/2014/main" id="{DDD74B7C-D695-9400-9632-BD81C62538EB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flipV="1">
              <a:off x="428625" y="3388057"/>
              <a:ext cx="2699486" cy="2699486"/>
            </a:xfrm>
            <a:prstGeom prst="rect">
              <a:avLst/>
            </a:prstGeom>
          </p:spPr>
        </p:pic>
        <p:pic>
          <p:nvPicPr>
            <p:cNvPr id="13" name="Graphic 12">
              <a:extLst>
                <a:ext uri="{FF2B5EF4-FFF2-40B4-BE49-F238E27FC236}">
                  <a16:creationId xmlns:a16="http://schemas.microsoft.com/office/drawing/2014/main" id="{867E329A-F569-FD2D-40BC-C949E9EC7C6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flipH="1">
              <a:off x="3128110" y="688572"/>
              <a:ext cx="2699486" cy="2699486"/>
            </a:xfrm>
            <a:prstGeom prst="rect">
              <a:avLst/>
            </a:prstGeom>
          </p:spPr>
        </p:pic>
      </p:grpSp>
      <p:sp>
        <p:nvSpPr>
          <p:cNvPr id="8" name="Rectangle 7">
            <a:extLst>
              <a:ext uri="{FF2B5EF4-FFF2-40B4-BE49-F238E27FC236}">
                <a16:creationId xmlns:a16="http://schemas.microsoft.com/office/drawing/2014/main" id="{E9A78271-D975-392F-26ED-9AF02A595AA3}"/>
              </a:ext>
            </a:extLst>
          </p:cNvPr>
          <p:cNvSpPr/>
          <p:nvPr userDrawn="1"/>
        </p:nvSpPr>
        <p:spPr>
          <a:xfrm>
            <a:off x="6096000" y="0"/>
            <a:ext cx="6096000" cy="6858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</p:txBody>
      </p:sp>
      <p:sp>
        <p:nvSpPr>
          <p:cNvPr id="5" name="Graphique 10">
            <a:extLst>
              <a:ext uri="{FF2B5EF4-FFF2-40B4-BE49-F238E27FC236}">
                <a16:creationId xmlns:a16="http://schemas.microsoft.com/office/drawing/2014/main" id="{025140E0-C2C6-A3A5-0B7E-678902A455D4}"/>
              </a:ext>
            </a:extLst>
          </p:cNvPr>
          <p:cNvSpPr>
            <a:spLocks noChangeAspect="1"/>
          </p:cNvSpPr>
          <p:nvPr userDrawn="1"/>
        </p:nvSpPr>
        <p:spPr>
          <a:xfrm>
            <a:off x="10944226" y="6309897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</p:txBody>
      </p:sp>
      <p:sp>
        <p:nvSpPr>
          <p:cNvPr id="4" name="Text Placeholder 7">
            <a:extLst>
              <a:ext uri="{FF2B5EF4-FFF2-40B4-BE49-F238E27FC236}">
                <a16:creationId xmlns:a16="http://schemas.microsoft.com/office/drawing/2014/main" id="{F0FEDF7D-16CB-CED7-A7AF-90CBDF7D6705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6458858" y="477674"/>
            <a:ext cx="5304517" cy="5599279"/>
          </a:xfrm>
        </p:spPr>
        <p:txBody>
          <a:bodyPr wrap="square">
            <a:noAutofit/>
          </a:bodyPr>
          <a:lstStyle>
            <a:lvl1pPr marL="0" indent="0">
              <a:spcAft>
                <a:spcPts val="600"/>
              </a:spcAft>
              <a:buNone/>
              <a:defRPr sz="2000">
                <a:solidFill>
                  <a:schemeClr val="bg1"/>
                </a:solidFill>
                <a:latin typeface="+mn-lt"/>
              </a:defRPr>
            </a:lvl1pPr>
            <a:lvl2pPr marL="228594" indent="0">
              <a:buNone/>
              <a:defRPr/>
            </a:lvl2pPr>
            <a:lvl3pPr marL="457189" indent="0">
              <a:buNone/>
              <a:defRPr/>
            </a:lvl3pPr>
            <a:lvl4pPr marL="685783" indent="0">
              <a:buNone/>
              <a:defRPr/>
            </a:lvl4pPr>
            <a:lvl5pPr marL="914377" indent="0">
              <a:buNone/>
              <a:defRPr/>
            </a:lvl5pPr>
          </a:lstStyle>
          <a:p>
            <a:r>
              <a:rPr lang="en-US"/>
              <a:t>Quote/Body text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F7F827-E967-4F6C-43DC-0C8149D12E78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518765" y="1778713"/>
            <a:ext cx="3218691" cy="3218688"/>
          </a:xfrm>
        </p:spPr>
        <p:txBody>
          <a:bodyPr anchor="ctr"/>
          <a:lstStyle>
            <a:lvl1pPr marL="0" indent="0" algn="ctr">
              <a:spcAft>
                <a:spcPts val="0"/>
              </a:spcAft>
              <a:buNone/>
              <a:defRPr sz="2800">
                <a:solidFill>
                  <a:schemeClr val="accent3"/>
                </a:solidFill>
                <a:latin typeface="+mj-lt"/>
              </a:defRPr>
            </a:lvl1pPr>
          </a:lstStyle>
          <a:p>
            <a:pPr lvl="0"/>
            <a:r>
              <a:rPr lang="en-US"/>
              <a:t>Title example </a:t>
            </a:r>
            <a:br>
              <a:rPr lang="en-US"/>
            </a:br>
            <a:r>
              <a:rPr lang="en-US"/>
              <a:t>over two lines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D9D97E0-3D8D-7FAB-987B-9840782C00B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5709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pPr defTabSz="914377"/>
            <a:fld id="{DAF489CC-3B7A-4DA5-A8C0-4984788D0EC5}" type="slidenum">
              <a:rPr lang="nl-NL" smtClean="0">
                <a:solidFill>
                  <a:srgbClr val="00005C"/>
                </a:solidFill>
              </a:rPr>
              <a:pPr defTabSz="914377"/>
              <a:t>‹#›</a:t>
            </a:fld>
            <a:endParaRPr lang="nl-NL">
              <a:solidFill>
                <a:srgbClr val="0000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426367"/>
      </p:ext>
    </p:extLst>
  </p:cSld>
  <p:clrMapOvr>
    <a:masterClrMapping/>
  </p:clrMapOvr>
</p:sldLayout>
</file>

<file path=ppt/slideLayouts/slideLayout17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27741184-CEE4-C170-931A-840437984DC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D302210-FED6-EC27-EEF4-6A84A8ECF93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099" y="389619"/>
            <a:ext cx="1376980" cy="1477328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>
                <a:solidFill>
                  <a:schemeClr val="accent3"/>
                </a:solidFill>
                <a:latin typeface="+mj-lt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01</a:t>
            </a:r>
          </a:p>
        </p:txBody>
      </p:sp>
      <p:sp>
        <p:nvSpPr>
          <p:cNvPr id="4" name="Graphique 10">
            <a:extLst>
              <a:ext uri="{FF2B5EF4-FFF2-40B4-BE49-F238E27FC236}">
                <a16:creationId xmlns:a16="http://schemas.microsoft.com/office/drawing/2014/main" id="{00F5AF71-3625-304B-2633-DA8784159D71}"/>
              </a:ext>
            </a:extLst>
          </p:cNvPr>
          <p:cNvSpPr>
            <a:spLocks noChangeAspect="1"/>
          </p:cNvSpPr>
          <p:nvPr userDrawn="1"/>
        </p:nvSpPr>
        <p:spPr>
          <a:xfrm>
            <a:off x="10944226" y="6309897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accent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86978" y="1866947"/>
            <a:ext cx="7094047" cy="1929683"/>
          </a:xfrm>
        </p:spPr>
        <p:txBody>
          <a:bodyPr wrap="square">
            <a:noAutofit/>
          </a:bodyPr>
          <a:lstStyle>
            <a:lvl1pPr>
              <a:lnSpc>
                <a:spcPct val="100000"/>
              </a:lnSpc>
              <a:defRPr sz="5400">
                <a:solidFill>
                  <a:schemeClr val="accent3"/>
                </a:solidFill>
              </a:defRPr>
            </a:lvl1pPr>
          </a:lstStyle>
          <a:p>
            <a:r>
              <a:rPr lang="en-US"/>
              <a:t>Chapter title</a:t>
            </a:r>
            <a:br>
              <a:rPr lang="en-US"/>
            </a:br>
            <a:r>
              <a:rPr lang="en-US"/>
              <a:t>two lines</a:t>
            </a:r>
          </a:p>
        </p:txBody>
      </p:sp>
    </p:spTree>
    <p:extLst>
      <p:ext uri="{BB962C8B-B14F-4D97-AF65-F5344CB8AC3E}">
        <p14:creationId xmlns:p14="http://schemas.microsoft.com/office/powerpoint/2010/main" val="1783053137"/>
      </p:ext>
    </p:extLst>
  </p:cSld>
  <p:clrMapOvr>
    <a:masterClrMapping/>
  </p:clrMapOvr>
</p:sldLayout>
</file>

<file path=ppt/slideLayouts/slideLayout17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2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27741184-CEE4-C170-931A-840437984DC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D302210-FED6-EC27-EEF4-6A84A8ECF93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099" y="389619"/>
            <a:ext cx="1368965" cy="1477328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>
                <a:solidFill>
                  <a:schemeClr val="accent3"/>
                </a:solidFill>
                <a:latin typeface="+mj-lt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02</a:t>
            </a:r>
          </a:p>
        </p:txBody>
      </p:sp>
      <p:sp>
        <p:nvSpPr>
          <p:cNvPr id="4" name="Graphique 10">
            <a:extLst>
              <a:ext uri="{FF2B5EF4-FFF2-40B4-BE49-F238E27FC236}">
                <a16:creationId xmlns:a16="http://schemas.microsoft.com/office/drawing/2014/main" id="{00F5AF71-3625-304B-2633-DA8784159D71}"/>
              </a:ext>
            </a:extLst>
          </p:cNvPr>
          <p:cNvSpPr>
            <a:spLocks noChangeAspect="1"/>
          </p:cNvSpPr>
          <p:nvPr userDrawn="1"/>
        </p:nvSpPr>
        <p:spPr>
          <a:xfrm>
            <a:off x="10944226" y="6309897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86978" y="1866947"/>
            <a:ext cx="7094047" cy="1929683"/>
          </a:xfrm>
        </p:spPr>
        <p:txBody>
          <a:bodyPr wrap="square">
            <a:noAutofit/>
          </a:bodyPr>
          <a:lstStyle>
            <a:lvl1pPr>
              <a:lnSpc>
                <a:spcPct val="100000"/>
              </a:lnSpc>
              <a:defRPr sz="5400">
                <a:solidFill>
                  <a:schemeClr val="accent3"/>
                </a:solidFill>
              </a:defRPr>
            </a:lvl1pPr>
          </a:lstStyle>
          <a:p>
            <a:r>
              <a:rPr lang="en-US"/>
              <a:t>Chapter title</a:t>
            </a:r>
            <a:br>
              <a:rPr lang="en-US"/>
            </a:br>
            <a:r>
              <a:rPr lang="en-US"/>
              <a:t>two lines</a:t>
            </a:r>
          </a:p>
        </p:txBody>
      </p:sp>
    </p:spTree>
    <p:extLst>
      <p:ext uri="{BB962C8B-B14F-4D97-AF65-F5344CB8AC3E}">
        <p14:creationId xmlns:p14="http://schemas.microsoft.com/office/powerpoint/2010/main" val="3017597697"/>
      </p:ext>
    </p:extLst>
  </p:cSld>
  <p:clrMapOvr>
    <a:masterClrMapping/>
  </p:clrMapOvr>
</p:sldLayout>
</file>

<file path=ppt/slideLayouts/slideLayout17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3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710C9D01-24D5-7294-7835-509668980A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D302210-FED6-EC27-EEF4-6A84A8ECF93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099" y="389619"/>
            <a:ext cx="1368965" cy="1477328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>
                <a:solidFill>
                  <a:schemeClr val="bg1"/>
                </a:solidFill>
                <a:latin typeface="+mj-lt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03</a:t>
            </a:r>
          </a:p>
        </p:txBody>
      </p:sp>
      <p:sp>
        <p:nvSpPr>
          <p:cNvPr id="4" name="Graphique 10">
            <a:extLst>
              <a:ext uri="{FF2B5EF4-FFF2-40B4-BE49-F238E27FC236}">
                <a16:creationId xmlns:a16="http://schemas.microsoft.com/office/drawing/2014/main" id="{00F5AF71-3625-304B-2633-DA8784159D71}"/>
              </a:ext>
            </a:extLst>
          </p:cNvPr>
          <p:cNvSpPr>
            <a:spLocks noChangeAspect="1"/>
          </p:cNvSpPr>
          <p:nvPr userDrawn="1"/>
        </p:nvSpPr>
        <p:spPr>
          <a:xfrm>
            <a:off x="10944226" y="6309897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86978" y="1866947"/>
            <a:ext cx="7094047" cy="1929683"/>
          </a:xfrm>
        </p:spPr>
        <p:txBody>
          <a:bodyPr wrap="square">
            <a:noAutofit/>
          </a:bodyPr>
          <a:lstStyle>
            <a:lvl1pPr>
              <a:lnSpc>
                <a:spcPct val="100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Chapter title</a:t>
            </a:r>
            <a:br>
              <a:rPr lang="en-US"/>
            </a:br>
            <a:r>
              <a:rPr lang="en-US"/>
              <a:t>two lines</a:t>
            </a:r>
          </a:p>
        </p:txBody>
      </p:sp>
    </p:spTree>
    <p:extLst>
      <p:ext uri="{BB962C8B-B14F-4D97-AF65-F5344CB8AC3E}">
        <p14:creationId xmlns:p14="http://schemas.microsoft.com/office/powerpoint/2010/main" val="4280788208"/>
      </p:ext>
    </p:extLst>
  </p:cSld>
  <p:clrMapOvr>
    <a:masterClrMapping/>
  </p:clrMapOvr>
</p:sldLayout>
</file>

<file path=ppt/slideLayouts/slideLayout17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4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710C9D01-24D5-7294-7835-509668980A2E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34000" y="0"/>
            <a:ext cx="6858000" cy="6858000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D302210-FED6-EC27-EEF4-6A84A8ECF93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098" y="389619"/>
            <a:ext cx="1368965" cy="1477328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>
                <a:solidFill>
                  <a:schemeClr val="bg1"/>
                </a:solidFill>
                <a:latin typeface="+mj-lt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04</a:t>
            </a:r>
          </a:p>
        </p:txBody>
      </p:sp>
      <p:sp>
        <p:nvSpPr>
          <p:cNvPr id="4" name="Graphique 10">
            <a:extLst>
              <a:ext uri="{FF2B5EF4-FFF2-40B4-BE49-F238E27FC236}">
                <a16:creationId xmlns:a16="http://schemas.microsoft.com/office/drawing/2014/main" id="{00F5AF71-3625-304B-2633-DA8784159D71}"/>
              </a:ext>
            </a:extLst>
          </p:cNvPr>
          <p:cNvSpPr>
            <a:spLocks noChangeAspect="1"/>
          </p:cNvSpPr>
          <p:nvPr userDrawn="1"/>
        </p:nvSpPr>
        <p:spPr>
          <a:xfrm>
            <a:off x="10944226" y="6309897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86978" y="1866947"/>
            <a:ext cx="7094047" cy="1929683"/>
          </a:xfrm>
        </p:spPr>
        <p:txBody>
          <a:bodyPr wrap="square">
            <a:noAutofit/>
          </a:bodyPr>
          <a:lstStyle>
            <a:lvl1pPr>
              <a:lnSpc>
                <a:spcPct val="100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Chapter title</a:t>
            </a:r>
            <a:br>
              <a:rPr lang="en-US"/>
            </a:br>
            <a:r>
              <a:rPr lang="en-US"/>
              <a:t>two lines</a:t>
            </a:r>
          </a:p>
        </p:txBody>
      </p:sp>
    </p:spTree>
    <p:extLst>
      <p:ext uri="{BB962C8B-B14F-4D97-AF65-F5344CB8AC3E}">
        <p14:creationId xmlns:p14="http://schemas.microsoft.com/office/powerpoint/2010/main" val="4192024686"/>
      </p:ext>
    </p:extLst>
  </p:cSld>
  <p:clrMapOvr>
    <a:masterClrMapping/>
  </p:clrMapOvr>
</p:sldLayout>
</file>

<file path=ppt/slideLayouts/slideLayout17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13BA04C4-A5DE-6940-5427-64A7DA422C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0"/>
            <a:ext cx="6858000" cy="6858000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D302210-FED6-EC27-EEF4-6A84A8ECF93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099" y="389619"/>
            <a:ext cx="1368965" cy="1477328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>
                <a:solidFill>
                  <a:schemeClr val="accent3"/>
                </a:solidFill>
                <a:latin typeface="+mj-lt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05</a:t>
            </a:r>
          </a:p>
        </p:txBody>
      </p:sp>
      <p:sp>
        <p:nvSpPr>
          <p:cNvPr id="4" name="Graphique 10">
            <a:extLst>
              <a:ext uri="{FF2B5EF4-FFF2-40B4-BE49-F238E27FC236}">
                <a16:creationId xmlns:a16="http://schemas.microsoft.com/office/drawing/2014/main" id="{00F5AF71-3625-304B-2633-DA8784159D71}"/>
              </a:ext>
            </a:extLst>
          </p:cNvPr>
          <p:cNvSpPr>
            <a:spLocks noChangeAspect="1"/>
          </p:cNvSpPr>
          <p:nvPr userDrawn="1"/>
        </p:nvSpPr>
        <p:spPr>
          <a:xfrm>
            <a:off x="10944226" y="6309897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accent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6FB01F8-4569-D994-7D8E-BEBB0E6ACA5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8123" y="2669997"/>
            <a:ext cx="5238428" cy="1929683"/>
          </a:xfrm>
        </p:spPr>
        <p:txBody>
          <a:bodyPr wrap="square">
            <a:noAutofit/>
          </a:bodyPr>
          <a:lstStyle>
            <a:lvl1pPr>
              <a:lnSpc>
                <a:spcPct val="100000"/>
              </a:lnSpc>
              <a:defRPr sz="5400">
                <a:solidFill>
                  <a:schemeClr val="accent3"/>
                </a:solidFill>
              </a:defRPr>
            </a:lvl1pPr>
          </a:lstStyle>
          <a:p>
            <a:r>
              <a:rPr lang="en-US"/>
              <a:t>Chapter title</a:t>
            </a:r>
            <a:br>
              <a:rPr lang="en-US"/>
            </a:br>
            <a:r>
              <a:rPr lang="en-US"/>
              <a:t>two lines</a:t>
            </a:r>
          </a:p>
        </p:txBody>
      </p:sp>
    </p:spTree>
    <p:extLst>
      <p:ext uri="{BB962C8B-B14F-4D97-AF65-F5344CB8AC3E}">
        <p14:creationId xmlns:p14="http://schemas.microsoft.com/office/powerpoint/2010/main" val="1725693375"/>
      </p:ext>
    </p:extLst>
  </p:cSld>
  <p:clrMapOvr>
    <a:masterClrMapping/>
  </p:clrMapOvr>
</p:sldLayout>
</file>

<file path=ppt/slideLayouts/slideLayout17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6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13BA04C4-A5DE-6940-5427-64A7DA422C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0"/>
            <a:ext cx="6858000" cy="6858000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D302210-FED6-EC27-EEF4-6A84A8ECF93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099" y="389619"/>
            <a:ext cx="1368965" cy="1477328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>
                <a:solidFill>
                  <a:schemeClr val="accent3"/>
                </a:solidFill>
                <a:latin typeface="+mj-lt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06</a:t>
            </a:r>
          </a:p>
        </p:txBody>
      </p:sp>
      <p:sp>
        <p:nvSpPr>
          <p:cNvPr id="4" name="Graphique 10">
            <a:extLst>
              <a:ext uri="{FF2B5EF4-FFF2-40B4-BE49-F238E27FC236}">
                <a16:creationId xmlns:a16="http://schemas.microsoft.com/office/drawing/2014/main" id="{00F5AF71-3625-304B-2633-DA8784159D71}"/>
              </a:ext>
            </a:extLst>
          </p:cNvPr>
          <p:cNvSpPr>
            <a:spLocks noChangeAspect="1"/>
          </p:cNvSpPr>
          <p:nvPr userDrawn="1"/>
        </p:nvSpPr>
        <p:spPr>
          <a:xfrm>
            <a:off x="10944226" y="6309897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D228BDEA-2B75-34EA-A084-FE41BA5CBAE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8123" y="2669997"/>
            <a:ext cx="5238428" cy="1929683"/>
          </a:xfrm>
        </p:spPr>
        <p:txBody>
          <a:bodyPr wrap="square">
            <a:noAutofit/>
          </a:bodyPr>
          <a:lstStyle>
            <a:lvl1pPr>
              <a:lnSpc>
                <a:spcPct val="100000"/>
              </a:lnSpc>
              <a:defRPr sz="5400">
                <a:solidFill>
                  <a:schemeClr val="accent3"/>
                </a:solidFill>
              </a:defRPr>
            </a:lvl1pPr>
          </a:lstStyle>
          <a:p>
            <a:r>
              <a:rPr lang="en-US"/>
              <a:t>Chapter title</a:t>
            </a:r>
            <a:br>
              <a:rPr lang="en-US"/>
            </a:br>
            <a:r>
              <a:rPr lang="en-US"/>
              <a:t>two lines</a:t>
            </a:r>
          </a:p>
        </p:txBody>
      </p:sp>
    </p:spTree>
    <p:extLst>
      <p:ext uri="{BB962C8B-B14F-4D97-AF65-F5344CB8AC3E}">
        <p14:creationId xmlns:p14="http://schemas.microsoft.com/office/powerpoint/2010/main" val="2298786354"/>
      </p:ext>
    </p:extLst>
  </p:cSld>
  <p:clrMapOvr>
    <a:masterClrMapping/>
  </p:clrMapOvr>
</p:sldLayout>
</file>

<file path=ppt/slideLayouts/slideLayout18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7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13BA04C4-A5DE-6940-5427-64A7DA422C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0"/>
            <a:ext cx="6858000" cy="6858000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D302210-FED6-EC27-EEF4-6A84A8ECF93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099" y="389619"/>
            <a:ext cx="1368965" cy="1477328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>
                <a:solidFill>
                  <a:schemeClr val="accent3"/>
                </a:solidFill>
                <a:latin typeface="+mj-lt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07</a:t>
            </a:r>
          </a:p>
        </p:txBody>
      </p:sp>
      <p:sp>
        <p:nvSpPr>
          <p:cNvPr id="4" name="Graphique 10">
            <a:extLst>
              <a:ext uri="{FF2B5EF4-FFF2-40B4-BE49-F238E27FC236}">
                <a16:creationId xmlns:a16="http://schemas.microsoft.com/office/drawing/2014/main" id="{00F5AF71-3625-304B-2633-DA8784159D71}"/>
              </a:ext>
            </a:extLst>
          </p:cNvPr>
          <p:cNvSpPr>
            <a:spLocks noChangeAspect="1"/>
          </p:cNvSpPr>
          <p:nvPr userDrawn="1"/>
        </p:nvSpPr>
        <p:spPr>
          <a:xfrm>
            <a:off x="10944226" y="6309897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E05BE966-7FAC-82FC-ADE3-5B8270A915C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8123" y="2669997"/>
            <a:ext cx="5238428" cy="1929683"/>
          </a:xfrm>
        </p:spPr>
        <p:txBody>
          <a:bodyPr wrap="square">
            <a:noAutofit/>
          </a:bodyPr>
          <a:lstStyle>
            <a:lvl1pPr>
              <a:lnSpc>
                <a:spcPct val="100000"/>
              </a:lnSpc>
              <a:defRPr sz="5400">
                <a:solidFill>
                  <a:schemeClr val="accent3"/>
                </a:solidFill>
              </a:defRPr>
            </a:lvl1pPr>
          </a:lstStyle>
          <a:p>
            <a:r>
              <a:rPr lang="en-US"/>
              <a:t>Chapter title</a:t>
            </a:r>
            <a:br>
              <a:rPr lang="en-US"/>
            </a:br>
            <a:r>
              <a:rPr lang="en-US"/>
              <a:t>two lines</a:t>
            </a:r>
          </a:p>
        </p:txBody>
      </p:sp>
    </p:spTree>
    <p:extLst>
      <p:ext uri="{BB962C8B-B14F-4D97-AF65-F5344CB8AC3E}">
        <p14:creationId xmlns:p14="http://schemas.microsoft.com/office/powerpoint/2010/main" val="3119056205"/>
      </p:ext>
    </p:extLst>
  </p:cSld>
  <p:clrMapOvr>
    <a:masterClrMapping/>
  </p:clrMapOvr>
</p:sldLayout>
</file>

<file path=ppt/slideLayouts/slideLayout18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8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raphic 6">
            <a:extLst>
              <a:ext uri="{FF2B5EF4-FFF2-40B4-BE49-F238E27FC236}">
                <a16:creationId xmlns:a16="http://schemas.microsoft.com/office/drawing/2014/main" id="{13BA04C4-A5DE-6940-5427-64A7DA422CEC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 flipV="1">
            <a:off x="0" y="0"/>
            <a:ext cx="6858000" cy="6858000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D302210-FED6-EC27-EEF4-6A84A8ECF93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099" y="389619"/>
            <a:ext cx="1368965" cy="1477328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>
                <a:solidFill>
                  <a:schemeClr val="bg1"/>
                </a:solidFill>
                <a:latin typeface="+mj-lt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08</a:t>
            </a:r>
          </a:p>
        </p:txBody>
      </p:sp>
      <p:sp>
        <p:nvSpPr>
          <p:cNvPr id="4" name="Graphique 10">
            <a:extLst>
              <a:ext uri="{FF2B5EF4-FFF2-40B4-BE49-F238E27FC236}">
                <a16:creationId xmlns:a16="http://schemas.microsoft.com/office/drawing/2014/main" id="{00F5AF71-3625-304B-2633-DA8784159D71}"/>
              </a:ext>
            </a:extLst>
          </p:cNvPr>
          <p:cNvSpPr>
            <a:spLocks noChangeAspect="1"/>
          </p:cNvSpPr>
          <p:nvPr userDrawn="1"/>
        </p:nvSpPr>
        <p:spPr>
          <a:xfrm>
            <a:off x="10944226" y="6309897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E5CE9759-301D-D438-417D-47AEBC012DE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528123" y="2669997"/>
            <a:ext cx="5238428" cy="1929683"/>
          </a:xfrm>
        </p:spPr>
        <p:txBody>
          <a:bodyPr wrap="square">
            <a:noAutofit/>
          </a:bodyPr>
          <a:lstStyle>
            <a:lvl1pPr>
              <a:lnSpc>
                <a:spcPct val="100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Chapter title</a:t>
            </a:r>
            <a:br>
              <a:rPr lang="en-US"/>
            </a:br>
            <a:r>
              <a:rPr lang="en-US"/>
              <a:t>two lines</a:t>
            </a:r>
          </a:p>
        </p:txBody>
      </p:sp>
    </p:spTree>
    <p:extLst>
      <p:ext uri="{BB962C8B-B14F-4D97-AF65-F5344CB8AC3E}">
        <p14:creationId xmlns:p14="http://schemas.microsoft.com/office/powerpoint/2010/main" val="3425665149"/>
      </p:ext>
    </p:extLst>
  </p:cSld>
  <p:clrMapOvr>
    <a:masterClrMapping/>
  </p:clrMapOvr>
</p:sldLayout>
</file>

<file path=ppt/slideLayouts/slideLayout18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E48D5F07-633A-99CC-CDA6-8403E9462D4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34000" y="3429000"/>
            <a:ext cx="3429000" cy="34290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E7248701-A1E0-F811-EE9E-370B8D04EA2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 flipH="1">
            <a:off x="8763000" y="0"/>
            <a:ext cx="3429000" cy="3429000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D302210-FED6-EC27-EEF4-6A84A8ECF93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099" y="389619"/>
            <a:ext cx="1368965" cy="1477328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>
                <a:solidFill>
                  <a:schemeClr val="accent1"/>
                </a:solidFill>
                <a:latin typeface="+mj-lt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09</a:t>
            </a:r>
          </a:p>
        </p:txBody>
      </p:sp>
      <p:sp>
        <p:nvSpPr>
          <p:cNvPr id="4" name="Graphique 10">
            <a:extLst>
              <a:ext uri="{FF2B5EF4-FFF2-40B4-BE49-F238E27FC236}">
                <a16:creationId xmlns:a16="http://schemas.microsoft.com/office/drawing/2014/main" id="{00F5AF71-3625-304B-2633-DA8784159D71}"/>
              </a:ext>
            </a:extLst>
          </p:cNvPr>
          <p:cNvSpPr>
            <a:spLocks noChangeAspect="1"/>
          </p:cNvSpPr>
          <p:nvPr userDrawn="1"/>
        </p:nvSpPr>
        <p:spPr>
          <a:xfrm>
            <a:off x="10944226" y="6309897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accent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F73AD35-6458-4A2A-9A03-0222FC4D93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86977" y="1866947"/>
            <a:ext cx="6811115" cy="1929683"/>
          </a:xfrm>
        </p:spPr>
        <p:txBody>
          <a:bodyPr wrap="square">
            <a:noAutofit/>
          </a:bodyPr>
          <a:lstStyle>
            <a:lvl1pPr>
              <a:lnSpc>
                <a:spcPct val="100000"/>
              </a:lnSpc>
              <a:defRPr sz="5333">
                <a:solidFill>
                  <a:schemeClr val="accent1"/>
                </a:solidFill>
              </a:defRPr>
            </a:lvl1pPr>
          </a:lstStyle>
          <a:p>
            <a:r>
              <a:rPr lang="en-US"/>
              <a:t>Chapter title</a:t>
            </a:r>
            <a:br>
              <a:rPr lang="en-US"/>
            </a:br>
            <a:r>
              <a:rPr lang="en-US"/>
              <a:t>two lines</a:t>
            </a:r>
          </a:p>
        </p:txBody>
      </p:sp>
    </p:spTree>
    <p:extLst>
      <p:ext uri="{BB962C8B-B14F-4D97-AF65-F5344CB8AC3E}">
        <p14:creationId xmlns:p14="http://schemas.microsoft.com/office/powerpoint/2010/main" val="4111977393"/>
      </p:ext>
    </p:extLst>
  </p:cSld>
  <p:clrMapOvr>
    <a:masterClrMapping/>
  </p:clrMapOvr>
</p:sldLayout>
</file>

<file path=ppt/slideLayouts/slideLayout18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10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E48D5F07-633A-99CC-CDA6-8403E9462D4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34000" y="3429000"/>
            <a:ext cx="3429000" cy="34290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E7248701-A1E0-F811-EE9E-370B8D04EA2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 flipH="1">
            <a:off x="8763000" y="0"/>
            <a:ext cx="3429000" cy="3429000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D302210-FED6-EC27-EEF4-6A84A8ECF93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099" y="389619"/>
            <a:ext cx="1376980" cy="1477328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>
                <a:solidFill>
                  <a:schemeClr val="accent3"/>
                </a:solidFill>
                <a:latin typeface="+mj-lt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10</a:t>
            </a:r>
          </a:p>
        </p:txBody>
      </p:sp>
      <p:sp>
        <p:nvSpPr>
          <p:cNvPr id="4" name="Graphique 10">
            <a:extLst>
              <a:ext uri="{FF2B5EF4-FFF2-40B4-BE49-F238E27FC236}">
                <a16:creationId xmlns:a16="http://schemas.microsoft.com/office/drawing/2014/main" id="{00F5AF71-3625-304B-2633-DA8784159D71}"/>
              </a:ext>
            </a:extLst>
          </p:cNvPr>
          <p:cNvSpPr>
            <a:spLocks noChangeAspect="1"/>
          </p:cNvSpPr>
          <p:nvPr userDrawn="1"/>
        </p:nvSpPr>
        <p:spPr>
          <a:xfrm>
            <a:off x="10944226" y="6309897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F73AD35-6458-4A2A-9A03-0222FC4D93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86977" y="1866947"/>
            <a:ext cx="6811115" cy="1929683"/>
          </a:xfrm>
        </p:spPr>
        <p:txBody>
          <a:bodyPr wrap="square">
            <a:noAutofit/>
          </a:bodyPr>
          <a:lstStyle>
            <a:lvl1pPr>
              <a:lnSpc>
                <a:spcPct val="100000"/>
              </a:lnSpc>
              <a:defRPr sz="5400">
                <a:solidFill>
                  <a:schemeClr val="accent3"/>
                </a:solidFill>
              </a:defRPr>
            </a:lvl1pPr>
          </a:lstStyle>
          <a:p>
            <a:r>
              <a:rPr lang="en-US"/>
              <a:t>Chapter title</a:t>
            </a:r>
            <a:br>
              <a:rPr lang="en-US"/>
            </a:br>
            <a:r>
              <a:rPr lang="en-US"/>
              <a:t>two lines</a:t>
            </a:r>
          </a:p>
        </p:txBody>
      </p:sp>
    </p:spTree>
    <p:extLst>
      <p:ext uri="{BB962C8B-B14F-4D97-AF65-F5344CB8AC3E}">
        <p14:creationId xmlns:p14="http://schemas.microsoft.com/office/powerpoint/2010/main" val="691920991"/>
      </p:ext>
    </p:extLst>
  </p:cSld>
  <p:clrMapOvr>
    <a:masterClrMapping/>
  </p:clrMapOvr>
</p:sldLayout>
</file>

<file path=ppt/slideLayouts/slideLayout18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1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phic 8">
            <a:extLst>
              <a:ext uri="{FF2B5EF4-FFF2-40B4-BE49-F238E27FC236}">
                <a16:creationId xmlns:a16="http://schemas.microsoft.com/office/drawing/2014/main" id="{E48D5F07-633A-99CC-CDA6-8403E9462D4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34000" y="3429000"/>
            <a:ext cx="3429000" cy="3429000"/>
          </a:xfrm>
          <a:prstGeom prst="rect">
            <a:avLst/>
          </a:prstGeom>
        </p:spPr>
      </p:pic>
      <p:pic>
        <p:nvPicPr>
          <p:cNvPr id="10" name="Graphic 9">
            <a:extLst>
              <a:ext uri="{FF2B5EF4-FFF2-40B4-BE49-F238E27FC236}">
                <a16:creationId xmlns:a16="http://schemas.microsoft.com/office/drawing/2014/main" id="{E7248701-A1E0-F811-EE9E-370B8D04EA23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 flipH="1">
            <a:off x="8763000" y="0"/>
            <a:ext cx="3429000" cy="3429000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D302210-FED6-EC27-EEF4-6A84A8ECF93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098" y="389619"/>
            <a:ext cx="1368965" cy="1477328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>
                <a:solidFill>
                  <a:schemeClr val="bg1"/>
                </a:solidFill>
                <a:latin typeface="+mj-lt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11</a:t>
            </a:r>
          </a:p>
        </p:txBody>
      </p:sp>
      <p:sp>
        <p:nvSpPr>
          <p:cNvPr id="4" name="Graphique 10">
            <a:extLst>
              <a:ext uri="{FF2B5EF4-FFF2-40B4-BE49-F238E27FC236}">
                <a16:creationId xmlns:a16="http://schemas.microsoft.com/office/drawing/2014/main" id="{00F5AF71-3625-304B-2633-DA8784159D71}"/>
              </a:ext>
            </a:extLst>
          </p:cNvPr>
          <p:cNvSpPr>
            <a:spLocks noChangeAspect="1"/>
          </p:cNvSpPr>
          <p:nvPr userDrawn="1"/>
        </p:nvSpPr>
        <p:spPr>
          <a:xfrm>
            <a:off x="10944226" y="6309897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F73AD35-6458-4A2A-9A03-0222FC4D93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86976" y="1866947"/>
            <a:ext cx="6812280" cy="1929683"/>
          </a:xfrm>
        </p:spPr>
        <p:txBody>
          <a:bodyPr wrap="square">
            <a:noAutofit/>
          </a:bodyPr>
          <a:lstStyle>
            <a:lvl1pPr>
              <a:lnSpc>
                <a:spcPct val="100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Chapter title</a:t>
            </a:r>
            <a:br>
              <a:rPr lang="en-US"/>
            </a:br>
            <a:r>
              <a:rPr lang="en-US"/>
              <a:t>two lines</a:t>
            </a:r>
          </a:p>
        </p:txBody>
      </p:sp>
    </p:spTree>
    <p:extLst>
      <p:ext uri="{BB962C8B-B14F-4D97-AF65-F5344CB8AC3E}">
        <p14:creationId xmlns:p14="http://schemas.microsoft.com/office/powerpoint/2010/main" val="2620341081"/>
      </p:ext>
    </p:extLst>
  </p:cSld>
  <p:clrMapOvr>
    <a:masterClrMapping/>
  </p:clrMapOvr>
</p:sldLayout>
</file>

<file path=ppt/slideLayouts/slideLayout18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hapter 12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8FBCF81C-1DA3-24A3-8E55-9CA5BC839F76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34000" y="3429000"/>
            <a:ext cx="3429000" cy="3429000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36A065FA-50F4-7877-20EB-92F2B528A79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5400000" flipH="1">
            <a:off x="8763000" y="0"/>
            <a:ext cx="3429000" cy="3429000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CD302210-FED6-EC27-EEF4-6A84A8ECF93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90097" y="389619"/>
            <a:ext cx="1368965" cy="1477328"/>
          </a:xfrm>
        </p:spPr>
        <p:txBody>
          <a:bodyPr wrap="none">
            <a:spAutoFit/>
          </a:bodyPr>
          <a:lstStyle>
            <a:lvl1pPr marL="0" indent="0">
              <a:lnSpc>
                <a:spcPct val="100000"/>
              </a:lnSpc>
              <a:spcAft>
                <a:spcPts val="0"/>
              </a:spcAft>
              <a:buNone/>
              <a:defRPr sz="9600">
                <a:solidFill>
                  <a:schemeClr val="bg1"/>
                </a:solidFill>
                <a:latin typeface="+mj-lt"/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12</a:t>
            </a:r>
          </a:p>
        </p:txBody>
      </p:sp>
      <p:sp>
        <p:nvSpPr>
          <p:cNvPr id="4" name="Graphique 10">
            <a:extLst>
              <a:ext uri="{FF2B5EF4-FFF2-40B4-BE49-F238E27FC236}">
                <a16:creationId xmlns:a16="http://schemas.microsoft.com/office/drawing/2014/main" id="{00F5AF71-3625-304B-2633-DA8784159D71}"/>
              </a:ext>
            </a:extLst>
          </p:cNvPr>
          <p:cNvSpPr>
            <a:spLocks noChangeAspect="1"/>
          </p:cNvSpPr>
          <p:nvPr userDrawn="1"/>
        </p:nvSpPr>
        <p:spPr>
          <a:xfrm>
            <a:off x="10944226" y="6309897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</p:txBody>
      </p:sp>
      <p:sp>
        <p:nvSpPr>
          <p:cNvPr id="3" name="Title 1">
            <a:extLst>
              <a:ext uri="{FF2B5EF4-FFF2-40B4-BE49-F238E27FC236}">
                <a16:creationId xmlns:a16="http://schemas.microsoft.com/office/drawing/2014/main" id="{3F73AD35-6458-4A2A-9A03-0222FC4D93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786976" y="1866947"/>
            <a:ext cx="6812280" cy="1929683"/>
          </a:xfrm>
        </p:spPr>
        <p:txBody>
          <a:bodyPr wrap="square">
            <a:noAutofit/>
          </a:bodyPr>
          <a:lstStyle>
            <a:lvl1pPr>
              <a:lnSpc>
                <a:spcPct val="100000"/>
              </a:lnSpc>
              <a:defRPr sz="5400">
                <a:solidFill>
                  <a:schemeClr val="bg1"/>
                </a:solidFill>
              </a:defRPr>
            </a:lvl1pPr>
          </a:lstStyle>
          <a:p>
            <a:r>
              <a:rPr lang="en-US"/>
              <a:t>Chapter title</a:t>
            </a:r>
            <a:br>
              <a:rPr lang="en-US"/>
            </a:br>
            <a:r>
              <a:rPr lang="en-US"/>
              <a:t>two lines</a:t>
            </a:r>
          </a:p>
        </p:txBody>
      </p:sp>
    </p:spTree>
    <p:extLst>
      <p:ext uri="{BB962C8B-B14F-4D97-AF65-F5344CB8AC3E}">
        <p14:creationId xmlns:p14="http://schemas.microsoft.com/office/powerpoint/2010/main" val="2478310837"/>
      </p:ext>
    </p:extLst>
  </p:cSld>
  <p:clrMapOvr>
    <a:masterClrMapping/>
  </p:clrMapOvr>
</p:sldLayout>
</file>

<file path=ppt/slideLayouts/slideLayout18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Questions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Graphique 10">
            <a:extLst>
              <a:ext uri="{FF2B5EF4-FFF2-40B4-BE49-F238E27FC236}">
                <a16:creationId xmlns:a16="http://schemas.microsoft.com/office/drawing/2014/main" id="{00F5AF71-3625-304B-2633-DA8784159D71}"/>
              </a:ext>
            </a:extLst>
          </p:cNvPr>
          <p:cNvSpPr>
            <a:spLocks noChangeAspect="1"/>
          </p:cNvSpPr>
          <p:nvPr userDrawn="1"/>
        </p:nvSpPr>
        <p:spPr>
          <a:xfrm>
            <a:off x="10944226" y="6309897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DB4AB316-183C-82C5-C1A7-C4659A85C6A7}"/>
              </a:ext>
            </a:extLst>
          </p:cNvPr>
          <p:cNvGrpSpPr/>
          <p:nvPr userDrawn="1"/>
        </p:nvGrpSpPr>
        <p:grpSpPr>
          <a:xfrm>
            <a:off x="3189526" y="522526"/>
            <a:ext cx="5812951" cy="5812951"/>
            <a:chOff x="6364404" y="688572"/>
            <a:chExt cx="5398971" cy="5398971"/>
          </a:xfrm>
        </p:grpSpPr>
        <p:pic>
          <p:nvPicPr>
            <p:cNvPr id="7" name="Graphic 6">
              <a:extLst>
                <a:ext uri="{FF2B5EF4-FFF2-40B4-BE49-F238E27FC236}">
                  <a16:creationId xmlns:a16="http://schemas.microsoft.com/office/drawing/2014/main" id="{7CBB66C1-6853-8EB3-75B2-B940DFD44C1D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flipV="1">
              <a:off x="6364404" y="3388057"/>
              <a:ext cx="2699486" cy="2699486"/>
            </a:xfrm>
            <a:prstGeom prst="rect">
              <a:avLst/>
            </a:prstGeom>
          </p:spPr>
        </p:pic>
        <p:pic>
          <p:nvPicPr>
            <p:cNvPr id="9" name="Graphic 8">
              <a:extLst>
                <a:ext uri="{FF2B5EF4-FFF2-40B4-BE49-F238E27FC236}">
                  <a16:creationId xmlns:a16="http://schemas.microsoft.com/office/drawing/2014/main" id="{D8FE0FFE-617B-11DD-4D76-3FF25292384C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 flipH="1">
              <a:off x="9063889" y="688572"/>
              <a:ext cx="2699486" cy="2699486"/>
            </a:xfrm>
            <a:prstGeom prst="rect">
              <a:avLst/>
            </a:prstGeom>
          </p:spPr>
        </p:pic>
      </p:grpSp>
      <p:sp>
        <p:nvSpPr>
          <p:cNvPr id="3" name="Title 1">
            <a:extLst>
              <a:ext uri="{FF2B5EF4-FFF2-40B4-BE49-F238E27FC236}">
                <a16:creationId xmlns:a16="http://schemas.microsoft.com/office/drawing/2014/main" id="{3F73AD35-6458-4A2A-9A03-0222FC4D93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385483" y="2731827"/>
            <a:ext cx="3421036" cy="1394348"/>
          </a:xfrm>
        </p:spPr>
        <p:txBody>
          <a:bodyPr wrap="none" anchor="ctr">
            <a:noAutofit/>
          </a:bodyPr>
          <a:lstStyle>
            <a:lvl1pPr algn="ctr">
              <a:lnSpc>
                <a:spcPct val="100000"/>
              </a:lnSpc>
              <a:defRPr sz="4400">
                <a:solidFill>
                  <a:schemeClr val="bg1"/>
                </a:solidFill>
              </a:defRPr>
            </a:lvl1pPr>
          </a:lstStyle>
          <a:p>
            <a:r>
              <a:rPr lang="en-US"/>
              <a:t>Questions</a:t>
            </a:r>
          </a:p>
        </p:txBody>
      </p:sp>
    </p:spTree>
    <p:extLst>
      <p:ext uri="{BB962C8B-B14F-4D97-AF65-F5344CB8AC3E}">
        <p14:creationId xmlns:p14="http://schemas.microsoft.com/office/powerpoint/2010/main" val="3967581282"/>
      </p:ext>
    </p:extLst>
  </p:cSld>
  <p:clrMapOvr>
    <a:masterClrMapping/>
  </p:clrMapOvr>
</p:sldLayout>
</file>

<file path=ppt/slideLayouts/slideLayout18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ank you">
    <p:bg>
      <p:bgPr>
        <a:solidFill>
          <a:schemeClr val="accent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Graphic 10">
            <a:extLst>
              <a:ext uri="{FF2B5EF4-FFF2-40B4-BE49-F238E27FC236}">
                <a16:creationId xmlns:a16="http://schemas.microsoft.com/office/drawing/2014/main" id="{B37E38E8-ADCB-8E97-E61A-DDC65AF315CC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0" y="3474720"/>
            <a:ext cx="3383280" cy="3383280"/>
          </a:xfrm>
          <a:prstGeom prst="rect">
            <a:avLst/>
          </a:prstGeom>
        </p:spPr>
      </p:pic>
      <p:sp>
        <p:nvSpPr>
          <p:cNvPr id="8" name="Title 1">
            <a:extLst>
              <a:ext uri="{FF2B5EF4-FFF2-40B4-BE49-F238E27FC236}">
                <a16:creationId xmlns:a16="http://schemas.microsoft.com/office/drawing/2014/main" id="{499553CC-D1FC-0BF8-65E8-622A9A59847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28626" y="678311"/>
            <a:ext cx="3784561" cy="830997"/>
          </a:xfrm>
        </p:spPr>
        <p:txBody>
          <a:bodyPr wrap="none">
            <a:noAutofit/>
          </a:bodyPr>
          <a:lstStyle>
            <a:lvl1pPr>
              <a:lnSpc>
                <a:spcPct val="100000"/>
              </a:lnSpc>
              <a:defRPr sz="5400">
                <a:solidFill>
                  <a:schemeClr val="accent2"/>
                </a:solidFill>
              </a:defRPr>
            </a:lvl1pPr>
          </a:lstStyle>
          <a:p>
            <a:r>
              <a:rPr lang="en-US"/>
              <a:t>Thank you!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F2E6D97E-7A6D-5A28-FF0A-4786C40756EC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28625" y="1691640"/>
            <a:ext cx="3784561" cy="1190456"/>
          </a:xfrm>
        </p:spPr>
        <p:txBody>
          <a:bodyPr wrap="none"/>
          <a:lstStyle>
            <a:lvl1pPr marL="0" indent="0">
              <a:spcAft>
                <a:spcPts val="0"/>
              </a:spcAft>
              <a:buNone/>
              <a:defRPr>
                <a:solidFill>
                  <a:schemeClr val="bg1"/>
                </a:solidFill>
              </a:defRPr>
            </a:lvl1pPr>
            <a:lvl2pPr marL="228594" indent="0">
              <a:buNone/>
              <a:defRPr>
                <a:solidFill>
                  <a:schemeClr val="bg1"/>
                </a:solidFill>
              </a:defRPr>
            </a:lvl2pPr>
            <a:lvl3pPr marL="457189" indent="0">
              <a:buNone/>
              <a:defRPr>
                <a:solidFill>
                  <a:schemeClr val="bg1"/>
                </a:solidFill>
              </a:defRPr>
            </a:lvl3pPr>
            <a:lvl4pPr marL="685783" indent="0">
              <a:buNone/>
              <a:defRPr>
                <a:solidFill>
                  <a:schemeClr val="bg1"/>
                </a:solidFill>
              </a:defRPr>
            </a:lvl4pPr>
            <a:lvl5pPr marL="914377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For more information please contact:</a:t>
            </a:r>
            <a:br>
              <a:rPr lang="en-US"/>
            </a:br>
            <a:r>
              <a:rPr lang="en-US"/>
              <a:t>T+ 33 1 98765432</a:t>
            </a:r>
            <a:br>
              <a:rPr lang="en-US"/>
            </a:br>
            <a:r>
              <a:rPr lang="en-US"/>
              <a:t>M+ 33 6 44445678</a:t>
            </a:r>
            <a:br>
              <a:rPr lang="en-US"/>
            </a:br>
            <a:r>
              <a:rPr lang="en-US"/>
              <a:t>firstname.lastname@atos.net</a:t>
            </a:r>
          </a:p>
        </p:txBody>
      </p:sp>
      <p:sp>
        <p:nvSpPr>
          <p:cNvPr id="3" name="AddNotifier#1">
            <a:extLst>
              <a:ext uri="{FF2B5EF4-FFF2-40B4-BE49-F238E27FC236}">
                <a16:creationId xmlns:a16="http://schemas.microsoft.com/office/drawing/2014/main" id="{DEB32E4C-FD35-01ED-4923-78A44A2BBA63}"/>
              </a:ext>
            </a:extLst>
          </p:cNvPr>
          <p:cNvSpPr txBox="1">
            <a:spLocks noChangeArrowheads="1"/>
          </p:cNvSpPr>
          <p:nvPr userDrawn="1"/>
        </p:nvSpPr>
        <p:spPr bwMode="invGray">
          <a:xfrm>
            <a:off x="3511966" y="5580670"/>
            <a:ext cx="3587335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 anchor="b" anchorCtr="0">
            <a:spAutoFit/>
          </a:bodyPr>
          <a:lstStyle>
            <a:lvl1pPr>
              <a:defRPr>
                <a:solidFill>
                  <a:schemeClr val="tx1"/>
                </a:solidFill>
                <a:latin typeface="Lucida Sans Unicode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Lucida Sans Unicode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Lucida Sans Unicode" pitchFamily="34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Lucida Sans Unicode" pitchFamily="34" charset="0"/>
              </a:defRPr>
            </a:lvl9pPr>
          </a:lstStyle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Biennale"/>
                <a:ea typeface="Verdana" pitchFamily="34" charset="0"/>
                <a:cs typeface="Verdana" pitchFamily="34" charset="0"/>
              </a:rPr>
              <a:t>Atos is a registered trademark of Atos SE. June 2023. © 2023 Atos. Confidential information owned by Atos, to be used by the recipient only. This document, or any part of it, may not be reproduced, copied, circulated and/or distributed nor quoted without prior written approval from Atos.</a:t>
            </a:r>
          </a:p>
        </p:txBody>
      </p:sp>
      <p:sp>
        <p:nvSpPr>
          <p:cNvPr id="5" name="Graphique 10">
            <a:extLst>
              <a:ext uri="{FF2B5EF4-FFF2-40B4-BE49-F238E27FC236}">
                <a16:creationId xmlns:a16="http://schemas.microsoft.com/office/drawing/2014/main" id="{19A80A2F-D5E3-6F7F-C1EB-15EBCE6C6CAC}"/>
              </a:ext>
            </a:extLst>
          </p:cNvPr>
          <p:cNvSpPr>
            <a:spLocks noChangeAspect="1"/>
          </p:cNvSpPr>
          <p:nvPr userDrawn="1"/>
        </p:nvSpPr>
        <p:spPr>
          <a:xfrm>
            <a:off x="9848292" y="5921363"/>
            <a:ext cx="1920640" cy="587312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bg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</p:txBody>
      </p:sp>
      <p:pic>
        <p:nvPicPr>
          <p:cNvPr id="9" name="Graphic 8">
            <a:extLst>
              <a:ext uri="{FF2B5EF4-FFF2-40B4-BE49-F238E27FC236}">
                <a16:creationId xmlns:a16="http://schemas.microsoft.com/office/drawing/2014/main" id="{D4E82305-2CFC-B442-7D06-48C49A6D08D4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 rot="16200000">
            <a:off x="8808720" y="1"/>
            <a:ext cx="3383280" cy="33832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730079"/>
      </p:ext>
    </p:extLst>
  </p:cSld>
  <p:clrMapOvr>
    <a:masterClrMapping/>
  </p:clrMapOvr>
</p:sldLayout>
</file>

<file path=ppt/slideLayouts/slideLayout18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s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855AB8-B6EC-4304-ABBB-CA0A4399AC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gray">
          <a:xfrm>
            <a:off x="303548" y="164637"/>
            <a:ext cx="11436096" cy="975360"/>
          </a:xfrm>
        </p:spPr>
        <p:txBody>
          <a:bodyPr/>
          <a:lstStyle/>
          <a:p>
            <a:pPr lvl="0"/>
            <a:r>
              <a:rPr lang="en-US"/>
              <a:t>Title in </a:t>
            </a:r>
            <a:r>
              <a:rPr lang="en-US" err="1"/>
              <a:t>Raleway</a:t>
            </a:r>
            <a:r>
              <a:rPr lang="en-US"/>
              <a:t> </a:t>
            </a:r>
            <a:r>
              <a:rPr lang="en-US" err="1"/>
              <a:t>SemiBold</a:t>
            </a:r>
            <a:r>
              <a:rPr lang="en-US"/>
              <a:t> 20pt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FC3B6DC-AAAC-4B11-9BD4-A2E99D2BCBE1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303547" y="556610"/>
            <a:ext cx="11436096" cy="580529"/>
          </a:xfrm>
        </p:spPr>
        <p:txBody>
          <a:bodyPr/>
          <a:lstStyle>
            <a:lvl1pPr marL="0" indent="0">
              <a:buNone/>
              <a:defRPr sz="2133">
                <a:solidFill>
                  <a:srgbClr val="0596FF"/>
                </a:solidFill>
                <a:latin typeface="+mj-lt"/>
              </a:defRPr>
            </a:lvl1pPr>
          </a:lstStyle>
          <a:p>
            <a:pPr lvl="0"/>
            <a:r>
              <a:rPr lang="en-US"/>
              <a:t>Subtitle in </a:t>
            </a:r>
            <a:r>
              <a:rPr lang="en-US" err="1"/>
              <a:t>Raleway</a:t>
            </a:r>
            <a:r>
              <a:rPr lang="en-US"/>
              <a:t> </a:t>
            </a:r>
            <a:r>
              <a:rPr lang="en-US" err="1"/>
              <a:t>SemiBold</a:t>
            </a:r>
            <a:r>
              <a:rPr lang="en-US"/>
              <a:t> 16pt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E91ACFA9-286E-4D18-8A01-5219BA79CA9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303548" y="6342356"/>
            <a:ext cx="375424" cy="25654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67">
                <a:solidFill>
                  <a:schemeClr val="tx1"/>
                </a:solidFill>
                <a:latin typeface="Raleway Medium" pitchFamily="2" charset="0"/>
                <a:ea typeface="Verdana" pitchFamily="34" charset="0"/>
                <a:cs typeface="Raleway Medium" pitchFamily="2" charset="0"/>
              </a:defRPr>
            </a:lvl1pPr>
          </a:lstStyle>
          <a:p>
            <a:fld id="{DAF489CC-3B7A-4DA5-A8C0-4984788D0EC5}" type="slidenum">
              <a:rPr lang="nl-NL" smtClean="0"/>
              <a:pPr/>
              <a:t>‹#›</a:t>
            </a:fld>
            <a:endParaRPr lang="nl-NL"/>
          </a:p>
        </p:txBody>
      </p:sp>
    </p:spTree>
    <p:extLst>
      <p:ext uri="{BB962C8B-B14F-4D97-AF65-F5344CB8AC3E}">
        <p14:creationId xmlns:p14="http://schemas.microsoft.com/office/powerpoint/2010/main" val="1310219747"/>
      </p:ext>
    </p:extLst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63" Type="http://schemas.openxmlformats.org/officeDocument/2006/relationships/slideLayout" Target="../slideLayouts/slideLayout6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8" Type="http://schemas.openxmlformats.org/officeDocument/2006/relationships/slideLayout" Target="../slideLayouts/slideLayout58.xml"/><Relationship Id="rId66" Type="http://schemas.openxmlformats.org/officeDocument/2006/relationships/image" Target="../media/image2.svg"/><Relationship Id="rId5" Type="http://schemas.openxmlformats.org/officeDocument/2006/relationships/slideLayout" Target="../slideLayouts/slideLayout5.xml"/><Relationship Id="rId61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1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slideLayout" Target="../slideLayouts/slideLayout56.xml"/><Relationship Id="rId64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59" Type="http://schemas.openxmlformats.org/officeDocument/2006/relationships/slideLayout" Target="../slideLayouts/slideLayout59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62" Type="http://schemas.openxmlformats.org/officeDocument/2006/relationships/slideLayout" Target="../slideLayouts/slideLayout6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57" Type="http://schemas.openxmlformats.org/officeDocument/2006/relationships/slideLayout" Target="../slideLayouts/slideLayout57.xml"/><Relationship Id="rId10" Type="http://schemas.openxmlformats.org/officeDocument/2006/relationships/slideLayout" Target="../slideLayouts/slideLayout10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60" Type="http://schemas.openxmlformats.org/officeDocument/2006/relationships/slideLayout" Target="../slideLayouts/slideLayout60.xml"/><Relationship Id="rId65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9" Type="http://schemas.openxmlformats.org/officeDocument/2006/relationships/slideLayout" Target="../slideLayouts/slideLayout39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76.xml"/><Relationship Id="rId18" Type="http://schemas.openxmlformats.org/officeDocument/2006/relationships/slideLayout" Target="../slideLayouts/slideLayout81.xml"/><Relationship Id="rId26" Type="http://schemas.openxmlformats.org/officeDocument/2006/relationships/slideLayout" Target="../slideLayouts/slideLayout89.xml"/><Relationship Id="rId39" Type="http://schemas.openxmlformats.org/officeDocument/2006/relationships/slideLayout" Target="../slideLayouts/slideLayout102.xml"/><Relationship Id="rId21" Type="http://schemas.openxmlformats.org/officeDocument/2006/relationships/slideLayout" Target="../slideLayouts/slideLayout84.xml"/><Relationship Id="rId34" Type="http://schemas.openxmlformats.org/officeDocument/2006/relationships/slideLayout" Target="../slideLayouts/slideLayout97.xml"/><Relationship Id="rId42" Type="http://schemas.openxmlformats.org/officeDocument/2006/relationships/slideLayout" Target="../slideLayouts/slideLayout105.xml"/><Relationship Id="rId47" Type="http://schemas.openxmlformats.org/officeDocument/2006/relationships/slideLayout" Target="../slideLayouts/slideLayout110.xml"/><Relationship Id="rId50" Type="http://schemas.openxmlformats.org/officeDocument/2006/relationships/slideLayout" Target="../slideLayouts/slideLayout113.xml"/><Relationship Id="rId55" Type="http://schemas.openxmlformats.org/officeDocument/2006/relationships/slideLayout" Target="../slideLayouts/slideLayout118.xml"/><Relationship Id="rId63" Type="http://schemas.openxmlformats.org/officeDocument/2006/relationships/theme" Target="../theme/theme2.xml"/><Relationship Id="rId7" Type="http://schemas.openxmlformats.org/officeDocument/2006/relationships/slideLayout" Target="../slideLayouts/slideLayout70.xml"/><Relationship Id="rId2" Type="http://schemas.openxmlformats.org/officeDocument/2006/relationships/slideLayout" Target="../slideLayouts/slideLayout65.xml"/><Relationship Id="rId16" Type="http://schemas.openxmlformats.org/officeDocument/2006/relationships/slideLayout" Target="../slideLayouts/slideLayout79.xml"/><Relationship Id="rId29" Type="http://schemas.openxmlformats.org/officeDocument/2006/relationships/slideLayout" Target="../slideLayouts/slideLayout92.xml"/><Relationship Id="rId11" Type="http://schemas.openxmlformats.org/officeDocument/2006/relationships/slideLayout" Target="../slideLayouts/slideLayout74.xml"/><Relationship Id="rId24" Type="http://schemas.openxmlformats.org/officeDocument/2006/relationships/slideLayout" Target="../slideLayouts/slideLayout87.xml"/><Relationship Id="rId32" Type="http://schemas.openxmlformats.org/officeDocument/2006/relationships/slideLayout" Target="../slideLayouts/slideLayout95.xml"/><Relationship Id="rId37" Type="http://schemas.openxmlformats.org/officeDocument/2006/relationships/slideLayout" Target="../slideLayouts/slideLayout100.xml"/><Relationship Id="rId40" Type="http://schemas.openxmlformats.org/officeDocument/2006/relationships/slideLayout" Target="../slideLayouts/slideLayout103.xml"/><Relationship Id="rId45" Type="http://schemas.openxmlformats.org/officeDocument/2006/relationships/slideLayout" Target="../slideLayouts/slideLayout108.xml"/><Relationship Id="rId53" Type="http://schemas.openxmlformats.org/officeDocument/2006/relationships/slideLayout" Target="../slideLayouts/slideLayout116.xml"/><Relationship Id="rId58" Type="http://schemas.openxmlformats.org/officeDocument/2006/relationships/slideLayout" Target="../slideLayouts/slideLayout121.xml"/><Relationship Id="rId5" Type="http://schemas.openxmlformats.org/officeDocument/2006/relationships/slideLayout" Target="../slideLayouts/slideLayout68.xml"/><Relationship Id="rId61" Type="http://schemas.openxmlformats.org/officeDocument/2006/relationships/slideLayout" Target="../slideLayouts/slideLayout124.xml"/><Relationship Id="rId19" Type="http://schemas.openxmlformats.org/officeDocument/2006/relationships/slideLayout" Target="../slideLayouts/slideLayout82.xml"/><Relationship Id="rId14" Type="http://schemas.openxmlformats.org/officeDocument/2006/relationships/slideLayout" Target="../slideLayouts/slideLayout77.xml"/><Relationship Id="rId22" Type="http://schemas.openxmlformats.org/officeDocument/2006/relationships/slideLayout" Target="../slideLayouts/slideLayout85.xml"/><Relationship Id="rId27" Type="http://schemas.openxmlformats.org/officeDocument/2006/relationships/slideLayout" Target="../slideLayouts/slideLayout90.xml"/><Relationship Id="rId30" Type="http://schemas.openxmlformats.org/officeDocument/2006/relationships/slideLayout" Target="../slideLayouts/slideLayout93.xml"/><Relationship Id="rId35" Type="http://schemas.openxmlformats.org/officeDocument/2006/relationships/slideLayout" Target="../slideLayouts/slideLayout98.xml"/><Relationship Id="rId43" Type="http://schemas.openxmlformats.org/officeDocument/2006/relationships/slideLayout" Target="../slideLayouts/slideLayout106.xml"/><Relationship Id="rId48" Type="http://schemas.openxmlformats.org/officeDocument/2006/relationships/slideLayout" Target="../slideLayouts/slideLayout111.xml"/><Relationship Id="rId56" Type="http://schemas.openxmlformats.org/officeDocument/2006/relationships/slideLayout" Target="../slideLayouts/slideLayout119.xml"/><Relationship Id="rId8" Type="http://schemas.openxmlformats.org/officeDocument/2006/relationships/slideLayout" Target="../slideLayouts/slideLayout71.xml"/><Relationship Id="rId51" Type="http://schemas.openxmlformats.org/officeDocument/2006/relationships/slideLayout" Target="../slideLayouts/slideLayout114.xml"/><Relationship Id="rId3" Type="http://schemas.openxmlformats.org/officeDocument/2006/relationships/slideLayout" Target="../slideLayouts/slideLayout66.xml"/><Relationship Id="rId12" Type="http://schemas.openxmlformats.org/officeDocument/2006/relationships/slideLayout" Target="../slideLayouts/slideLayout75.xml"/><Relationship Id="rId17" Type="http://schemas.openxmlformats.org/officeDocument/2006/relationships/slideLayout" Target="../slideLayouts/slideLayout80.xml"/><Relationship Id="rId25" Type="http://schemas.openxmlformats.org/officeDocument/2006/relationships/slideLayout" Target="../slideLayouts/slideLayout88.xml"/><Relationship Id="rId33" Type="http://schemas.openxmlformats.org/officeDocument/2006/relationships/slideLayout" Target="../slideLayouts/slideLayout96.xml"/><Relationship Id="rId38" Type="http://schemas.openxmlformats.org/officeDocument/2006/relationships/slideLayout" Target="../slideLayouts/slideLayout101.xml"/><Relationship Id="rId46" Type="http://schemas.openxmlformats.org/officeDocument/2006/relationships/slideLayout" Target="../slideLayouts/slideLayout109.xml"/><Relationship Id="rId59" Type="http://schemas.openxmlformats.org/officeDocument/2006/relationships/slideLayout" Target="../slideLayouts/slideLayout122.xml"/><Relationship Id="rId20" Type="http://schemas.openxmlformats.org/officeDocument/2006/relationships/slideLayout" Target="../slideLayouts/slideLayout83.xml"/><Relationship Id="rId41" Type="http://schemas.openxmlformats.org/officeDocument/2006/relationships/slideLayout" Target="../slideLayouts/slideLayout104.xml"/><Relationship Id="rId54" Type="http://schemas.openxmlformats.org/officeDocument/2006/relationships/slideLayout" Target="../slideLayouts/slideLayout117.xml"/><Relationship Id="rId62" Type="http://schemas.openxmlformats.org/officeDocument/2006/relationships/slideLayout" Target="../slideLayouts/slideLayout125.xml"/><Relationship Id="rId1" Type="http://schemas.openxmlformats.org/officeDocument/2006/relationships/slideLayout" Target="../slideLayouts/slideLayout64.xml"/><Relationship Id="rId6" Type="http://schemas.openxmlformats.org/officeDocument/2006/relationships/slideLayout" Target="../slideLayouts/slideLayout69.xml"/><Relationship Id="rId15" Type="http://schemas.openxmlformats.org/officeDocument/2006/relationships/slideLayout" Target="../slideLayouts/slideLayout78.xml"/><Relationship Id="rId23" Type="http://schemas.openxmlformats.org/officeDocument/2006/relationships/slideLayout" Target="../slideLayouts/slideLayout86.xml"/><Relationship Id="rId28" Type="http://schemas.openxmlformats.org/officeDocument/2006/relationships/slideLayout" Target="../slideLayouts/slideLayout91.xml"/><Relationship Id="rId36" Type="http://schemas.openxmlformats.org/officeDocument/2006/relationships/slideLayout" Target="../slideLayouts/slideLayout99.xml"/><Relationship Id="rId49" Type="http://schemas.openxmlformats.org/officeDocument/2006/relationships/slideLayout" Target="../slideLayouts/slideLayout112.xml"/><Relationship Id="rId57" Type="http://schemas.openxmlformats.org/officeDocument/2006/relationships/slideLayout" Target="../slideLayouts/slideLayout120.xml"/><Relationship Id="rId10" Type="http://schemas.openxmlformats.org/officeDocument/2006/relationships/slideLayout" Target="../slideLayouts/slideLayout73.xml"/><Relationship Id="rId31" Type="http://schemas.openxmlformats.org/officeDocument/2006/relationships/slideLayout" Target="../slideLayouts/slideLayout94.xml"/><Relationship Id="rId44" Type="http://schemas.openxmlformats.org/officeDocument/2006/relationships/slideLayout" Target="../slideLayouts/slideLayout107.xml"/><Relationship Id="rId52" Type="http://schemas.openxmlformats.org/officeDocument/2006/relationships/slideLayout" Target="../slideLayouts/slideLayout115.xml"/><Relationship Id="rId60" Type="http://schemas.openxmlformats.org/officeDocument/2006/relationships/slideLayout" Target="../slideLayouts/slideLayout123.xml"/><Relationship Id="rId4" Type="http://schemas.openxmlformats.org/officeDocument/2006/relationships/slideLayout" Target="../slideLayouts/slideLayout67.xml"/><Relationship Id="rId9" Type="http://schemas.openxmlformats.org/officeDocument/2006/relationships/slideLayout" Target="../slideLayouts/slideLayout72.xml"/></Relationships>
</file>

<file path=ppt/slideMasters/_rels/slideMaster3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8.xml"/><Relationship Id="rId18" Type="http://schemas.openxmlformats.org/officeDocument/2006/relationships/slideLayout" Target="../slideLayouts/slideLayout143.xml"/><Relationship Id="rId26" Type="http://schemas.openxmlformats.org/officeDocument/2006/relationships/slideLayout" Target="../slideLayouts/slideLayout151.xml"/><Relationship Id="rId39" Type="http://schemas.openxmlformats.org/officeDocument/2006/relationships/slideLayout" Target="../slideLayouts/slideLayout164.xml"/><Relationship Id="rId21" Type="http://schemas.openxmlformats.org/officeDocument/2006/relationships/slideLayout" Target="../slideLayouts/slideLayout146.xml"/><Relationship Id="rId34" Type="http://schemas.openxmlformats.org/officeDocument/2006/relationships/slideLayout" Target="../slideLayouts/slideLayout159.xml"/><Relationship Id="rId42" Type="http://schemas.openxmlformats.org/officeDocument/2006/relationships/slideLayout" Target="../slideLayouts/slideLayout167.xml"/><Relationship Id="rId47" Type="http://schemas.openxmlformats.org/officeDocument/2006/relationships/slideLayout" Target="../slideLayouts/slideLayout172.xml"/><Relationship Id="rId50" Type="http://schemas.openxmlformats.org/officeDocument/2006/relationships/slideLayout" Target="../slideLayouts/slideLayout175.xml"/><Relationship Id="rId55" Type="http://schemas.openxmlformats.org/officeDocument/2006/relationships/slideLayout" Target="../slideLayouts/slideLayout180.xml"/><Relationship Id="rId63" Type="http://schemas.openxmlformats.org/officeDocument/2006/relationships/slideLayout" Target="../slideLayouts/slideLayout188.xml"/><Relationship Id="rId7" Type="http://schemas.openxmlformats.org/officeDocument/2006/relationships/slideLayout" Target="../slideLayouts/slideLayout132.xml"/><Relationship Id="rId2" Type="http://schemas.openxmlformats.org/officeDocument/2006/relationships/slideLayout" Target="../slideLayouts/slideLayout127.xml"/><Relationship Id="rId16" Type="http://schemas.openxmlformats.org/officeDocument/2006/relationships/slideLayout" Target="../slideLayouts/slideLayout141.xml"/><Relationship Id="rId29" Type="http://schemas.openxmlformats.org/officeDocument/2006/relationships/slideLayout" Target="../slideLayouts/slideLayout154.xml"/><Relationship Id="rId11" Type="http://schemas.openxmlformats.org/officeDocument/2006/relationships/slideLayout" Target="../slideLayouts/slideLayout136.xml"/><Relationship Id="rId24" Type="http://schemas.openxmlformats.org/officeDocument/2006/relationships/slideLayout" Target="../slideLayouts/slideLayout149.xml"/><Relationship Id="rId32" Type="http://schemas.openxmlformats.org/officeDocument/2006/relationships/slideLayout" Target="../slideLayouts/slideLayout157.xml"/><Relationship Id="rId37" Type="http://schemas.openxmlformats.org/officeDocument/2006/relationships/slideLayout" Target="../slideLayouts/slideLayout162.xml"/><Relationship Id="rId40" Type="http://schemas.openxmlformats.org/officeDocument/2006/relationships/slideLayout" Target="../slideLayouts/slideLayout165.xml"/><Relationship Id="rId45" Type="http://schemas.openxmlformats.org/officeDocument/2006/relationships/slideLayout" Target="../slideLayouts/slideLayout170.xml"/><Relationship Id="rId53" Type="http://schemas.openxmlformats.org/officeDocument/2006/relationships/slideLayout" Target="../slideLayouts/slideLayout178.xml"/><Relationship Id="rId58" Type="http://schemas.openxmlformats.org/officeDocument/2006/relationships/slideLayout" Target="../slideLayouts/slideLayout183.xml"/><Relationship Id="rId5" Type="http://schemas.openxmlformats.org/officeDocument/2006/relationships/slideLayout" Target="../slideLayouts/slideLayout130.xml"/><Relationship Id="rId61" Type="http://schemas.openxmlformats.org/officeDocument/2006/relationships/slideLayout" Target="../slideLayouts/slideLayout186.xml"/><Relationship Id="rId19" Type="http://schemas.openxmlformats.org/officeDocument/2006/relationships/slideLayout" Target="../slideLayouts/slideLayout144.xml"/><Relationship Id="rId14" Type="http://schemas.openxmlformats.org/officeDocument/2006/relationships/slideLayout" Target="../slideLayouts/slideLayout139.xml"/><Relationship Id="rId22" Type="http://schemas.openxmlformats.org/officeDocument/2006/relationships/slideLayout" Target="../slideLayouts/slideLayout147.xml"/><Relationship Id="rId27" Type="http://schemas.openxmlformats.org/officeDocument/2006/relationships/slideLayout" Target="../slideLayouts/slideLayout152.xml"/><Relationship Id="rId30" Type="http://schemas.openxmlformats.org/officeDocument/2006/relationships/slideLayout" Target="../slideLayouts/slideLayout155.xml"/><Relationship Id="rId35" Type="http://schemas.openxmlformats.org/officeDocument/2006/relationships/slideLayout" Target="../slideLayouts/slideLayout160.xml"/><Relationship Id="rId43" Type="http://schemas.openxmlformats.org/officeDocument/2006/relationships/slideLayout" Target="../slideLayouts/slideLayout168.xml"/><Relationship Id="rId48" Type="http://schemas.openxmlformats.org/officeDocument/2006/relationships/slideLayout" Target="../slideLayouts/slideLayout173.xml"/><Relationship Id="rId56" Type="http://schemas.openxmlformats.org/officeDocument/2006/relationships/slideLayout" Target="../slideLayouts/slideLayout181.xml"/><Relationship Id="rId64" Type="http://schemas.openxmlformats.org/officeDocument/2006/relationships/theme" Target="../theme/theme3.xml"/><Relationship Id="rId8" Type="http://schemas.openxmlformats.org/officeDocument/2006/relationships/slideLayout" Target="../slideLayouts/slideLayout133.xml"/><Relationship Id="rId51" Type="http://schemas.openxmlformats.org/officeDocument/2006/relationships/slideLayout" Target="../slideLayouts/slideLayout176.xml"/><Relationship Id="rId3" Type="http://schemas.openxmlformats.org/officeDocument/2006/relationships/slideLayout" Target="../slideLayouts/slideLayout128.xml"/><Relationship Id="rId12" Type="http://schemas.openxmlformats.org/officeDocument/2006/relationships/slideLayout" Target="../slideLayouts/slideLayout137.xml"/><Relationship Id="rId17" Type="http://schemas.openxmlformats.org/officeDocument/2006/relationships/slideLayout" Target="../slideLayouts/slideLayout142.xml"/><Relationship Id="rId25" Type="http://schemas.openxmlformats.org/officeDocument/2006/relationships/slideLayout" Target="../slideLayouts/slideLayout150.xml"/><Relationship Id="rId33" Type="http://schemas.openxmlformats.org/officeDocument/2006/relationships/slideLayout" Target="../slideLayouts/slideLayout158.xml"/><Relationship Id="rId38" Type="http://schemas.openxmlformats.org/officeDocument/2006/relationships/slideLayout" Target="../slideLayouts/slideLayout163.xml"/><Relationship Id="rId46" Type="http://schemas.openxmlformats.org/officeDocument/2006/relationships/slideLayout" Target="../slideLayouts/slideLayout171.xml"/><Relationship Id="rId59" Type="http://schemas.openxmlformats.org/officeDocument/2006/relationships/slideLayout" Target="../slideLayouts/slideLayout184.xml"/><Relationship Id="rId20" Type="http://schemas.openxmlformats.org/officeDocument/2006/relationships/slideLayout" Target="../slideLayouts/slideLayout145.xml"/><Relationship Id="rId41" Type="http://schemas.openxmlformats.org/officeDocument/2006/relationships/slideLayout" Target="../slideLayouts/slideLayout166.xml"/><Relationship Id="rId54" Type="http://schemas.openxmlformats.org/officeDocument/2006/relationships/slideLayout" Target="../slideLayouts/slideLayout179.xml"/><Relationship Id="rId62" Type="http://schemas.openxmlformats.org/officeDocument/2006/relationships/slideLayout" Target="../slideLayouts/slideLayout187.xml"/><Relationship Id="rId1" Type="http://schemas.openxmlformats.org/officeDocument/2006/relationships/slideLayout" Target="../slideLayouts/slideLayout126.xml"/><Relationship Id="rId6" Type="http://schemas.openxmlformats.org/officeDocument/2006/relationships/slideLayout" Target="../slideLayouts/slideLayout131.xml"/><Relationship Id="rId15" Type="http://schemas.openxmlformats.org/officeDocument/2006/relationships/slideLayout" Target="../slideLayouts/slideLayout140.xml"/><Relationship Id="rId23" Type="http://schemas.openxmlformats.org/officeDocument/2006/relationships/slideLayout" Target="../slideLayouts/slideLayout148.xml"/><Relationship Id="rId28" Type="http://schemas.openxmlformats.org/officeDocument/2006/relationships/slideLayout" Target="../slideLayouts/slideLayout153.xml"/><Relationship Id="rId36" Type="http://schemas.openxmlformats.org/officeDocument/2006/relationships/slideLayout" Target="../slideLayouts/slideLayout161.xml"/><Relationship Id="rId49" Type="http://schemas.openxmlformats.org/officeDocument/2006/relationships/slideLayout" Target="../slideLayouts/slideLayout174.xml"/><Relationship Id="rId57" Type="http://schemas.openxmlformats.org/officeDocument/2006/relationships/slideLayout" Target="../slideLayouts/slideLayout182.xml"/><Relationship Id="rId10" Type="http://schemas.openxmlformats.org/officeDocument/2006/relationships/slideLayout" Target="../slideLayouts/slideLayout135.xml"/><Relationship Id="rId31" Type="http://schemas.openxmlformats.org/officeDocument/2006/relationships/slideLayout" Target="../slideLayouts/slideLayout156.xml"/><Relationship Id="rId44" Type="http://schemas.openxmlformats.org/officeDocument/2006/relationships/slideLayout" Target="../slideLayouts/slideLayout169.xml"/><Relationship Id="rId52" Type="http://schemas.openxmlformats.org/officeDocument/2006/relationships/slideLayout" Target="../slideLayouts/slideLayout177.xml"/><Relationship Id="rId60" Type="http://schemas.openxmlformats.org/officeDocument/2006/relationships/slideLayout" Target="../slideLayouts/slideLayout185.xml"/><Relationship Id="rId4" Type="http://schemas.openxmlformats.org/officeDocument/2006/relationships/slideLayout" Target="../slideLayouts/slideLayout129.xml"/><Relationship Id="rId9" Type="http://schemas.openxmlformats.org/officeDocument/2006/relationships/slideLayout" Target="../slideLayouts/slideLayout13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Placeholder 3">
            <a:extLst>
              <a:ext uri="{FF2B5EF4-FFF2-40B4-BE49-F238E27FC236}">
                <a16:creationId xmlns:a16="http://schemas.microsoft.com/office/drawing/2014/main" id="{E3CA9F28-221C-ADB7-0904-F4ABB527065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633" y="471600"/>
            <a:ext cx="11484000" cy="342000"/>
          </a:xfrm>
          <a:prstGeom prst="rect">
            <a:avLst/>
          </a:prstGeom>
        </p:spPr>
        <p:txBody>
          <a:bodyPr vert="horz" lIns="91440" tIns="0" rIns="91440" bIns="0" rtlCol="0" anchor="t" anchorCtr="0">
            <a:sp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2CDE84-856E-EC95-99B3-55B7775D7C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16635" y="1317600"/>
            <a:ext cx="11484000" cy="4351338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1C5DA4E0-04BF-5BE9-724B-4261A9D385D1}"/>
              </a:ext>
            </a:extLst>
          </p:cNvPr>
          <p:cNvPicPr>
            <a:picLocks noChangeAspect="1"/>
          </p:cNvPicPr>
          <p:nvPr userDrawn="1"/>
        </p:nvPicPr>
        <p:blipFill>
          <a:blip r:embed="rId65">
            <a:extLst>
              <a:ext uri="{96DAC541-7B7A-43D3-8B79-37D633B846F1}">
                <asvg:svgBlip xmlns:asvg="http://schemas.microsoft.com/office/drawing/2016/SVG/main" r:embed="rId66"/>
              </a:ext>
            </a:extLst>
          </a:blip>
          <a:stretch>
            <a:fillRect/>
          </a:stretch>
        </p:blipFill>
        <p:spPr>
          <a:xfrm>
            <a:off x="414338" y="6261619"/>
            <a:ext cx="1111378" cy="198900"/>
          </a:xfrm>
          <a:prstGeom prst="rect">
            <a:avLst/>
          </a:prstGeom>
        </p:spPr>
      </p:pic>
      <p:sp>
        <p:nvSpPr>
          <p:cNvPr id="28" name="Slide Number Placeholder 10">
            <a:extLst>
              <a:ext uri="{FF2B5EF4-FFF2-40B4-BE49-F238E27FC236}">
                <a16:creationId xmlns:a16="http://schemas.microsoft.com/office/drawing/2014/main" id="{45ED4079-4E3E-0F43-541E-94FDA6BFDAF0}"/>
              </a:ext>
            </a:extLst>
          </p:cNvPr>
          <p:cNvSpPr txBox="1">
            <a:spLocks/>
          </p:cNvSpPr>
          <p:nvPr userDrawn="1"/>
        </p:nvSpPr>
        <p:spPr>
          <a:xfrm>
            <a:off x="11429230" y="6298599"/>
            <a:ext cx="458064" cy="2160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nl-NL"/>
            </a:defPPr>
            <a:lvl1pPr marL="0" algn="l" defTabSz="914400" rtl="0" eaLnBrk="1" latinLnBrk="0" hangingPunct="1">
              <a:defRPr lang="nl-NL" sz="1200" kern="1200" smtClean="0">
                <a:solidFill>
                  <a:srgbClr val="FF6D43"/>
                </a:solidFill>
                <a:latin typeface="Montserrat SemiBold" pitchFamily="2" charset="0"/>
                <a:ea typeface="Verdana" pitchFamily="34" charset="0"/>
                <a:cs typeface="Montserrat SemiBold" pitchFamily="2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fld id="{DAF489CC-3B7A-4DA5-A8C0-4984788D0EC5}" type="slidenum">
              <a:rPr lang="en-IN" smtClean="0"/>
              <a:pPr algn="r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800108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  <p:sldLayoutId id="2147483714" r:id="rId14"/>
    <p:sldLayoutId id="2147483715" r:id="rId15"/>
    <p:sldLayoutId id="2147483716" r:id="rId16"/>
    <p:sldLayoutId id="2147483717" r:id="rId17"/>
    <p:sldLayoutId id="2147483718" r:id="rId18"/>
    <p:sldLayoutId id="2147483719" r:id="rId19"/>
    <p:sldLayoutId id="2147483720" r:id="rId20"/>
    <p:sldLayoutId id="2147483721" r:id="rId21"/>
    <p:sldLayoutId id="2147483722" r:id="rId22"/>
    <p:sldLayoutId id="2147483723" r:id="rId23"/>
    <p:sldLayoutId id="2147483724" r:id="rId24"/>
    <p:sldLayoutId id="2147483725" r:id="rId25"/>
    <p:sldLayoutId id="2147483726" r:id="rId26"/>
    <p:sldLayoutId id="2147483763" r:id="rId27"/>
    <p:sldLayoutId id="2147483764" r:id="rId28"/>
    <p:sldLayoutId id="2147483765" r:id="rId29"/>
    <p:sldLayoutId id="2147483938" r:id="rId30"/>
    <p:sldLayoutId id="2147483939" r:id="rId31"/>
    <p:sldLayoutId id="2147483942" r:id="rId32"/>
    <p:sldLayoutId id="2147483943" r:id="rId33"/>
    <p:sldLayoutId id="2147483662" r:id="rId34"/>
    <p:sldLayoutId id="2147483692" r:id="rId35"/>
    <p:sldLayoutId id="2147483693" r:id="rId36"/>
    <p:sldLayoutId id="2147483694" r:id="rId37"/>
    <p:sldLayoutId id="2147483663" r:id="rId38"/>
    <p:sldLayoutId id="2147483695" r:id="rId39"/>
    <p:sldLayoutId id="2147483676" r:id="rId40"/>
    <p:sldLayoutId id="2147483728" r:id="rId41"/>
    <p:sldLayoutId id="2147483729" r:id="rId42"/>
    <p:sldLayoutId id="2147483665" r:id="rId43"/>
    <p:sldLayoutId id="2147483666" r:id="rId44"/>
    <p:sldLayoutId id="2147483667" r:id="rId45"/>
    <p:sldLayoutId id="2147483668" r:id="rId46"/>
    <p:sldLayoutId id="2147483669" r:id="rId47"/>
    <p:sldLayoutId id="2147483670" r:id="rId48"/>
    <p:sldLayoutId id="2147483678" r:id="rId49"/>
    <p:sldLayoutId id="2147483673" r:id="rId50"/>
    <p:sldLayoutId id="2147483679" r:id="rId51"/>
    <p:sldLayoutId id="2147483685" r:id="rId52"/>
    <p:sldLayoutId id="2147483683" r:id="rId53"/>
    <p:sldLayoutId id="2147483680" r:id="rId54"/>
    <p:sldLayoutId id="2147483687" r:id="rId55"/>
    <p:sldLayoutId id="2147483688" r:id="rId56"/>
    <p:sldLayoutId id="2147483681" r:id="rId57"/>
    <p:sldLayoutId id="2147483684" r:id="rId58"/>
    <p:sldLayoutId id="2147483682" r:id="rId59"/>
    <p:sldLayoutId id="2147483762" r:id="rId60"/>
    <p:sldLayoutId id="2147483697" r:id="rId61"/>
    <p:sldLayoutId id="2147483699" r:id="rId62"/>
    <p:sldLayoutId id="2147483870" r:id="rId63"/>
  </p:sldLayoutIdLst>
  <p:hf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2200" kern="1200">
          <a:solidFill>
            <a:srgbClr val="000000"/>
          </a:solidFill>
          <a:latin typeface="Montserrat Bold" panose="00000800000000000000" pitchFamily="2" charset="0"/>
          <a:ea typeface="+mj-ea"/>
          <a:cs typeface="+mj-cs"/>
        </a:defRPr>
      </a:lvl1pPr>
    </p:titleStyle>
    <p:bodyStyle>
      <a:lvl1pPr marL="216000" indent="-216000" algn="l" defTabSz="9144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Font typeface="Arial" panose="020B0604020202020204" pitchFamily="34" charset="0"/>
        <a:buChar char="•"/>
        <a:defRPr sz="1600" kern="1200">
          <a:solidFill>
            <a:srgbClr val="000000"/>
          </a:solidFill>
          <a:latin typeface="Montserrat" panose="00000500000000000000" pitchFamily="2" charset="0"/>
          <a:ea typeface="+mn-ea"/>
          <a:cs typeface="+mn-cs"/>
        </a:defRPr>
      </a:lvl1pPr>
      <a:lvl2pPr marL="432000" indent="-216000" algn="l" defTabSz="9144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Font typeface="Arial" panose="020B0604020202020204" pitchFamily="34" charset="0"/>
        <a:buChar char="•"/>
        <a:defRPr sz="1600" kern="1200">
          <a:solidFill>
            <a:srgbClr val="000000"/>
          </a:solidFill>
          <a:latin typeface="Montserrat" panose="00000500000000000000" pitchFamily="2" charset="0"/>
          <a:ea typeface="+mn-ea"/>
          <a:cs typeface="+mn-cs"/>
        </a:defRPr>
      </a:lvl2pPr>
      <a:lvl3pPr marL="648000" indent="-216000" algn="l" defTabSz="9144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Font typeface="Arial" panose="020B0604020202020204" pitchFamily="34" charset="0"/>
        <a:buChar char="•"/>
        <a:defRPr sz="1600" kern="1200">
          <a:solidFill>
            <a:srgbClr val="000000"/>
          </a:solidFill>
          <a:latin typeface="Montserrat" panose="00000500000000000000" pitchFamily="2" charset="0"/>
          <a:ea typeface="+mn-ea"/>
          <a:cs typeface="+mn-cs"/>
        </a:defRPr>
      </a:lvl3pPr>
      <a:lvl4pPr marL="864000" indent="-216000" algn="l" defTabSz="9144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0"/>
        </a:spcBef>
        <a:spcAft>
          <a:spcPts val="400"/>
        </a:spcAft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Montserrat" panose="00000500000000000000" pitchFamily="2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nl-NL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822">
          <p15:clr>
            <a:srgbClr val="F26B43"/>
          </p15:clr>
        </p15:guide>
        <p15:guide id="3" pos="7430">
          <p15:clr>
            <a:srgbClr val="F26B43"/>
          </p15:clr>
        </p15:guide>
        <p15:guide id="4" orient="horz" pos="3906">
          <p15:clr>
            <a:srgbClr val="F26B43"/>
          </p15:clr>
        </p15:guide>
        <p15:guide id="5" pos="257">
          <p15:clr>
            <a:srgbClr val="F26B43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ddCustomFooter#1">
            <a:extLst>
              <a:ext uri="{FF2B5EF4-FFF2-40B4-BE49-F238E27FC236}">
                <a16:creationId xmlns:a16="http://schemas.microsoft.com/office/drawing/2014/main" id="{E00FAE01-94EC-1357-62EB-1169EE36702E}"/>
              </a:ext>
            </a:extLst>
          </p:cNvPr>
          <p:cNvSpPr txBox="1"/>
          <p:nvPr userDrawn="1"/>
        </p:nvSpPr>
        <p:spPr bwMode="gray">
          <a:xfrm>
            <a:off x="428626" y="6420355"/>
            <a:ext cx="3842399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74313" algn="l"/>
                <a:tab pos="411470" algn="l"/>
              </a:tabLst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5C"/>
                </a:solidFill>
                <a:effectLst/>
                <a:uLnTx/>
                <a:uFillTx/>
                <a:latin typeface="Biennale"/>
                <a:ea typeface="Verdana" pitchFamily="34" charset="0"/>
                <a:cs typeface="Verdana" pitchFamily="34" charset="0"/>
              </a:rPr>
              <a:t>       | May-2024 | Digital Products &amp; Reporting | © Atos - For internal use </a:t>
            </a:r>
            <a:endParaRPr kumimoji="0" lang="nl-NL" sz="900" b="0" i="0" u="none" strike="noStrike" kern="1200" cap="none" spc="0" normalizeH="0" baseline="0" noProof="0">
              <a:ln>
                <a:noFill/>
              </a:ln>
              <a:solidFill>
                <a:srgbClr val="00005C"/>
              </a:solidFill>
              <a:effectLst/>
              <a:uLnTx/>
              <a:uFillTx/>
              <a:latin typeface="Biennale"/>
              <a:ea typeface="Verdana" pitchFamily="34" charset="0"/>
              <a:cs typeface="Verdana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F9D3E5-713E-2458-85D8-863C02E33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624" y="291452"/>
            <a:ext cx="11337925" cy="79656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E1C79-616F-D7C0-02B1-92ECF462DD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8625" y="1446213"/>
            <a:ext cx="11337927" cy="46307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sp>
        <p:nvSpPr>
          <p:cNvPr id="5" name="Graphique 10">
            <a:extLst>
              <a:ext uri="{FF2B5EF4-FFF2-40B4-BE49-F238E27FC236}">
                <a16:creationId xmlns:a16="http://schemas.microsoft.com/office/drawing/2014/main" id="{1C95FD47-5D5D-CF7D-07B8-ABFE4BCD951D}"/>
              </a:ext>
            </a:extLst>
          </p:cNvPr>
          <p:cNvSpPr>
            <a:spLocks noChangeAspect="1"/>
          </p:cNvSpPr>
          <p:nvPr userDrawn="1"/>
        </p:nvSpPr>
        <p:spPr>
          <a:xfrm>
            <a:off x="10944226" y="6309897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accent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67185-ACB9-908F-2962-5980CB3C0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6" y="6420355"/>
            <a:ext cx="150682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pPr defTabSz="914377"/>
            <a:fld id="{DAF489CC-3B7A-4DA5-A8C0-4984788D0EC5}" type="slidenum">
              <a:rPr lang="nl-NL" smtClean="0">
                <a:solidFill>
                  <a:srgbClr val="00005C"/>
                </a:solidFill>
              </a:rPr>
              <a:pPr defTabSz="914377"/>
              <a:t>‹#›</a:t>
            </a:fld>
            <a:endParaRPr lang="nl-NL">
              <a:solidFill>
                <a:srgbClr val="0000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4897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08" r:id="rId1"/>
    <p:sldLayoutId id="2147483809" r:id="rId2"/>
    <p:sldLayoutId id="2147483810" r:id="rId3"/>
    <p:sldLayoutId id="2147483811" r:id="rId4"/>
    <p:sldLayoutId id="2147483812" r:id="rId5"/>
    <p:sldLayoutId id="2147483813" r:id="rId6"/>
    <p:sldLayoutId id="2147483814" r:id="rId7"/>
    <p:sldLayoutId id="2147483815" r:id="rId8"/>
    <p:sldLayoutId id="2147483816" r:id="rId9"/>
    <p:sldLayoutId id="2147483817" r:id="rId10"/>
    <p:sldLayoutId id="2147483818" r:id="rId11"/>
    <p:sldLayoutId id="2147483819" r:id="rId12"/>
    <p:sldLayoutId id="2147483820" r:id="rId13"/>
    <p:sldLayoutId id="2147483821" r:id="rId14"/>
    <p:sldLayoutId id="2147483822" r:id="rId15"/>
    <p:sldLayoutId id="2147483823" r:id="rId16"/>
    <p:sldLayoutId id="2147483824" r:id="rId17"/>
    <p:sldLayoutId id="2147483825" r:id="rId18"/>
    <p:sldLayoutId id="2147483826" r:id="rId19"/>
    <p:sldLayoutId id="2147483827" r:id="rId20"/>
    <p:sldLayoutId id="2147483828" r:id="rId21"/>
    <p:sldLayoutId id="2147483829" r:id="rId22"/>
    <p:sldLayoutId id="2147483830" r:id="rId23"/>
    <p:sldLayoutId id="2147483831" r:id="rId24"/>
    <p:sldLayoutId id="2147483832" r:id="rId25"/>
    <p:sldLayoutId id="2147483833" r:id="rId26"/>
    <p:sldLayoutId id="2147483834" r:id="rId27"/>
    <p:sldLayoutId id="2147483835" r:id="rId28"/>
    <p:sldLayoutId id="2147483836" r:id="rId29"/>
    <p:sldLayoutId id="2147483837" r:id="rId30"/>
    <p:sldLayoutId id="2147483838" r:id="rId31"/>
    <p:sldLayoutId id="2147483839" r:id="rId32"/>
    <p:sldLayoutId id="2147483840" r:id="rId33"/>
    <p:sldLayoutId id="2147483841" r:id="rId34"/>
    <p:sldLayoutId id="2147483842" r:id="rId35"/>
    <p:sldLayoutId id="2147483843" r:id="rId36"/>
    <p:sldLayoutId id="2147483844" r:id="rId37"/>
    <p:sldLayoutId id="2147483845" r:id="rId38"/>
    <p:sldLayoutId id="2147483846" r:id="rId39"/>
    <p:sldLayoutId id="2147483847" r:id="rId40"/>
    <p:sldLayoutId id="2147483848" r:id="rId41"/>
    <p:sldLayoutId id="2147483849" r:id="rId42"/>
    <p:sldLayoutId id="2147483850" r:id="rId43"/>
    <p:sldLayoutId id="2147483851" r:id="rId44"/>
    <p:sldLayoutId id="2147483852" r:id="rId45"/>
    <p:sldLayoutId id="2147483853" r:id="rId46"/>
    <p:sldLayoutId id="2147483854" r:id="rId47"/>
    <p:sldLayoutId id="2147483855" r:id="rId48"/>
    <p:sldLayoutId id="2147483856" r:id="rId49"/>
    <p:sldLayoutId id="2147483857" r:id="rId50"/>
    <p:sldLayoutId id="2147483858" r:id="rId51"/>
    <p:sldLayoutId id="2147483859" r:id="rId52"/>
    <p:sldLayoutId id="2147483860" r:id="rId53"/>
    <p:sldLayoutId id="2147483861" r:id="rId54"/>
    <p:sldLayoutId id="2147483862" r:id="rId55"/>
    <p:sldLayoutId id="2147483863" r:id="rId56"/>
    <p:sldLayoutId id="2147483864" r:id="rId57"/>
    <p:sldLayoutId id="2147483865" r:id="rId58"/>
    <p:sldLayoutId id="2147483866" r:id="rId59"/>
    <p:sldLayoutId id="2147483867" r:id="rId60"/>
    <p:sldLayoutId id="2147483868" r:id="rId61"/>
    <p:sldLayoutId id="2147483869" r:id="rId62"/>
  </p:sldLayoutIdLst>
  <p:hf hdr="0" ftr="0" dt="0"/>
  <p:txStyles>
    <p:titleStyle>
      <a:lvl1pPr algn="l" defTabSz="914377" rtl="0" eaLnBrk="1" latinLnBrk="0" hangingPunct="1">
        <a:lnSpc>
          <a:spcPct val="100000"/>
        </a:lnSpc>
        <a:spcBef>
          <a:spcPct val="0"/>
        </a:spcBef>
        <a:buNone/>
        <a:defRPr sz="28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accent3"/>
          </a:solidFill>
          <a:latin typeface="+mn-lt"/>
          <a:ea typeface="+mn-ea"/>
          <a:cs typeface="+mn-cs"/>
        </a:defRPr>
      </a:lvl1pPr>
      <a:lvl2pPr marL="457189" indent="-228594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accent3"/>
          </a:solidFill>
          <a:latin typeface="+mn-lt"/>
          <a:ea typeface="+mn-ea"/>
          <a:cs typeface="+mn-cs"/>
        </a:defRPr>
      </a:lvl2pPr>
      <a:lvl3pPr marL="685783" indent="-228594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accent3"/>
          </a:solidFill>
          <a:latin typeface="+mn-lt"/>
          <a:ea typeface="+mn-ea"/>
          <a:cs typeface="+mn-cs"/>
        </a:defRPr>
      </a:lvl3pPr>
      <a:lvl4pPr marL="914377" indent="-228594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accent3"/>
          </a:solidFill>
          <a:latin typeface="+mn-lt"/>
          <a:ea typeface="+mn-ea"/>
          <a:cs typeface="+mn-cs"/>
        </a:defRPr>
      </a:lvl4pPr>
      <a:lvl5pPr marL="1142971" indent="-228594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accent3"/>
          </a:solidFill>
          <a:latin typeface="Biennale Light" panose="00000400000000000000" pitchFamily="2" charset="0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828">
          <p15:clr>
            <a:srgbClr val="F26B43"/>
          </p15:clr>
        </p15:guide>
        <p15:guide id="2" pos="270">
          <p15:clr>
            <a:srgbClr val="F26B43"/>
          </p15:clr>
        </p15:guide>
        <p15:guide id="3" pos="7412">
          <p15:clr>
            <a:srgbClr val="F26B43"/>
          </p15:clr>
        </p15:guide>
        <p15:guide id="4" orient="horz" pos="911">
          <p15:clr>
            <a:srgbClr val="F26B43"/>
          </p15:clr>
        </p15:guide>
      </p15:sldGuideLst>
    </p:ext>
  </p:extLst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AddCustomFooter#1">
            <a:extLst>
              <a:ext uri="{FF2B5EF4-FFF2-40B4-BE49-F238E27FC236}">
                <a16:creationId xmlns:a16="http://schemas.microsoft.com/office/drawing/2014/main" id="{E00FAE01-94EC-1357-62EB-1169EE36702E}"/>
              </a:ext>
            </a:extLst>
          </p:cNvPr>
          <p:cNvSpPr txBox="1"/>
          <p:nvPr userDrawn="1"/>
        </p:nvSpPr>
        <p:spPr bwMode="gray">
          <a:xfrm>
            <a:off x="428626" y="6420355"/>
            <a:ext cx="4454746" cy="153888"/>
          </a:xfrm>
          <a:prstGeom prst="rect">
            <a:avLst/>
          </a:prstGeom>
          <a:noFill/>
        </p:spPr>
        <p:txBody>
          <a:bodyPr wrap="none" lIns="0" tIns="0" rIns="0" bIns="0" rtlCol="0" anchor="ctr">
            <a:spAutoFit/>
          </a:bodyPr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>
                <a:tab pos="274313" algn="l"/>
                <a:tab pos="411470" algn="l"/>
              </a:tabLst>
              <a:defRPr/>
            </a:pPr>
            <a:r>
              <a:rPr kumimoji="0" lang="en-US" sz="1000" b="0" i="0" u="none" strike="noStrike" kern="1200" cap="none" spc="0" normalizeH="0" baseline="0" noProof="0">
                <a:ln>
                  <a:noFill/>
                </a:ln>
                <a:solidFill>
                  <a:srgbClr val="00005C"/>
                </a:solidFill>
                <a:effectLst/>
                <a:uLnTx/>
                <a:uFillTx/>
                <a:latin typeface="Biennale"/>
                <a:ea typeface="Verdana" pitchFamily="34" charset="0"/>
                <a:cs typeface="Verdana" pitchFamily="34" charset="0"/>
              </a:rPr>
              <a:t>       | November 2024 | Digital Products &amp; Reporting | © Atos - For internal use </a:t>
            </a:r>
            <a:endParaRPr kumimoji="0" lang="nl-NL" sz="900" b="0" i="0" u="none" strike="noStrike" kern="1200" cap="none" spc="0" normalizeH="0" baseline="0" noProof="0">
              <a:ln>
                <a:noFill/>
              </a:ln>
              <a:solidFill>
                <a:srgbClr val="00005C"/>
              </a:solidFill>
              <a:effectLst/>
              <a:uLnTx/>
              <a:uFillTx/>
              <a:latin typeface="Biennale"/>
              <a:ea typeface="Verdana" pitchFamily="34" charset="0"/>
              <a:cs typeface="Verdana" pitchFamily="34" charset="0"/>
            </a:endParaRPr>
          </a:p>
        </p:txBody>
      </p:sp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F9D3E5-713E-2458-85D8-863C02E33F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8624" y="291452"/>
            <a:ext cx="11337925" cy="796568"/>
          </a:xfrm>
          <a:prstGeom prst="rect">
            <a:avLst/>
          </a:prstGeom>
        </p:spPr>
        <p:txBody>
          <a:bodyPr vert="horz" lIns="0" tIns="0" rIns="0" bIns="0" rtlCol="0" anchor="t">
            <a:noAutofit/>
          </a:bodyPr>
          <a:lstStyle/>
          <a:p>
            <a:r>
              <a:rPr lang="en-US"/>
              <a:t>Title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4BE1C79-616F-D7C0-02B1-92ECF462DD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428625" y="1446213"/>
            <a:ext cx="11337927" cy="4630737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Level 01</a:t>
            </a:r>
          </a:p>
          <a:p>
            <a:pPr lvl="1"/>
            <a:r>
              <a:rPr lang="en-US"/>
              <a:t>Level 02</a:t>
            </a:r>
          </a:p>
          <a:p>
            <a:pPr lvl="2"/>
            <a:r>
              <a:rPr lang="en-US"/>
              <a:t>Level 03</a:t>
            </a:r>
          </a:p>
          <a:p>
            <a:pPr lvl="3"/>
            <a:r>
              <a:rPr lang="en-US"/>
              <a:t>Level 04</a:t>
            </a:r>
          </a:p>
        </p:txBody>
      </p:sp>
      <p:sp>
        <p:nvSpPr>
          <p:cNvPr id="5" name="Graphique 10">
            <a:extLst>
              <a:ext uri="{FF2B5EF4-FFF2-40B4-BE49-F238E27FC236}">
                <a16:creationId xmlns:a16="http://schemas.microsoft.com/office/drawing/2014/main" id="{1C95FD47-5D5D-CF7D-07B8-ABFE4BCD951D}"/>
              </a:ext>
            </a:extLst>
          </p:cNvPr>
          <p:cNvSpPr>
            <a:spLocks noChangeAspect="1"/>
          </p:cNvSpPr>
          <p:nvPr userDrawn="1"/>
        </p:nvSpPr>
        <p:spPr>
          <a:xfrm>
            <a:off x="10944226" y="6309897"/>
            <a:ext cx="819151" cy="250488"/>
          </a:xfrm>
          <a:custGeom>
            <a:avLst/>
            <a:gdLst>
              <a:gd name="connsiteX0" fmla="*/ 4187367 w 5964662"/>
              <a:gd name="connsiteY0" fmla="*/ 1039710 h 1823933"/>
              <a:gd name="connsiteX1" fmla="*/ 3832431 w 5964662"/>
              <a:gd name="connsiteY1" fmla="*/ 574448 h 1823933"/>
              <a:gd name="connsiteX2" fmla="*/ 3809216 w 5964662"/>
              <a:gd name="connsiteY2" fmla="*/ 721945 h 1823933"/>
              <a:gd name="connsiteX3" fmla="*/ 4164152 w 5964662"/>
              <a:gd name="connsiteY3" fmla="*/ 1187094 h 1823933"/>
              <a:gd name="connsiteX4" fmla="*/ 4187367 w 5964662"/>
              <a:gd name="connsiteY4" fmla="*/ 1039710 h 1823933"/>
              <a:gd name="connsiteX5" fmla="*/ 4541506 w 5964662"/>
              <a:gd name="connsiteY5" fmla="*/ 1039710 h 1823933"/>
              <a:gd name="connsiteX6" fmla="*/ 3703839 w 5964662"/>
              <a:gd name="connsiteY6" fmla="*/ 1823933 h 1823933"/>
              <a:gd name="connsiteX7" fmla="*/ 3123868 w 5964662"/>
              <a:gd name="connsiteY7" fmla="*/ 1605164 h 1823933"/>
              <a:gd name="connsiteX8" fmla="*/ 2607339 w 5964662"/>
              <a:gd name="connsiteY8" fmla="*/ 1822112 h 1823933"/>
              <a:gd name="connsiteX9" fmla="*/ 2055020 w 5964662"/>
              <a:gd name="connsiteY9" fmla="*/ 1321669 h 1823933"/>
              <a:gd name="connsiteX10" fmla="*/ 2055020 w 5964662"/>
              <a:gd name="connsiteY10" fmla="*/ 588566 h 1823933"/>
              <a:gd name="connsiteX11" fmla="*/ 1770469 w 5964662"/>
              <a:gd name="connsiteY11" fmla="*/ 588566 h 1823933"/>
              <a:gd name="connsiteX12" fmla="*/ 1770469 w 5964662"/>
              <a:gd name="connsiteY12" fmla="*/ 310820 h 1823933"/>
              <a:gd name="connsiteX13" fmla="*/ 2055020 w 5964662"/>
              <a:gd name="connsiteY13" fmla="*/ 310820 h 1823933"/>
              <a:gd name="connsiteX14" fmla="*/ 2055020 w 5964662"/>
              <a:gd name="connsiteY14" fmla="*/ 10873 h 1823933"/>
              <a:gd name="connsiteX15" fmla="*/ 2442616 w 5964662"/>
              <a:gd name="connsiteY15" fmla="*/ 10873 h 1823933"/>
              <a:gd name="connsiteX16" fmla="*/ 2442616 w 5964662"/>
              <a:gd name="connsiteY16" fmla="*/ 310820 h 1823933"/>
              <a:gd name="connsiteX17" fmla="*/ 2874309 w 5964662"/>
              <a:gd name="connsiteY17" fmla="*/ 310820 h 1823933"/>
              <a:gd name="connsiteX18" fmla="*/ 2874309 w 5964662"/>
              <a:gd name="connsiteY18" fmla="*/ 588566 h 1823933"/>
              <a:gd name="connsiteX19" fmla="*/ 2442616 w 5964662"/>
              <a:gd name="connsiteY19" fmla="*/ 588566 h 1823933"/>
              <a:gd name="connsiteX20" fmla="*/ 2442616 w 5964662"/>
              <a:gd name="connsiteY20" fmla="*/ 1285976 h 1823933"/>
              <a:gd name="connsiteX21" fmla="*/ 2680511 w 5964662"/>
              <a:gd name="connsiteY21" fmla="*/ 1539584 h 1823933"/>
              <a:gd name="connsiteX22" fmla="*/ 2969159 w 5964662"/>
              <a:gd name="connsiteY22" fmla="*/ 1416736 h 1823933"/>
              <a:gd name="connsiteX23" fmla="*/ 2866172 w 5964662"/>
              <a:gd name="connsiteY23" fmla="*/ 1039710 h 1823933"/>
              <a:gd name="connsiteX24" fmla="*/ 3444494 w 5964662"/>
              <a:gd name="connsiteY24" fmla="*/ 294027 h 1823933"/>
              <a:gd name="connsiteX25" fmla="*/ 3327964 w 5964662"/>
              <a:gd name="connsiteY25" fmla="*/ 736348 h 1823933"/>
              <a:gd name="connsiteX26" fmla="*/ 3220368 w 5964662"/>
              <a:gd name="connsiteY26" fmla="*/ 1039710 h 1823933"/>
              <a:gd name="connsiteX27" fmla="*/ 3703782 w 5964662"/>
              <a:gd name="connsiteY27" fmla="*/ 1522677 h 1823933"/>
              <a:gd name="connsiteX28" fmla="*/ 3966485 w 5964662"/>
              <a:gd name="connsiteY28" fmla="*/ 1444630 h 1823933"/>
              <a:gd name="connsiteX29" fmla="*/ 3454735 w 5964662"/>
              <a:gd name="connsiteY29" fmla="*/ 722002 h 1823933"/>
              <a:gd name="connsiteX30" fmla="*/ 3615930 w 5964662"/>
              <a:gd name="connsiteY30" fmla="*/ 259643 h 1823933"/>
              <a:gd name="connsiteX31" fmla="*/ 3703782 w 5964662"/>
              <a:gd name="connsiteY31" fmla="*/ 255317 h 1823933"/>
              <a:gd name="connsiteX32" fmla="*/ 4029699 w 5964662"/>
              <a:gd name="connsiteY32" fmla="*/ 316968 h 1823933"/>
              <a:gd name="connsiteX33" fmla="*/ 4029472 w 5964662"/>
              <a:gd name="connsiteY33" fmla="*/ 317196 h 1823933"/>
              <a:gd name="connsiteX34" fmla="*/ 4541449 w 5964662"/>
              <a:gd name="connsiteY34" fmla="*/ 1039710 h 1823933"/>
              <a:gd name="connsiteX35" fmla="*/ 1240284 w 5964662"/>
              <a:gd name="connsiteY35" fmla="*/ 1050470 h 1823933"/>
              <a:gd name="connsiteX36" fmla="*/ 977012 w 5964662"/>
              <a:gd name="connsiteY36" fmla="*/ 355451 h 1823933"/>
              <a:gd name="connsiteX37" fmla="*/ 714310 w 5964662"/>
              <a:gd name="connsiteY37" fmla="*/ 1050470 h 1823933"/>
              <a:gd name="connsiteX38" fmla="*/ 1240341 w 5964662"/>
              <a:gd name="connsiteY38" fmla="*/ 1050470 h 1823933"/>
              <a:gd name="connsiteX39" fmla="*/ 1861336 w 5964662"/>
              <a:gd name="connsiteY39" fmla="*/ 1568958 h 1823933"/>
              <a:gd name="connsiteX40" fmla="*/ 2012403 w 5964662"/>
              <a:gd name="connsiteY40" fmla="*/ 1568958 h 1823933"/>
              <a:gd name="connsiteX41" fmla="*/ 2012403 w 5964662"/>
              <a:gd name="connsiteY41" fmla="*/ 1790916 h 1823933"/>
              <a:gd name="connsiteX42" fmla="*/ 1287681 w 5964662"/>
              <a:gd name="connsiteY42" fmla="*/ 1790916 h 1823933"/>
              <a:gd name="connsiteX43" fmla="*/ 1287681 w 5964662"/>
              <a:gd name="connsiteY43" fmla="*/ 1568958 h 1823933"/>
              <a:gd name="connsiteX44" fmla="*/ 1436699 w 5964662"/>
              <a:gd name="connsiteY44" fmla="*/ 1568958 h 1823933"/>
              <a:gd name="connsiteX45" fmla="*/ 1344466 w 5964662"/>
              <a:gd name="connsiteY45" fmla="*/ 1325369 h 1823933"/>
              <a:gd name="connsiteX46" fmla="*/ 610298 w 5964662"/>
              <a:gd name="connsiteY46" fmla="*/ 1325369 h 1823933"/>
              <a:gd name="connsiteX47" fmla="*/ 518293 w 5964662"/>
              <a:gd name="connsiteY47" fmla="*/ 1568958 h 1823933"/>
              <a:gd name="connsiteX48" fmla="*/ 677325 w 5964662"/>
              <a:gd name="connsiteY48" fmla="*/ 1568958 h 1823933"/>
              <a:gd name="connsiteX49" fmla="*/ 677325 w 5964662"/>
              <a:gd name="connsiteY49" fmla="*/ 1790916 h 1823933"/>
              <a:gd name="connsiteX50" fmla="*/ 0 w 5964662"/>
              <a:gd name="connsiteY50" fmla="*/ 1790916 h 1823933"/>
              <a:gd name="connsiteX51" fmla="*/ 0 w 5964662"/>
              <a:gd name="connsiteY51" fmla="*/ 1568958 h 1823933"/>
              <a:gd name="connsiteX52" fmla="*/ 161366 w 5964662"/>
              <a:gd name="connsiteY52" fmla="*/ 1568958 h 1823933"/>
              <a:gd name="connsiteX53" fmla="*/ 666344 w 5964662"/>
              <a:gd name="connsiteY53" fmla="*/ 233286 h 1823933"/>
              <a:gd name="connsiteX54" fmla="*/ 463727 w 5964662"/>
              <a:gd name="connsiteY54" fmla="*/ 233286 h 1823933"/>
              <a:gd name="connsiteX55" fmla="*/ 463727 w 5964662"/>
              <a:gd name="connsiteY55" fmla="*/ 11499 h 1823933"/>
              <a:gd name="connsiteX56" fmla="*/ 1271123 w 5964662"/>
              <a:gd name="connsiteY56" fmla="*/ 11499 h 1823933"/>
              <a:gd name="connsiteX57" fmla="*/ 1861279 w 5964662"/>
              <a:gd name="connsiteY57" fmla="*/ 1568958 h 1823933"/>
              <a:gd name="connsiteX58" fmla="*/ 5964663 w 5964662"/>
              <a:gd name="connsiteY58" fmla="*/ 1273509 h 1823933"/>
              <a:gd name="connsiteX59" fmla="*/ 5196527 w 5964662"/>
              <a:gd name="connsiteY59" fmla="*/ 1823023 h 1823933"/>
              <a:gd name="connsiteX60" fmla="*/ 4478860 w 5964662"/>
              <a:gd name="connsiteY60" fmla="*/ 1661465 h 1823933"/>
              <a:gd name="connsiteX61" fmla="*/ 4648647 w 5964662"/>
              <a:gd name="connsiteY61" fmla="*/ 1389184 h 1823933"/>
              <a:gd name="connsiteX62" fmla="*/ 5210581 w 5964662"/>
              <a:gd name="connsiteY62" fmla="*/ 1506453 h 1823933"/>
              <a:gd name="connsiteX63" fmla="*/ 5561021 w 5964662"/>
              <a:gd name="connsiteY63" fmla="*/ 1326450 h 1823933"/>
              <a:gd name="connsiteX64" fmla="*/ 5215190 w 5964662"/>
              <a:gd name="connsiteY64" fmla="*/ 1075233 h 1823933"/>
              <a:gd name="connsiteX65" fmla="*/ 4581051 w 5964662"/>
              <a:gd name="connsiteY65" fmla="*/ 520652 h 1823933"/>
              <a:gd name="connsiteX66" fmla="*/ 5327963 w 5964662"/>
              <a:gd name="connsiteY66" fmla="*/ 0 h 1823933"/>
              <a:gd name="connsiteX67" fmla="*/ 5864407 w 5964662"/>
              <a:gd name="connsiteY67" fmla="*/ 69166 h 1823933"/>
              <a:gd name="connsiteX68" fmla="*/ 5843411 w 5964662"/>
              <a:gd name="connsiteY68" fmla="*/ 557313 h 1823933"/>
              <a:gd name="connsiteX69" fmla="*/ 5546399 w 5964662"/>
              <a:gd name="connsiteY69" fmla="*/ 552246 h 1823933"/>
              <a:gd name="connsiteX70" fmla="*/ 5547821 w 5964662"/>
              <a:gd name="connsiteY70" fmla="*/ 309511 h 1823933"/>
              <a:gd name="connsiteX71" fmla="*/ 5353511 w 5964662"/>
              <a:gd name="connsiteY71" fmla="*/ 292888 h 1823933"/>
              <a:gd name="connsiteX72" fmla="*/ 4972345 w 5964662"/>
              <a:gd name="connsiteY72" fmla="*/ 488602 h 1823933"/>
              <a:gd name="connsiteX73" fmla="*/ 5376612 w 5964662"/>
              <a:gd name="connsiteY73" fmla="*/ 752629 h 1823933"/>
              <a:gd name="connsiteX74" fmla="*/ 5964492 w 5964662"/>
              <a:gd name="connsiteY74" fmla="*/ 1273395 h 18239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</a:cxnLst>
            <a:rect l="l" t="t" r="r" b="b"/>
            <a:pathLst>
              <a:path w="5964662" h="1823933">
                <a:moveTo>
                  <a:pt x="4187367" y="1039710"/>
                </a:moveTo>
                <a:cubicBezTo>
                  <a:pt x="4187367" y="817411"/>
                  <a:pt x="4036983" y="630749"/>
                  <a:pt x="3832431" y="574448"/>
                </a:cubicBezTo>
                <a:cubicBezTo>
                  <a:pt x="3817409" y="620900"/>
                  <a:pt x="3809216" y="670483"/>
                  <a:pt x="3809216" y="721945"/>
                </a:cubicBezTo>
                <a:cubicBezTo>
                  <a:pt x="3809216" y="944244"/>
                  <a:pt x="3959714" y="1130907"/>
                  <a:pt x="4164152" y="1187094"/>
                </a:cubicBezTo>
                <a:cubicBezTo>
                  <a:pt x="4179287" y="1140642"/>
                  <a:pt x="4187367" y="1091058"/>
                  <a:pt x="4187367" y="1039710"/>
                </a:cubicBezTo>
                <a:moveTo>
                  <a:pt x="4541506" y="1039710"/>
                </a:moveTo>
                <a:cubicBezTo>
                  <a:pt x="4541506" y="1475029"/>
                  <a:pt x="4160112" y="1823933"/>
                  <a:pt x="3703839" y="1823933"/>
                </a:cubicBezTo>
                <a:cubicBezTo>
                  <a:pt x="3478746" y="1823933"/>
                  <a:pt x="3274365" y="1740536"/>
                  <a:pt x="3123868" y="1605164"/>
                </a:cubicBezTo>
                <a:cubicBezTo>
                  <a:pt x="3020938" y="1721579"/>
                  <a:pt x="2835276" y="1822112"/>
                  <a:pt x="2607339" y="1822112"/>
                </a:cubicBezTo>
                <a:cubicBezTo>
                  <a:pt x="2335305" y="1822112"/>
                  <a:pt x="2055020" y="1698410"/>
                  <a:pt x="2055020" y="1321669"/>
                </a:cubicBezTo>
                <a:lnTo>
                  <a:pt x="2055020" y="588566"/>
                </a:lnTo>
                <a:lnTo>
                  <a:pt x="1770469" y="588566"/>
                </a:lnTo>
                <a:lnTo>
                  <a:pt x="1770469" y="310820"/>
                </a:lnTo>
                <a:lnTo>
                  <a:pt x="2055020" y="310820"/>
                </a:lnTo>
                <a:lnTo>
                  <a:pt x="2055020" y="10873"/>
                </a:lnTo>
                <a:lnTo>
                  <a:pt x="2442616" y="10873"/>
                </a:lnTo>
                <a:lnTo>
                  <a:pt x="2442616" y="310820"/>
                </a:lnTo>
                <a:lnTo>
                  <a:pt x="2874309" y="310820"/>
                </a:lnTo>
                <a:lnTo>
                  <a:pt x="2874309" y="588566"/>
                </a:lnTo>
                <a:lnTo>
                  <a:pt x="2442616" y="588566"/>
                </a:lnTo>
                <a:lnTo>
                  <a:pt x="2442616" y="1285976"/>
                </a:lnTo>
                <a:cubicBezTo>
                  <a:pt x="2442616" y="1437970"/>
                  <a:pt x="2542246" y="1539584"/>
                  <a:pt x="2680511" y="1539584"/>
                </a:cubicBezTo>
                <a:cubicBezTo>
                  <a:pt x="2782588" y="1539584"/>
                  <a:pt x="2889785" y="1495068"/>
                  <a:pt x="2969159" y="1416736"/>
                </a:cubicBezTo>
                <a:cubicBezTo>
                  <a:pt x="2903668" y="1304648"/>
                  <a:pt x="2866172" y="1176392"/>
                  <a:pt x="2866172" y="1039710"/>
                </a:cubicBezTo>
                <a:cubicBezTo>
                  <a:pt x="2866172" y="695930"/>
                  <a:pt x="3106798" y="395983"/>
                  <a:pt x="3444494" y="294027"/>
                </a:cubicBezTo>
                <a:cubicBezTo>
                  <a:pt x="3374621" y="391542"/>
                  <a:pt x="3328192" y="613841"/>
                  <a:pt x="3327964" y="736348"/>
                </a:cubicBezTo>
                <a:cubicBezTo>
                  <a:pt x="3260880" y="819176"/>
                  <a:pt x="3220368" y="924832"/>
                  <a:pt x="3220368" y="1039710"/>
                </a:cubicBezTo>
                <a:cubicBezTo>
                  <a:pt x="3220368" y="1306412"/>
                  <a:pt x="3436983" y="1522677"/>
                  <a:pt x="3703782" y="1522677"/>
                </a:cubicBezTo>
                <a:cubicBezTo>
                  <a:pt x="3800795" y="1522677"/>
                  <a:pt x="3890866" y="1493815"/>
                  <a:pt x="3966485" y="1444630"/>
                </a:cubicBezTo>
                <a:cubicBezTo>
                  <a:pt x="3665944" y="1325654"/>
                  <a:pt x="3454735" y="1046940"/>
                  <a:pt x="3454735" y="722002"/>
                </a:cubicBezTo>
                <a:cubicBezTo>
                  <a:pt x="3454735" y="549059"/>
                  <a:pt x="3514707" y="389265"/>
                  <a:pt x="3615930" y="259643"/>
                </a:cubicBezTo>
                <a:cubicBezTo>
                  <a:pt x="3644892" y="256911"/>
                  <a:pt x="3674081" y="255317"/>
                  <a:pt x="3703782" y="255317"/>
                </a:cubicBezTo>
                <a:cubicBezTo>
                  <a:pt x="3819458" y="255317"/>
                  <a:pt x="3929500" y="277177"/>
                  <a:pt x="4029699" y="316968"/>
                </a:cubicBezTo>
                <a:cubicBezTo>
                  <a:pt x="4029699" y="316968"/>
                  <a:pt x="4029472" y="317082"/>
                  <a:pt x="4029472" y="317196"/>
                </a:cubicBezTo>
                <a:cubicBezTo>
                  <a:pt x="4330297" y="436116"/>
                  <a:pt x="4541449" y="714715"/>
                  <a:pt x="4541449" y="1039710"/>
                </a:cubicBezTo>
                <a:moveTo>
                  <a:pt x="1240284" y="1050470"/>
                </a:moveTo>
                <a:lnTo>
                  <a:pt x="977012" y="355451"/>
                </a:lnTo>
                <a:lnTo>
                  <a:pt x="714310" y="1050470"/>
                </a:lnTo>
                <a:lnTo>
                  <a:pt x="1240341" y="1050470"/>
                </a:lnTo>
                <a:close/>
                <a:moveTo>
                  <a:pt x="1861336" y="1568958"/>
                </a:moveTo>
                <a:lnTo>
                  <a:pt x="2012403" y="1568958"/>
                </a:lnTo>
                <a:lnTo>
                  <a:pt x="2012403" y="1790916"/>
                </a:lnTo>
                <a:lnTo>
                  <a:pt x="1287681" y="1790916"/>
                </a:lnTo>
                <a:lnTo>
                  <a:pt x="1287681" y="1568958"/>
                </a:lnTo>
                <a:lnTo>
                  <a:pt x="1436699" y="1568958"/>
                </a:lnTo>
                <a:lnTo>
                  <a:pt x="1344466" y="1325369"/>
                </a:lnTo>
                <a:lnTo>
                  <a:pt x="610298" y="1325369"/>
                </a:lnTo>
                <a:lnTo>
                  <a:pt x="518293" y="1568958"/>
                </a:lnTo>
                <a:lnTo>
                  <a:pt x="677325" y="1568958"/>
                </a:lnTo>
                <a:lnTo>
                  <a:pt x="677325" y="1790916"/>
                </a:lnTo>
                <a:lnTo>
                  <a:pt x="0" y="1790916"/>
                </a:lnTo>
                <a:lnTo>
                  <a:pt x="0" y="1568958"/>
                </a:lnTo>
                <a:lnTo>
                  <a:pt x="161366" y="1568958"/>
                </a:lnTo>
                <a:lnTo>
                  <a:pt x="666344" y="233286"/>
                </a:lnTo>
                <a:lnTo>
                  <a:pt x="463727" y="233286"/>
                </a:lnTo>
                <a:lnTo>
                  <a:pt x="463727" y="11499"/>
                </a:lnTo>
                <a:lnTo>
                  <a:pt x="1271123" y="11499"/>
                </a:lnTo>
                <a:lnTo>
                  <a:pt x="1861279" y="1568958"/>
                </a:lnTo>
                <a:close/>
                <a:moveTo>
                  <a:pt x="5964663" y="1273509"/>
                </a:moveTo>
                <a:cubicBezTo>
                  <a:pt x="5964663" y="1638694"/>
                  <a:pt x="5612117" y="1823023"/>
                  <a:pt x="5196527" y="1823023"/>
                </a:cubicBezTo>
                <a:cubicBezTo>
                  <a:pt x="4924492" y="1823023"/>
                  <a:pt x="4681989" y="1766039"/>
                  <a:pt x="4478860" y="1661465"/>
                </a:cubicBezTo>
                <a:cubicBezTo>
                  <a:pt x="4531662" y="1589566"/>
                  <a:pt x="4611491" y="1463872"/>
                  <a:pt x="4648647" y="1389184"/>
                </a:cubicBezTo>
                <a:cubicBezTo>
                  <a:pt x="4785830" y="1442524"/>
                  <a:pt x="5009101" y="1506453"/>
                  <a:pt x="5210581" y="1506453"/>
                </a:cubicBezTo>
                <a:cubicBezTo>
                  <a:pt x="5412060" y="1506453"/>
                  <a:pt x="5561021" y="1429602"/>
                  <a:pt x="5561021" y="1326450"/>
                </a:cubicBezTo>
                <a:cubicBezTo>
                  <a:pt x="5561021" y="1236734"/>
                  <a:pt x="5528134" y="1166543"/>
                  <a:pt x="5215190" y="1075233"/>
                </a:cubicBezTo>
                <a:cubicBezTo>
                  <a:pt x="4809955" y="957280"/>
                  <a:pt x="4581051" y="839328"/>
                  <a:pt x="4581051" y="520652"/>
                </a:cubicBezTo>
                <a:cubicBezTo>
                  <a:pt x="4581051" y="185410"/>
                  <a:pt x="4910552" y="0"/>
                  <a:pt x="5327963" y="0"/>
                </a:cubicBezTo>
                <a:cubicBezTo>
                  <a:pt x="5508163" y="0"/>
                  <a:pt x="5723923" y="37572"/>
                  <a:pt x="5864407" y="69166"/>
                </a:cubicBezTo>
                <a:lnTo>
                  <a:pt x="5843411" y="557313"/>
                </a:lnTo>
                <a:lnTo>
                  <a:pt x="5546399" y="552246"/>
                </a:lnTo>
                <a:lnTo>
                  <a:pt x="5547821" y="309511"/>
                </a:lnTo>
                <a:cubicBezTo>
                  <a:pt x="5503952" y="300460"/>
                  <a:pt x="5440851" y="292888"/>
                  <a:pt x="5353511" y="292888"/>
                </a:cubicBezTo>
                <a:cubicBezTo>
                  <a:pt x="5127679" y="292888"/>
                  <a:pt x="4972345" y="365698"/>
                  <a:pt x="4972345" y="488602"/>
                </a:cubicBezTo>
                <a:cubicBezTo>
                  <a:pt x="4972345" y="575643"/>
                  <a:pt x="5061506" y="657675"/>
                  <a:pt x="5376612" y="752629"/>
                </a:cubicBezTo>
                <a:cubicBezTo>
                  <a:pt x="5782472" y="874737"/>
                  <a:pt x="5964492" y="989615"/>
                  <a:pt x="5964492" y="1273395"/>
                </a:cubicBezTo>
              </a:path>
            </a:pathLst>
          </a:custGeom>
          <a:solidFill>
            <a:schemeClr val="accent1"/>
          </a:solidFill>
          <a:ln w="5690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algn="l" defTabSz="914377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fr-FR" sz="18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Biennale"/>
              <a:ea typeface="+mn-ea"/>
              <a:cs typeface="+mn-cs"/>
            </a:endParaRP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F567185-ACB9-908F-2962-5980CB3C095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428625" y="6420355"/>
            <a:ext cx="157094" cy="153888"/>
          </a:xfrm>
          <a:prstGeom prst="rect">
            <a:avLst/>
          </a:prstGeom>
        </p:spPr>
        <p:txBody>
          <a:bodyPr vert="horz" wrap="none" lIns="0" tIns="0" rIns="0" bIns="0" rtlCol="0" anchor="ctr">
            <a:spAutoFit/>
          </a:bodyPr>
          <a:lstStyle>
            <a:lvl1pPr algn="l">
              <a:defRPr sz="1000">
                <a:solidFill>
                  <a:schemeClr val="accent3"/>
                </a:solidFill>
                <a:latin typeface="+mn-lt"/>
                <a:ea typeface="Verdana" pitchFamily="34" charset="0"/>
                <a:cs typeface="Raleway Medium" pitchFamily="2" charset="0"/>
              </a:defRPr>
            </a:lvl1pPr>
          </a:lstStyle>
          <a:p>
            <a:pPr defTabSz="914377"/>
            <a:fld id="{DAF489CC-3B7A-4DA5-A8C0-4984788D0EC5}" type="slidenum">
              <a:rPr lang="nl-NL" smtClean="0">
                <a:solidFill>
                  <a:srgbClr val="00005C"/>
                </a:solidFill>
              </a:rPr>
              <a:pPr defTabSz="914377"/>
              <a:t>‹#›</a:t>
            </a:fld>
            <a:endParaRPr lang="nl-NL">
              <a:solidFill>
                <a:srgbClr val="00005C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30693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3" r:id="rId1"/>
    <p:sldLayoutId id="2147483874" r:id="rId2"/>
    <p:sldLayoutId id="2147483875" r:id="rId3"/>
    <p:sldLayoutId id="2147483876" r:id="rId4"/>
    <p:sldLayoutId id="2147483877" r:id="rId5"/>
    <p:sldLayoutId id="2147483878" r:id="rId6"/>
    <p:sldLayoutId id="2147483879" r:id="rId7"/>
    <p:sldLayoutId id="2147483880" r:id="rId8"/>
    <p:sldLayoutId id="2147483881" r:id="rId9"/>
    <p:sldLayoutId id="2147483882" r:id="rId10"/>
    <p:sldLayoutId id="2147483883" r:id="rId11"/>
    <p:sldLayoutId id="2147483884" r:id="rId12"/>
    <p:sldLayoutId id="2147483885" r:id="rId13"/>
    <p:sldLayoutId id="2147483886" r:id="rId14"/>
    <p:sldLayoutId id="2147483887" r:id="rId15"/>
    <p:sldLayoutId id="2147483888" r:id="rId16"/>
    <p:sldLayoutId id="2147483889" r:id="rId17"/>
    <p:sldLayoutId id="2147483890" r:id="rId18"/>
    <p:sldLayoutId id="2147483891" r:id="rId19"/>
    <p:sldLayoutId id="2147483892" r:id="rId20"/>
    <p:sldLayoutId id="2147483893" r:id="rId21"/>
    <p:sldLayoutId id="2147483894" r:id="rId22"/>
    <p:sldLayoutId id="2147483895" r:id="rId23"/>
    <p:sldLayoutId id="2147483896" r:id="rId24"/>
    <p:sldLayoutId id="2147483897" r:id="rId25"/>
    <p:sldLayoutId id="2147483898" r:id="rId26"/>
    <p:sldLayoutId id="2147483899" r:id="rId27"/>
    <p:sldLayoutId id="2147483900" r:id="rId28"/>
    <p:sldLayoutId id="2147483901" r:id="rId29"/>
    <p:sldLayoutId id="2147483902" r:id="rId30"/>
    <p:sldLayoutId id="2147483903" r:id="rId31"/>
    <p:sldLayoutId id="2147483904" r:id="rId32"/>
    <p:sldLayoutId id="2147483905" r:id="rId33"/>
    <p:sldLayoutId id="2147483906" r:id="rId34"/>
    <p:sldLayoutId id="2147483907" r:id="rId35"/>
    <p:sldLayoutId id="2147483908" r:id="rId36"/>
    <p:sldLayoutId id="2147483909" r:id="rId37"/>
    <p:sldLayoutId id="2147483910" r:id="rId38"/>
    <p:sldLayoutId id="2147483911" r:id="rId39"/>
    <p:sldLayoutId id="2147483912" r:id="rId40"/>
    <p:sldLayoutId id="2147483913" r:id="rId41"/>
    <p:sldLayoutId id="2147483914" r:id="rId42"/>
    <p:sldLayoutId id="2147483915" r:id="rId43"/>
    <p:sldLayoutId id="2147483916" r:id="rId44"/>
    <p:sldLayoutId id="2147483917" r:id="rId45"/>
    <p:sldLayoutId id="2147483918" r:id="rId46"/>
    <p:sldLayoutId id="2147483919" r:id="rId47"/>
    <p:sldLayoutId id="2147483920" r:id="rId48"/>
    <p:sldLayoutId id="2147483921" r:id="rId49"/>
    <p:sldLayoutId id="2147483922" r:id="rId50"/>
    <p:sldLayoutId id="2147483923" r:id="rId51"/>
    <p:sldLayoutId id="2147483924" r:id="rId52"/>
    <p:sldLayoutId id="2147483925" r:id="rId53"/>
    <p:sldLayoutId id="2147483926" r:id="rId54"/>
    <p:sldLayoutId id="2147483927" r:id="rId55"/>
    <p:sldLayoutId id="2147483928" r:id="rId56"/>
    <p:sldLayoutId id="2147483929" r:id="rId57"/>
    <p:sldLayoutId id="2147483930" r:id="rId58"/>
    <p:sldLayoutId id="2147483931" r:id="rId59"/>
    <p:sldLayoutId id="2147483932" r:id="rId60"/>
    <p:sldLayoutId id="2147483933" r:id="rId61"/>
    <p:sldLayoutId id="2147483934" r:id="rId62"/>
    <p:sldLayoutId id="2147483935" r:id="rId63"/>
  </p:sldLayoutIdLst>
  <p:hf hdr="0" ftr="0" dt="0"/>
  <p:txStyles>
    <p:titleStyle>
      <a:lvl1pPr algn="l" defTabSz="914377" rtl="0" eaLnBrk="1" latinLnBrk="0" hangingPunct="1">
        <a:lnSpc>
          <a:spcPct val="100000"/>
        </a:lnSpc>
        <a:spcBef>
          <a:spcPct val="0"/>
        </a:spcBef>
        <a:buNone/>
        <a:defRPr sz="2800" kern="1200">
          <a:solidFill>
            <a:schemeClr val="accent1"/>
          </a:solidFill>
          <a:latin typeface="+mj-lt"/>
          <a:ea typeface="+mj-ea"/>
          <a:cs typeface="+mj-cs"/>
        </a:defRPr>
      </a:lvl1pPr>
    </p:titleStyle>
    <p:bodyStyle>
      <a:lvl1pPr marL="228594" indent="-228594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accent3"/>
          </a:solidFill>
          <a:latin typeface="+mn-lt"/>
          <a:ea typeface="+mn-ea"/>
          <a:cs typeface="+mn-cs"/>
        </a:defRPr>
      </a:lvl1pPr>
      <a:lvl2pPr marL="457189" indent="-228594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accent3"/>
          </a:solidFill>
          <a:latin typeface="+mn-lt"/>
          <a:ea typeface="+mn-ea"/>
          <a:cs typeface="+mn-cs"/>
        </a:defRPr>
      </a:lvl2pPr>
      <a:lvl3pPr marL="685783" indent="-228594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accent3"/>
          </a:solidFill>
          <a:latin typeface="+mn-lt"/>
          <a:ea typeface="+mn-ea"/>
          <a:cs typeface="+mn-cs"/>
        </a:defRPr>
      </a:lvl3pPr>
      <a:lvl4pPr marL="914377" indent="-228594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accent3"/>
          </a:solidFill>
          <a:latin typeface="+mn-lt"/>
          <a:ea typeface="+mn-ea"/>
          <a:cs typeface="+mn-cs"/>
        </a:defRPr>
      </a:lvl4pPr>
      <a:lvl5pPr marL="1142971" indent="-228594" algn="l" defTabSz="914377" rtl="0" eaLnBrk="1" latinLnBrk="0" hangingPunct="1">
        <a:lnSpc>
          <a:spcPct val="100000"/>
        </a:lnSpc>
        <a:spcBef>
          <a:spcPts val="0"/>
        </a:spcBef>
        <a:spcAft>
          <a:spcPts val="600"/>
        </a:spcAft>
        <a:buClr>
          <a:schemeClr val="accent3"/>
        </a:buClr>
        <a:buFont typeface="Arial" panose="020B0604020202020204" pitchFamily="34" charset="0"/>
        <a:buChar char="•"/>
        <a:defRPr sz="1600" kern="1200">
          <a:solidFill>
            <a:schemeClr val="accent3"/>
          </a:solidFill>
          <a:latin typeface="Biennale Light" panose="00000400000000000000" pitchFamily="2" charset="0"/>
          <a:ea typeface="+mn-ea"/>
          <a:cs typeface="+mn-cs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3828">
          <p15:clr>
            <a:srgbClr val="F26B43"/>
          </p15:clr>
        </p15:guide>
        <p15:guide id="2" pos="270">
          <p15:clr>
            <a:srgbClr val="F26B43"/>
          </p15:clr>
        </p15:guide>
        <p15:guide id="3" pos="7412">
          <p15:clr>
            <a:srgbClr val="F26B43"/>
          </p15:clr>
        </p15:guide>
        <p15:guide id="4" orient="horz" pos="91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3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0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2C3857-00EE-F5D7-89C8-23FC76EB25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016" y="2234098"/>
            <a:ext cx="11387984" cy="1137797"/>
          </a:xfrm>
        </p:spPr>
        <p:txBody>
          <a:bodyPr/>
          <a:lstStyle/>
          <a:p>
            <a:r>
              <a:rPr lang="en-US" dirty="0"/>
              <a:t>Lawson DB2 - IPAHCA – DB2 to BQ Ingestion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0EA66C1-B27C-E676-4206-E0C419F4F0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97609" y="3395375"/>
            <a:ext cx="9144000" cy="551218"/>
          </a:xfrm>
        </p:spPr>
        <p:txBody>
          <a:bodyPr/>
          <a:lstStyle/>
          <a:p>
            <a:r>
              <a:rPr lang="en-US" dirty="0"/>
              <a:t>December 6</a:t>
            </a:r>
            <a:r>
              <a:rPr lang="en-US" baseline="30000" dirty="0"/>
              <a:t>th</a:t>
            </a:r>
            <a:r>
              <a:rPr lang="en-US" dirty="0"/>
              <a:t> 2024</a:t>
            </a:r>
          </a:p>
        </p:txBody>
      </p:sp>
      <p:pic>
        <p:nvPicPr>
          <p:cNvPr id="10" name="Picture 9" descr="A blue and black logo&#10;&#10;Description automatically generated">
            <a:extLst>
              <a:ext uri="{FF2B5EF4-FFF2-40B4-BE49-F238E27FC236}">
                <a16:creationId xmlns:a16="http://schemas.microsoft.com/office/drawing/2014/main" id="{261AA442-74AB-CA2D-7AE0-CC984873DD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53042" y="890490"/>
            <a:ext cx="3102930" cy="73154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</p:pic>
    </p:spTree>
    <p:extLst>
      <p:ext uri="{BB962C8B-B14F-4D97-AF65-F5344CB8AC3E}">
        <p14:creationId xmlns:p14="http://schemas.microsoft.com/office/powerpoint/2010/main" val="320779795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1D6F7C-D142-B6CF-8FF6-26F88C1A98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Today’s agenda</a:t>
            </a:r>
            <a:endParaRPr lang="en-NL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0A28D6E-194A-74FD-D618-CD60A58E533B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1359255" y="2222742"/>
            <a:ext cx="5487259" cy="369332"/>
          </a:xfrm>
        </p:spPr>
        <p:txBody>
          <a:bodyPr vert="horz" wrap="square" lIns="0" tIns="0" rIns="0" bIns="0" rtlCol="0" anchor="t" anchorCtr="0">
            <a:spAutoFit/>
          </a:bodyPr>
          <a:lstStyle/>
          <a:p>
            <a:r>
              <a:rPr lang="en-US" dirty="0">
                <a:latin typeface="Montserrat"/>
              </a:rPr>
              <a:t>Solution</a:t>
            </a:r>
            <a:endParaRPr lang="en-NL" dirty="0">
              <a:latin typeface="Montserrat"/>
            </a:endParaRP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F3F2DA5-E061-4D17-29F2-B51964F4D4D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731664" y="2222742"/>
            <a:ext cx="358238" cy="369332"/>
          </a:xfrm>
        </p:spPr>
        <p:txBody>
          <a:bodyPr anchor="t" anchorCtr="0"/>
          <a:lstStyle/>
          <a:p>
            <a:r>
              <a:rPr lang="en-US" sz="2400"/>
              <a:t>01</a:t>
            </a:r>
            <a:endParaRPr lang="en-NL" sz="2400"/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917378F2-8A07-3A48-583C-DBF2802E7A21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31664" y="3541919"/>
            <a:ext cx="468756" cy="369332"/>
          </a:xfrm>
        </p:spPr>
        <p:txBody>
          <a:bodyPr anchor="t" anchorCtr="0"/>
          <a:lstStyle/>
          <a:p>
            <a:r>
              <a:rPr lang="en-US" sz="2400" dirty="0">
                <a:solidFill>
                  <a:srgbClr val="FF6D43"/>
                </a:solidFill>
              </a:rPr>
              <a:t>03</a:t>
            </a:r>
            <a:endParaRPr lang="en-NL" sz="2400" dirty="0">
              <a:solidFill>
                <a:srgbClr val="FF6D43"/>
              </a:solidFill>
            </a:endParaRPr>
          </a:p>
        </p:txBody>
      </p:sp>
      <p:sp>
        <p:nvSpPr>
          <p:cNvPr id="15" name="Slide Number Placeholder 14">
            <a:extLst>
              <a:ext uri="{FF2B5EF4-FFF2-40B4-BE49-F238E27FC236}">
                <a16:creationId xmlns:a16="http://schemas.microsoft.com/office/drawing/2014/main" id="{8D1A4CA6-1F46-96FC-B441-B16C85D2C06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DAF489CC-3B7A-4DA5-A8C0-4984788D0EC5}" type="slidenum">
              <a:rPr lang="nl-NL" smtClean="0"/>
              <a:pPr/>
              <a:t>2</a:t>
            </a:fld>
            <a:endParaRPr lang="nl-NL"/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371396BF-68A7-008F-0B5F-C35FD107B57E}"/>
              </a:ext>
            </a:extLst>
          </p:cNvPr>
          <p:cNvSpPr txBox="1">
            <a:spLocks/>
          </p:cNvSpPr>
          <p:nvPr/>
        </p:nvSpPr>
        <p:spPr bwMode="invGray">
          <a:xfrm>
            <a:off x="1359255" y="4280412"/>
            <a:ext cx="5487258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kern="1200">
                <a:solidFill>
                  <a:srgbClr val="000000"/>
                </a:solidFill>
                <a:latin typeface="Montserrat SemiBold" pitchFamily="2" charset="0"/>
                <a:ea typeface="+mn-ea"/>
                <a:cs typeface="+mn-cs"/>
              </a:defRPr>
            </a:lvl1pPr>
            <a:lvl2pPr marL="720000" indent="-36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Montserrat" panose="00000500000000000000" pitchFamily="2" charset="0"/>
                <a:ea typeface="+mn-ea"/>
                <a:cs typeface="+mn-cs"/>
              </a:defRPr>
            </a:lvl2pPr>
            <a:lvl3pPr marL="648000" indent="-216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600" kern="1200">
                <a:solidFill>
                  <a:srgbClr val="000000"/>
                </a:solidFill>
                <a:latin typeface="Montserrat" panose="00000500000000000000" pitchFamily="2" charset="0"/>
                <a:ea typeface="+mn-ea"/>
                <a:cs typeface="+mn-cs"/>
              </a:defRPr>
            </a:lvl3pPr>
            <a:lvl4pPr marL="864000" indent="-216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>
                <a:latin typeface="Montserrat"/>
              </a:rPr>
              <a:t>Q&amp;A</a:t>
            </a:r>
            <a:endParaRPr lang="en-NL">
              <a:latin typeface="Montserrat" panose="00000500000000000000" pitchFamily="2" charset="0"/>
            </a:endParaRPr>
          </a:p>
        </p:txBody>
      </p:sp>
      <p:sp>
        <p:nvSpPr>
          <p:cNvPr id="12" name="Text Placeholder 9">
            <a:extLst>
              <a:ext uri="{FF2B5EF4-FFF2-40B4-BE49-F238E27FC236}">
                <a16:creationId xmlns:a16="http://schemas.microsoft.com/office/drawing/2014/main" id="{C2CA119D-5578-B245-15F3-1007EC61672A}"/>
              </a:ext>
            </a:extLst>
          </p:cNvPr>
          <p:cNvSpPr txBox="1">
            <a:spLocks/>
          </p:cNvSpPr>
          <p:nvPr/>
        </p:nvSpPr>
        <p:spPr bwMode="invGray">
          <a:xfrm>
            <a:off x="731664" y="4280412"/>
            <a:ext cx="497331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kern="1200">
                <a:solidFill>
                  <a:srgbClr val="FF6D43"/>
                </a:solidFill>
                <a:latin typeface="Montserrat SemiBold" pitchFamily="2" charset="0"/>
                <a:ea typeface="+mn-ea"/>
                <a:cs typeface="+mn-cs"/>
              </a:defRPr>
            </a:lvl1pPr>
            <a:lvl2pPr marL="720000" indent="-36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Montserrat" panose="00000500000000000000" pitchFamily="2" charset="0"/>
                <a:ea typeface="+mn-ea"/>
                <a:cs typeface="+mn-cs"/>
              </a:defRPr>
            </a:lvl2pPr>
            <a:lvl3pPr marL="648000" indent="-216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600" kern="1200">
                <a:solidFill>
                  <a:srgbClr val="000000"/>
                </a:solidFill>
                <a:latin typeface="Montserrat" panose="00000500000000000000" pitchFamily="2" charset="0"/>
                <a:ea typeface="+mn-ea"/>
                <a:cs typeface="+mn-cs"/>
              </a:defRPr>
            </a:lvl3pPr>
            <a:lvl4pPr marL="864000" indent="-216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>
                <a:latin typeface="Montserrat SemiBold"/>
              </a:rPr>
              <a:t>04</a:t>
            </a:r>
            <a:endParaRPr lang="en-NL" sz="2400"/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40DE199C-EFF9-CDB3-37B0-6A9D6EF5A299}"/>
              </a:ext>
            </a:extLst>
          </p:cNvPr>
          <p:cNvSpPr txBox="1">
            <a:spLocks/>
          </p:cNvSpPr>
          <p:nvPr/>
        </p:nvSpPr>
        <p:spPr bwMode="invGray">
          <a:xfrm>
            <a:off x="731664" y="2878506"/>
            <a:ext cx="468756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1600" kern="1200">
                <a:solidFill>
                  <a:srgbClr val="FF6D43"/>
                </a:solidFill>
                <a:latin typeface="Montserrat SemiBold" pitchFamily="2" charset="0"/>
                <a:ea typeface="+mn-ea"/>
                <a:cs typeface="+mn-cs"/>
              </a:defRPr>
            </a:lvl1pPr>
            <a:lvl2pPr marL="720000" indent="-36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Montserrat" panose="00000500000000000000" pitchFamily="2" charset="0"/>
                <a:ea typeface="+mn-ea"/>
                <a:cs typeface="+mn-cs"/>
              </a:defRPr>
            </a:lvl2pPr>
            <a:lvl3pPr marL="648000" indent="-216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600" kern="1200">
                <a:solidFill>
                  <a:srgbClr val="000000"/>
                </a:solidFill>
                <a:latin typeface="Montserrat" panose="00000500000000000000" pitchFamily="2" charset="0"/>
                <a:ea typeface="+mn-ea"/>
                <a:cs typeface="+mn-cs"/>
              </a:defRPr>
            </a:lvl3pPr>
            <a:lvl4pPr marL="864000" indent="-216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400" dirty="0"/>
              <a:t>02</a:t>
            </a:r>
            <a:endParaRPr lang="en-NL" sz="2400" dirty="0"/>
          </a:p>
        </p:txBody>
      </p:sp>
      <p:sp>
        <p:nvSpPr>
          <p:cNvPr id="14" name="Text Placeholder 8">
            <a:extLst>
              <a:ext uri="{FF2B5EF4-FFF2-40B4-BE49-F238E27FC236}">
                <a16:creationId xmlns:a16="http://schemas.microsoft.com/office/drawing/2014/main" id="{1E9E7ED7-4021-E8F2-1413-2C93910181D7}"/>
              </a:ext>
            </a:extLst>
          </p:cNvPr>
          <p:cNvSpPr txBox="1">
            <a:spLocks/>
          </p:cNvSpPr>
          <p:nvPr/>
        </p:nvSpPr>
        <p:spPr bwMode="invGray">
          <a:xfrm>
            <a:off x="1359255" y="2896641"/>
            <a:ext cx="6649627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kern="1200">
                <a:solidFill>
                  <a:srgbClr val="000000"/>
                </a:solidFill>
                <a:latin typeface="Montserrat SemiBold" pitchFamily="2" charset="0"/>
                <a:ea typeface="+mn-ea"/>
                <a:cs typeface="+mn-cs"/>
              </a:defRPr>
            </a:lvl1pPr>
            <a:lvl2pPr marL="720000" indent="-36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Montserrat" panose="00000500000000000000" pitchFamily="2" charset="0"/>
                <a:ea typeface="+mn-ea"/>
                <a:cs typeface="+mn-cs"/>
              </a:defRPr>
            </a:lvl2pPr>
            <a:lvl3pPr marL="648000" indent="-216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600" kern="1200">
                <a:solidFill>
                  <a:srgbClr val="000000"/>
                </a:solidFill>
                <a:latin typeface="Montserrat" panose="00000500000000000000" pitchFamily="2" charset="0"/>
                <a:ea typeface="+mn-ea"/>
                <a:cs typeface="+mn-cs"/>
              </a:defRPr>
            </a:lvl3pPr>
            <a:lvl4pPr marL="864000" indent="-216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Montserrat"/>
              </a:rPr>
              <a:t>Scope</a:t>
            </a:r>
          </a:p>
        </p:txBody>
      </p:sp>
      <p:sp>
        <p:nvSpPr>
          <p:cNvPr id="16" name="Text Placeholder 8">
            <a:extLst>
              <a:ext uri="{FF2B5EF4-FFF2-40B4-BE49-F238E27FC236}">
                <a16:creationId xmlns:a16="http://schemas.microsoft.com/office/drawing/2014/main" id="{4E97C08B-92F3-A5B3-FEA4-69E28C3432B9}"/>
              </a:ext>
            </a:extLst>
          </p:cNvPr>
          <p:cNvSpPr txBox="1">
            <a:spLocks/>
          </p:cNvSpPr>
          <p:nvPr/>
        </p:nvSpPr>
        <p:spPr bwMode="invGray">
          <a:xfrm>
            <a:off x="1359255" y="3541919"/>
            <a:ext cx="6649627" cy="369332"/>
          </a:xfrm>
          <a:prstGeom prst="rect">
            <a:avLst/>
          </a:prstGeom>
        </p:spPr>
        <p:txBody>
          <a:bodyPr vert="horz" wrap="square" lIns="0" tIns="0" rIns="0" bIns="0" rtlCol="0" anchor="t" anchorCtr="0">
            <a:spAutoFit/>
          </a:bodyPr>
          <a:lstStyle>
            <a:lvl1pPr marL="0" indent="0" algn="l" defTabSz="914400" rtl="0" eaLnBrk="1" latinLnBrk="0" hangingPunct="1">
              <a:lnSpc>
                <a:spcPct val="100000"/>
              </a:lnSpc>
              <a:spcBef>
                <a:spcPts val="600"/>
              </a:spcBef>
              <a:spcAft>
                <a:spcPts val="0"/>
              </a:spcAft>
              <a:buFont typeface="Arial" panose="020B0604020202020204" pitchFamily="34" charset="0"/>
              <a:buNone/>
              <a:defRPr sz="2400" kern="1200">
                <a:solidFill>
                  <a:srgbClr val="000000"/>
                </a:solidFill>
                <a:latin typeface="Montserrat SemiBold" pitchFamily="2" charset="0"/>
                <a:ea typeface="+mn-ea"/>
                <a:cs typeface="+mn-cs"/>
              </a:defRPr>
            </a:lvl1pPr>
            <a:lvl2pPr marL="720000" indent="-360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Font typeface="Arial" panose="020B0604020202020204" pitchFamily="34" charset="0"/>
              <a:buChar char="•"/>
              <a:defRPr sz="1800" kern="1200">
                <a:solidFill>
                  <a:srgbClr val="000000"/>
                </a:solidFill>
                <a:latin typeface="Montserrat" panose="00000500000000000000" pitchFamily="2" charset="0"/>
                <a:ea typeface="+mn-ea"/>
                <a:cs typeface="+mn-cs"/>
              </a:defRPr>
            </a:lvl2pPr>
            <a:lvl3pPr marL="648000" indent="-216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600" kern="1200">
                <a:solidFill>
                  <a:srgbClr val="000000"/>
                </a:solidFill>
                <a:latin typeface="Montserrat" panose="00000500000000000000" pitchFamily="2" charset="0"/>
                <a:ea typeface="+mn-ea"/>
                <a:cs typeface="+mn-cs"/>
              </a:defRPr>
            </a:lvl3pPr>
            <a:lvl4pPr marL="864000" indent="-216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latin typeface="Montserrat"/>
              </a:rPr>
              <a:t>Estimates, Pricing &amp; Timelines</a:t>
            </a:r>
          </a:p>
        </p:txBody>
      </p:sp>
    </p:spTree>
    <p:extLst>
      <p:ext uri="{BB962C8B-B14F-4D97-AF65-F5344CB8AC3E}">
        <p14:creationId xmlns:p14="http://schemas.microsoft.com/office/powerpoint/2010/main" val="36451409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9A016B3-4BF3-06D2-13E7-340EDE0197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Solution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9899B4-CBD3-2579-A588-B692ADBEE60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 dirty="0"/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96930079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4">
            <a:extLst>
              <a:ext uri="{FF2B5EF4-FFF2-40B4-BE49-F238E27FC236}">
                <a16:creationId xmlns:a16="http://schemas.microsoft.com/office/drawing/2014/main" id="{11C5C38C-E2E3-2AE0-831E-DC532D0D9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799" y="196955"/>
            <a:ext cx="11484000" cy="343237"/>
          </a:xfrm>
        </p:spPr>
        <p:txBody>
          <a:bodyPr/>
          <a:lstStyle/>
          <a:p>
            <a:r>
              <a:rPr lang="en-US" dirty="0"/>
              <a:t>Solution: Historical &amp; Incremental </a:t>
            </a:r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7AC687DF-1A3C-0E8D-2D7A-0B96103183C8}"/>
              </a:ext>
            </a:extLst>
          </p:cNvPr>
          <p:cNvSpPr txBox="1">
            <a:spLocks/>
          </p:cNvSpPr>
          <p:nvPr/>
        </p:nvSpPr>
        <p:spPr>
          <a:xfrm>
            <a:off x="6287268" y="992456"/>
            <a:ext cx="5400000" cy="523235"/>
          </a:xfrm>
          <a:prstGeom prst="rect">
            <a:avLst/>
          </a:prstGeom>
          <a:solidFill>
            <a:srgbClr val="1865F0"/>
          </a:solidFill>
        </p:spPr>
        <p:txBody>
          <a:bodyPr anchor="ctr">
            <a:normAutofit/>
          </a:bodyPr>
          <a:lstStyle>
            <a:lvl1pPr marL="216000" indent="-216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600" kern="1200">
                <a:solidFill>
                  <a:srgbClr val="000000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432000" indent="-216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600" kern="1200">
                <a:solidFill>
                  <a:srgbClr val="000000"/>
                </a:solidFill>
                <a:latin typeface="Montserrat" panose="00000500000000000000" pitchFamily="2" charset="0"/>
                <a:ea typeface="+mn-ea"/>
                <a:cs typeface="+mn-cs"/>
              </a:defRPr>
            </a:lvl2pPr>
            <a:lvl3pPr marL="648000" indent="-216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600" kern="1200">
                <a:solidFill>
                  <a:srgbClr val="000000"/>
                </a:solidFill>
                <a:latin typeface="Montserrat" panose="00000500000000000000" pitchFamily="2" charset="0"/>
                <a:ea typeface="+mn-ea"/>
                <a:cs typeface="+mn-cs"/>
              </a:defRPr>
            </a:lvl3pPr>
            <a:lvl4pPr marL="864000" indent="-216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800" dirty="0">
                <a:solidFill>
                  <a:srgbClr val="ECECED"/>
                </a:solidFill>
                <a:latin typeface="Montserrat SemiBold" panose="00000700000000000000" pitchFamily="2" charset="0"/>
              </a:rPr>
              <a:t>Incremental Loads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EE206B07-7299-8247-F292-9C7389158195}"/>
              </a:ext>
            </a:extLst>
          </p:cNvPr>
          <p:cNvSpPr txBox="1">
            <a:spLocks/>
          </p:cNvSpPr>
          <p:nvPr/>
        </p:nvSpPr>
        <p:spPr>
          <a:xfrm>
            <a:off x="504732" y="992456"/>
            <a:ext cx="5400000" cy="539999"/>
          </a:xfrm>
          <a:prstGeom prst="rect">
            <a:avLst/>
          </a:prstGeom>
          <a:solidFill>
            <a:srgbClr val="1865F0"/>
          </a:solidFill>
        </p:spPr>
        <p:txBody>
          <a:bodyPr anchor="ctr">
            <a:normAutofit/>
          </a:bodyPr>
          <a:lstStyle>
            <a:defPPr>
              <a:defRPr lang="nl-NL"/>
            </a:defPPr>
            <a:lvl1pPr indent="0"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None/>
              <a:defRPr>
                <a:solidFill>
                  <a:srgbClr val="ECECED"/>
                </a:solidFill>
                <a:latin typeface="Montserrat SemiBold" panose="00000700000000000000" pitchFamily="2" charset="0"/>
              </a:defRPr>
            </a:lvl1pPr>
            <a:lvl2pPr marL="43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600">
                <a:solidFill>
                  <a:srgbClr val="000000"/>
                </a:solidFill>
                <a:latin typeface="Montserrat" panose="00000500000000000000" pitchFamily="2" charset="0"/>
              </a:defRPr>
            </a:lvl2pPr>
            <a:lvl3pPr marL="64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600">
                <a:solidFill>
                  <a:srgbClr val="000000"/>
                </a:solidFill>
                <a:latin typeface="Montserrat" panose="00000500000000000000" pitchFamily="2" charset="0"/>
              </a:defRPr>
            </a:lvl3pPr>
            <a:lvl4pPr marL="86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600">
                <a:latin typeface="Montserrat" panose="00000500000000000000" pitchFamily="2" charset="0"/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600">
                <a:latin typeface="Montserrat" panose="00000500000000000000" pitchFamily="2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One Time </a:t>
            </a:r>
            <a:r>
              <a:rPr lang="en-US"/>
              <a:t>Historical Adhoc Load</a:t>
            </a:r>
            <a:endParaRPr lang="en-US" dirty="0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B06572B0-D675-AF3C-DAEB-422A563059AC}"/>
              </a:ext>
            </a:extLst>
          </p:cNvPr>
          <p:cNvSpPr/>
          <p:nvPr/>
        </p:nvSpPr>
        <p:spPr>
          <a:xfrm>
            <a:off x="897715" y="2133602"/>
            <a:ext cx="2880000" cy="430925"/>
          </a:xfrm>
          <a:prstGeom prst="roundRect">
            <a:avLst/>
          </a:prstGeom>
          <a:solidFill>
            <a:srgbClr val="4585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ECECED"/>
                </a:solidFill>
              </a:rPr>
              <a:t>Truncate Staging Tables</a:t>
            </a:r>
            <a:endParaRPr lang="en-IN" sz="1400" b="1" dirty="0">
              <a:solidFill>
                <a:srgbClr val="ECECED"/>
              </a:solidFill>
            </a:endParaRP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DA8B6758-3F7A-B93A-8419-05BBA59D8256}"/>
              </a:ext>
            </a:extLst>
          </p:cNvPr>
          <p:cNvSpPr/>
          <p:nvPr/>
        </p:nvSpPr>
        <p:spPr>
          <a:xfrm>
            <a:off x="897715" y="3172248"/>
            <a:ext cx="2880000" cy="432000"/>
          </a:xfrm>
          <a:prstGeom prst="roundRect">
            <a:avLst/>
          </a:prstGeom>
          <a:solidFill>
            <a:srgbClr val="4585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ECECED"/>
                </a:solidFill>
              </a:rPr>
              <a:t>Execute Ingestion DAG</a:t>
            </a:r>
            <a:endParaRPr lang="en-IN" sz="1400" b="1" dirty="0">
              <a:solidFill>
                <a:srgbClr val="ECECED"/>
              </a:solidFill>
            </a:endParaRP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A3EDFBDB-08FC-A245-E0DE-E4DAA50F84F2}"/>
              </a:ext>
            </a:extLst>
          </p:cNvPr>
          <p:cNvSpPr/>
          <p:nvPr/>
        </p:nvSpPr>
        <p:spPr>
          <a:xfrm>
            <a:off x="897716" y="4192317"/>
            <a:ext cx="2880000" cy="432000"/>
          </a:xfrm>
          <a:prstGeom prst="roundRect">
            <a:avLst/>
          </a:prstGeom>
          <a:solidFill>
            <a:srgbClr val="4585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>
                <a:solidFill>
                  <a:srgbClr val="ECECED"/>
                </a:solidFill>
              </a:rPr>
              <a:t>Upsert</a:t>
            </a:r>
            <a:r>
              <a:rPr lang="en-US" sz="1400" b="1" dirty="0">
                <a:solidFill>
                  <a:srgbClr val="ECECED"/>
                </a:solidFill>
              </a:rPr>
              <a:t> Core Tables</a:t>
            </a:r>
            <a:endParaRPr lang="en-IN" sz="1400" b="1" dirty="0">
              <a:solidFill>
                <a:srgbClr val="ECECED"/>
              </a:solidFill>
            </a:endParaRP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D20C7A3-FA58-F9F5-26CF-595AA1897988}"/>
              </a:ext>
            </a:extLst>
          </p:cNvPr>
          <p:cNvCxnSpPr>
            <a:cxnSpLocks/>
            <a:stCxn id="17" idx="2"/>
            <a:endCxn id="18" idx="0"/>
          </p:cNvCxnSpPr>
          <p:nvPr/>
        </p:nvCxnSpPr>
        <p:spPr>
          <a:xfrm>
            <a:off x="2337715" y="2564527"/>
            <a:ext cx="0" cy="607721"/>
          </a:xfrm>
          <a:prstGeom prst="straightConnector1">
            <a:avLst/>
          </a:prstGeom>
          <a:ln w="31750">
            <a:solidFill>
              <a:schemeClr val="accent4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C54BA81-36C9-B207-71EE-9188E1F6EDBD}"/>
              </a:ext>
            </a:extLst>
          </p:cNvPr>
          <p:cNvCxnSpPr>
            <a:cxnSpLocks/>
            <a:stCxn id="18" idx="2"/>
            <a:endCxn id="19" idx="0"/>
          </p:cNvCxnSpPr>
          <p:nvPr/>
        </p:nvCxnSpPr>
        <p:spPr>
          <a:xfrm>
            <a:off x="2337715" y="3604248"/>
            <a:ext cx="1" cy="588069"/>
          </a:xfrm>
          <a:prstGeom prst="straightConnector1">
            <a:avLst/>
          </a:prstGeom>
          <a:ln w="31750">
            <a:solidFill>
              <a:schemeClr val="accent4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35" name="Rectangle: Rounded Corners 34">
            <a:extLst>
              <a:ext uri="{FF2B5EF4-FFF2-40B4-BE49-F238E27FC236}">
                <a16:creationId xmlns:a16="http://schemas.microsoft.com/office/drawing/2014/main" id="{8DAF7BE5-1AB1-9976-3FF0-1C3F8044DCDF}"/>
              </a:ext>
            </a:extLst>
          </p:cNvPr>
          <p:cNvSpPr/>
          <p:nvPr/>
        </p:nvSpPr>
        <p:spPr>
          <a:xfrm>
            <a:off x="6517256" y="2133602"/>
            <a:ext cx="2880000" cy="432000"/>
          </a:xfrm>
          <a:prstGeom prst="roundRect">
            <a:avLst/>
          </a:prstGeom>
          <a:solidFill>
            <a:srgbClr val="4585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ECECED"/>
                </a:solidFill>
              </a:rPr>
              <a:t>Truncate Staging Tables</a:t>
            </a:r>
            <a:endParaRPr lang="en-IN" sz="1400" b="1" dirty="0">
              <a:solidFill>
                <a:srgbClr val="ECECED"/>
              </a:solidFill>
            </a:endParaRPr>
          </a:p>
        </p:txBody>
      </p:sp>
      <p:sp>
        <p:nvSpPr>
          <p:cNvPr id="36" name="Rectangle: Rounded Corners 35">
            <a:extLst>
              <a:ext uri="{FF2B5EF4-FFF2-40B4-BE49-F238E27FC236}">
                <a16:creationId xmlns:a16="http://schemas.microsoft.com/office/drawing/2014/main" id="{89ED17BF-E0D5-F164-4CB6-B361AFC55EE4}"/>
              </a:ext>
            </a:extLst>
          </p:cNvPr>
          <p:cNvSpPr/>
          <p:nvPr/>
        </p:nvSpPr>
        <p:spPr>
          <a:xfrm>
            <a:off x="6517256" y="4192317"/>
            <a:ext cx="2880000" cy="432000"/>
          </a:xfrm>
          <a:prstGeom prst="roundRect">
            <a:avLst/>
          </a:prstGeom>
          <a:solidFill>
            <a:srgbClr val="4585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ECECED"/>
                </a:solidFill>
              </a:rPr>
              <a:t>Execute Integration DAG</a:t>
            </a:r>
            <a:endParaRPr lang="en-IN" sz="1400" b="1" dirty="0">
              <a:solidFill>
                <a:srgbClr val="ECECED"/>
              </a:solidFill>
            </a:endParaRP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5DDE68EB-0C91-EA7C-820C-58E1162F423E}"/>
              </a:ext>
            </a:extLst>
          </p:cNvPr>
          <p:cNvSpPr txBox="1"/>
          <p:nvPr/>
        </p:nvSpPr>
        <p:spPr>
          <a:xfrm>
            <a:off x="3788983" y="2133602"/>
            <a:ext cx="1633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Candara" panose="020E0502030303020204" pitchFamily="34" charset="0"/>
              </a:rPr>
              <a:t>Refresh Staging Tables in Teradata</a:t>
            </a:r>
            <a:endParaRPr lang="en-IN" sz="1200" dirty="0">
              <a:latin typeface="Candara" panose="020E0502030303020204" pitchFamily="34" charset="0"/>
            </a:endParaRP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41B03610-5637-ACD4-EEA1-FC852FFA5E63}"/>
              </a:ext>
            </a:extLst>
          </p:cNvPr>
          <p:cNvSpPr txBox="1"/>
          <p:nvPr/>
        </p:nvSpPr>
        <p:spPr>
          <a:xfrm>
            <a:off x="3788983" y="3172248"/>
            <a:ext cx="19935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Candara" panose="020E0502030303020204" pitchFamily="34" charset="0"/>
              </a:rPr>
              <a:t>Pull </a:t>
            </a:r>
            <a:r>
              <a:rPr lang="en-US" sz="1200" b="1" dirty="0">
                <a:latin typeface="Candara" panose="020E0502030303020204" pitchFamily="34" charset="0"/>
              </a:rPr>
              <a:t>all</a:t>
            </a:r>
            <a:r>
              <a:rPr lang="en-US" sz="1200" dirty="0">
                <a:latin typeface="Candara" panose="020E0502030303020204" pitchFamily="34" charset="0"/>
              </a:rPr>
              <a:t> data from DB2 Tables </a:t>
            </a:r>
            <a:r>
              <a:rPr lang="en-US" sz="1200" b="1" dirty="0">
                <a:latin typeface="Candara" panose="020E0502030303020204" pitchFamily="34" charset="0"/>
              </a:rPr>
              <a:t>till date</a:t>
            </a:r>
            <a:r>
              <a:rPr lang="en-US" sz="1200" dirty="0">
                <a:latin typeface="Candara" panose="020E0502030303020204" pitchFamily="34" charset="0"/>
              </a:rPr>
              <a:t> and load into BQ Staging Tables</a:t>
            </a:r>
            <a:endParaRPr lang="en-IN" sz="1200" dirty="0">
              <a:latin typeface="Candara" panose="020E0502030303020204" pitchFamily="34" charset="0"/>
            </a:endParaRP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E760C35A-B987-E56F-49F2-B0A275AE826D}"/>
              </a:ext>
            </a:extLst>
          </p:cNvPr>
          <p:cNvSpPr txBox="1"/>
          <p:nvPr/>
        </p:nvSpPr>
        <p:spPr>
          <a:xfrm>
            <a:off x="3788983" y="4192317"/>
            <a:ext cx="19935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Candara" panose="020E0502030303020204" pitchFamily="34" charset="0"/>
              </a:rPr>
              <a:t>Execute Converted BQ Merge Scripts &amp; </a:t>
            </a:r>
            <a:r>
              <a:rPr lang="en-US" sz="1200" dirty="0" err="1">
                <a:latin typeface="Candara" panose="020E0502030303020204" pitchFamily="34" charset="0"/>
              </a:rPr>
              <a:t>upsert</a:t>
            </a:r>
            <a:r>
              <a:rPr lang="en-US" sz="1200" dirty="0">
                <a:latin typeface="Candara" panose="020E0502030303020204" pitchFamily="34" charset="0"/>
              </a:rPr>
              <a:t> records to core tables</a:t>
            </a:r>
            <a:endParaRPr lang="en-IN" sz="1200" dirty="0">
              <a:latin typeface="Candara" panose="020E0502030303020204" pitchFamily="34" charset="0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123B2F03-4C81-7475-1F59-9D354A7B4BB4}"/>
              </a:ext>
            </a:extLst>
          </p:cNvPr>
          <p:cNvSpPr/>
          <p:nvPr/>
        </p:nvSpPr>
        <p:spPr>
          <a:xfrm>
            <a:off x="6517256" y="3172248"/>
            <a:ext cx="2880000" cy="432000"/>
          </a:xfrm>
          <a:prstGeom prst="roundRect">
            <a:avLst/>
          </a:prstGeom>
          <a:solidFill>
            <a:srgbClr val="4585F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b="1" dirty="0">
                <a:solidFill>
                  <a:srgbClr val="ECECED"/>
                </a:solidFill>
              </a:rPr>
              <a:t>Execute Ingestion DAG</a:t>
            </a:r>
            <a:endParaRPr lang="en-IN" sz="1400" b="1" dirty="0">
              <a:solidFill>
                <a:srgbClr val="ECECED"/>
              </a:solidFill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93696E69-67EC-0B0E-4A67-EC8695031EEB}"/>
              </a:ext>
            </a:extLst>
          </p:cNvPr>
          <p:cNvSpPr txBox="1"/>
          <p:nvPr/>
        </p:nvSpPr>
        <p:spPr>
          <a:xfrm>
            <a:off x="9397256" y="2133602"/>
            <a:ext cx="163359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Candara" panose="020E0502030303020204" pitchFamily="34" charset="0"/>
              </a:rPr>
              <a:t>Refresh Staging Tables in Teradata</a:t>
            </a:r>
            <a:endParaRPr lang="en-IN" sz="1200" dirty="0">
              <a:latin typeface="Candara" panose="020E0502030303020204" pitchFamily="34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7A8BF1D-9E65-95AD-D3E8-B59F572B8FAF}"/>
              </a:ext>
            </a:extLst>
          </p:cNvPr>
          <p:cNvSpPr txBox="1"/>
          <p:nvPr/>
        </p:nvSpPr>
        <p:spPr>
          <a:xfrm>
            <a:off x="9397256" y="3172248"/>
            <a:ext cx="19935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Candara" panose="020E0502030303020204" pitchFamily="34" charset="0"/>
              </a:rPr>
              <a:t>Pull data from DB2 Tables based on </a:t>
            </a:r>
            <a:r>
              <a:rPr lang="en-US" sz="1200" b="1" dirty="0">
                <a:latin typeface="Candara" panose="020E0502030303020204" pitchFamily="34" charset="0"/>
              </a:rPr>
              <a:t>incremental time window*</a:t>
            </a:r>
            <a:r>
              <a:rPr lang="en-US" sz="1200" dirty="0">
                <a:latin typeface="Candara" panose="020E0502030303020204" pitchFamily="34" charset="0"/>
              </a:rPr>
              <a:t> and load into BQ Staging Tables</a:t>
            </a:r>
            <a:endParaRPr lang="en-IN" sz="1200" dirty="0">
              <a:latin typeface="Candara" panose="020E0502030303020204" pitchFamily="34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5ADB8D7-D682-7D82-2BFC-1451D57A3121}"/>
              </a:ext>
            </a:extLst>
          </p:cNvPr>
          <p:cNvSpPr txBox="1"/>
          <p:nvPr/>
        </p:nvSpPr>
        <p:spPr>
          <a:xfrm>
            <a:off x="9397256" y="4192317"/>
            <a:ext cx="19935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Candara" panose="020E0502030303020204" pitchFamily="34" charset="0"/>
              </a:rPr>
              <a:t>Execute Converted BQ Merge Scripts &amp; </a:t>
            </a:r>
            <a:r>
              <a:rPr lang="en-US" sz="1200" dirty="0" err="1">
                <a:latin typeface="Candara" panose="020E0502030303020204" pitchFamily="34" charset="0"/>
              </a:rPr>
              <a:t>upsert</a:t>
            </a:r>
            <a:r>
              <a:rPr lang="en-US" sz="1200" dirty="0">
                <a:latin typeface="Candara" panose="020E0502030303020204" pitchFamily="34" charset="0"/>
              </a:rPr>
              <a:t> records to core tables</a:t>
            </a:r>
            <a:endParaRPr lang="en-IN" sz="1200" dirty="0">
              <a:latin typeface="Candara" panose="020E0502030303020204" pitchFamily="34" charset="0"/>
            </a:endParaRPr>
          </a:p>
        </p:txBody>
      </p: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D16D8BCF-6F81-4C2C-7C15-47F19C07DC22}"/>
              </a:ext>
            </a:extLst>
          </p:cNvPr>
          <p:cNvCxnSpPr>
            <a:cxnSpLocks/>
            <a:stCxn id="35" idx="2"/>
            <a:endCxn id="2" idx="0"/>
          </p:cNvCxnSpPr>
          <p:nvPr/>
        </p:nvCxnSpPr>
        <p:spPr>
          <a:xfrm>
            <a:off x="7957256" y="2565602"/>
            <a:ext cx="0" cy="606646"/>
          </a:xfrm>
          <a:prstGeom prst="straightConnector1">
            <a:avLst/>
          </a:prstGeom>
          <a:ln w="31750">
            <a:solidFill>
              <a:schemeClr val="accent4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75AC3832-2FF4-FE26-73ED-2612A904BF10}"/>
              </a:ext>
            </a:extLst>
          </p:cNvPr>
          <p:cNvCxnSpPr>
            <a:cxnSpLocks/>
            <a:stCxn id="2" idx="2"/>
            <a:endCxn id="36" idx="0"/>
          </p:cNvCxnSpPr>
          <p:nvPr/>
        </p:nvCxnSpPr>
        <p:spPr>
          <a:xfrm>
            <a:off x="7957256" y="3604248"/>
            <a:ext cx="0" cy="588069"/>
          </a:xfrm>
          <a:prstGeom prst="straightConnector1">
            <a:avLst/>
          </a:prstGeom>
          <a:ln w="31750">
            <a:solidFill>
              <a:schemeClr val="accent4">
                <a:lumMod val="50000"/>
                <a:lumOff val="50000"/>
              </a:schemeClr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25" name="TextBox 24">
            <a:extLst>
              <a:ext uri="{FF2B5EF4-FFF2-40B4-BE49-F238E27FC236}">
                <a16:creationId xmlns:a16="http://schemas.microsoft.com/office/drawing/2014/main" id="{99A635BF-F818-A646-58EC-B2B9CD9F7DDA}"/>
              </a:ext>
            </a:extLst>
          </p:cNvPr>
          <p:cNvSpPr txBox="1"/>
          <p:nvPr/>
        </p:nvSpPr>
        <p:spPr>
          <a:xfrm>
            <a:off x="6724374" y="5403879"/>
            <a:ext cx="421665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>
                <a:latin typeface="Candara" panose="020E0502030303020204" pitchFamily="34" charset="0"/>
              </a:rPr>
              <a:t>* Time Windows will be decided based on last update timestamp for each table and current timestamp</a:t>
            </a:r>
            <a:endParaRPr lang="en-IN" sz="1200" dirty="0">
              <a:latin typeface="Candara" panose="020E0502030303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573131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9A016B3-4BF3-06D2-13E7-340EDE0197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Scope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9899B4-CBD3-2579-A588-B692ADBEE60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 dirty="0"/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596740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4">
            <a:extLst>
              <a:ext uri="{FF2B5EF4-FFF2-40B4-BE49-F238E27FC236}">
                <a16:creationId xmlns:a16="http://schemas.microsoft.com/office/drawing/2014/main" id="{11C5C38C-E2E3-2AE0-831E-DC532D0D9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799" y="196955"/>
            <a:ext cx="11484000" cy="343237"/>
          </a:xfrm>
        </p:spPr>
        <p:txBody>
          <a:bodyPr/>
          <a:lstStyle/>
          <a:p>
            <a:r>
              <a:rPr lang="en-US" dirty="0"/>
              <a:t>Inventory Stats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7F4D6FB4-C837-A589-EBA0-1DD158A29F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2633308"/>
              </p:ext>
            </p:extLst>
          </p:nvPr>
        </p:nvGraphicFramePr>
        <p:xfrm>
          <a:off x="494138" y="1362182"/>
          <a:ext cx="8281999" cy="2225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72219">
                  <a:extLst>
                    <a:ext uri="{9D8B030D-6E8A-4147-A177-3AD203B41FA5}">
                      <a16:colId xmlns:a16="http://schemas.microsoft.com/office/drawing/2014/main" val="4087566852"/>
                    </a:ext>
                  </a:extLst>
                </a:gridCol>
                <a:gridCol w="2509780">
                  <a:extLst>
                    <a:ext uri="{9D8B030D-6E8A-4147-A177-3AD203B41FA5}">
                      <a16:colId xmlns:a16="http://schemas.microsoft.com/office/drawing/2014/main" val="23887874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DB Objects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Total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784408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Staging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31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2835201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Core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31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3479198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Audit Tables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323189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Base Views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31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385117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dirty="0"/>
                        <a:t>Curated / Secured Views</a:t>
                      </a:r>
                      <a:endParaRPr lang="en-IN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dirty="0"/>
                        <a:t>31</a:t>
                      </a:r>
                      <a:endParaRPr lang="en-IN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4338350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2847928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4">
            <a:extLst>
              <a:ext uri="{FF2B5EF4-FFF2-40B4-BE49-F238E27FC236}">
                <a16:creationId xmlns:a16="http://schemas.microsoft.com/office/drawing/2014/main" id="{11C5C38C-E2E3-2AE0-831E-DC532D0D9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799" y="196955"/>
            <a:ext cx="11484000" cy="343237"/>
          </a:xfrm>
        </p:spPr>
        <p:txBody>
          <a:bodyPr/>
          <a:lstStyle/>
          <a:p>
            <a:r>
              <a:rPr lang="en-US" dirty="0"/>
              <a:t>Scope &amp; Division of Work</a:t>
            </a:r>
          </a:p>
        </p:txBody>
      </p:sp>
      <p:sp>
        <p:nvSpPr>
          <p:cNvPr id="16" name="Text Placeholder 3">
            <a:extLst>
              <a:ext uri="{FF2B5EF4-FFF2-40B4-BE49-F238E27FC236}">
                <a16:creationId xmlns:a16="http://schemas.microsoft.com/office/drawing/2014/main" id="{EF43B883-3331-1248-4ECA-044903D51C1B}"/>
              </a:ext>
            </a:extLst>
          </p:cNvPr>
          <p:cNvSpPr txBox="1">
            <a:spLocks/>
          </p:cNvSpPr>
          <p:nvPr/>
        </p:nvSpPr>
        <p:spPr>
          <a:xfrm>
            <a:off x="474792" y="1040117"/>
            <a:ext cx="5400000" cy="343237"/>
          </a:xfrm>
          <a:prstGeom prst="rect">
            <a:avLst/>
          </a:prstGeom>
          <a:solidFill>
            <a:srgbClr val="002D3C"/>
          </a:solidFill>
        </p:spPr>
        <p:txBody>
          <a:bodyPr>
            <a:normAutofit/>
          </a:bodyPr>
          <a:lstStyle>
            <a:lvl1pPr marL="216000" indent="-216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600" kern="1200">
                <a:solidFill>
                  <a:srgbClr val="000000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432000" indent="-216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600" kern="1200">
                <a:solidFill>
                  <a:srgbClr val="000000"/>
                </a:solidFill>
                <a:latin typeface="Montserrat" panose="00000500000000000000" pitchFamily="2" charset="0"/>
                <a:ea typeface="+mn-ea"/>
                <a:cs typeface="+mn-cs"/>
              </a:defRPr>
            </a:lvl2pPr>
            <a:lvl3pPr marL="648000" indent="-216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600" kern="1200">
                <a:solidFill>
                  <a:srgbClr val="000000"/>
                </a:solidFill>
                <a:latin typeface="Montserrat" panose="00000500000000000000" pitchFamily="2" charset="0"/>
                <a:ea typeface="+mn-ea"/>
                <a:cs typeface="+mn-cs"/>
              </a:defRPr>
            </a:lvl3pPr>
            <a:lvl4pPr marL="864000" indent="-216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en-US" sz="1400" dirty="0" err="1">
                <a:solidFill>
                  <a:schemeClr val="bg1"/>
                </a:solidFill>
                <a:latin typeface="Montserrat SemiBold" panose="00000700000000000000" pitchFamily="2" charset="0"/>
              </a:rPr>
              <a:t>Eviden</a:t>
            </a:r>
            <a:r>
              <a:rPr lang="en-US" sz="1400" dirty="0">
                <a:solidFill>
                  <a:schemeClr val="bg1"/>
                </a:solidFill>
                <a:latin typeface="Montserrat SemiBold" panose="00000700000000000000" pitchFamily="2" charset="0"/>
              </a:rPr>
              <a:t> Responsibilities</a:t>
            </a:r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89E9F1E-902B-902B-5404-BA6017F0C12E}"/>
              </a:ext>
            </a:extLst>
          </p:cNvPr>
          <p:cNvSpPr txBox="1">
            <a:spLocks/>
          </p:cNvSpPr>
          <p:nvPr/>
        </p:nvSpPr>
        <p:spPr>
          <a:xfrm>
            <a:off x="474793" y="1542071"/>
            <a:ext cx="5400000" cy="4590000"/>
          </a:xfrm>
          <a:prstGeom prst="rect">
            <a:avLst/>
          </a:prstGeom>
        </p:spPr>
        <p:txBody>
          <a:bodyPr>
            <a:noAutofit/>
          </a:bodyPr>
          <a:lstStyle>
            <a:lvl1pPr marL="216000" indent="-216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600" kern="1200">
                <a:solidFill>
                  <a:srgbClr val="000000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432000" indent="-216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600" kern="1200">
                <a:solidFill>
                  <a:srgbClr val="000000"/>
                </a:solidFill>
                <a:latin typeface="Montserrat" panose="00000500000000000000" pitchFamily="2" charset="0"/>
                <a:ea typeface="+mn-ea"/>
                <a:cs typeface="+mn-cs"/>
              </a:defRPr>
            </a:lvl2pPr>
            <a:lvl3pPr marL="648000" indent="-216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600" kern="1200">
                <a:solidFill>
                  <a:srgbClr val="000000"/>
                </a:solidFill>
                <a:latin typeface="Montserrat" panose="00000500000000000000" pitchFamily="2" charset="0"/>
                <a:ea typeface="+mn-ea"/>
                <a:cs typeface="+mn-cs"/>
              </a:defRPr>
            </a:lvl3pPr>
            <a:lvl4pPr marL="864000" indent="-216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/>
              <a:buChar char="ü"/>
            </a:pPr>
            <a:r>
              <a:rPr lang="en-US" sz="1400" dirty="0"/>
              <a:t>Database Object Creations within LOB</a:t>
            </a:r>
          </a:p>
          <a:p>
            <a:pPr>
              <a:buFont typeface="Wingdings"/>
              <a:buChar char="ü"/>
            </a:pPr>
            <a:r>
              <a:rPr lang="en-US" sz="1400" dirty="0"/>
              <a:t>Google Secret Manager Key Setup</a:t>
            </a:r>
          </a:p>
          <a:p>
            <a:pPr>
              <a:buFont typeface="Wingdings"/>
              <a:buChar char="ü"/>
            </a:pPr>
            <a:r>
              <a:rPr lang="en-US" sz="1400" dirty="0"/>
              <a:t>Variables Configuration in Composer</a:t>
            </a:r>
          </a:p>
          <a:p>
            <a:pPr>
              <a:buFont typeface="Wingdings"/>
              <a:buChar char="ü"/>
            </a:pPr>
            <a:r>
              <a:rPr lang="en-US" sz="1400" dirty="0"/>
              <a:t>Data Pipeline Development</a:t>
            </a:r>
          </a:p>
          <a:p>
            <a:pPr>
              <a:buFont typeface="Wingdings"/>
              <a:buChar char="ü"/>
            </a:pPr>
            <a:r>
              <a:rPr lang="en-US" sz="1400" dirty="0"/>
              <a:t>Data Validation Setup &amp; Variability Report Generation</a:t>
            </a:r>
          </a:p>
          <a:p>
            <a:pPr>
              <a:buFont typeface="Wingdings"/>
              <a:buChar char="ü"/>
            </a:pPr>
            <a:r>
              <a:rPr lang="en-US" sz="1400" dirty="0"/>
              <a:t>QA Testing &amp; Documentation</a:t>
            </a:r>
          </a:p>
          <a:p>
            <a:pPr>
              <a:buFont typeface="Wingdings"/>
              <a:buChar char="ü"/>
            </a:pPr>
            <a:r>
              <a:rPr lang="en-US" sz="1400" dirty="0"/>
              <a:t>Alerting for Source Pipeline Kickoff, Completion &amp; Failures</a:t>
            </a:r>
          </a:p>
          <a:p>
            <a:pPr>
              <a:buFont typeface="Wingdings"/>
              <a:buChar char="ü"/>
            </a:pPr>
            <a:r>
              <a:rPr lang="en-US" sz="1400" dirty="0"/>
              <a:t>Monitoring &amp; Auditing Data Availability on Dashboards</a:t>
            </a:r>
          </a:p>
          <a:p>
            <a:pPr>
              <a:buFont typeface="Wingdings"/>
              <a:buChar char="ü"/>
            </a:pPr>
            <a:r>
              <a:rPr lang="en-US" sz="1400" dirty="0"/>
              <a:t>Operation Guide &amp; Migration Plan Documentation</a:t>
            </a:r>
          </a:p>
          <a:p>
            <a:pPr>
              <a:buFont typeface="Wingdings"/>
              <a:buChar char="ü"/>
            </a:pPr>
            <a:r>
              <a:rPr lang="en-US" sz="1400" dirty="0"/>
              <a:t>Code Deployment</a:t>
            </a:r>
          </a:p>
          <a:p>
            <a:pPr>
              <a:buFont typeface="Wingdings"/>
              <a:buChar char="ü"/>
            </a:pPr>
            <a:r>
              <a:rPr lang="en-US" sz="1400" dirty="0"/>
              <a:t>Hypercare Support</a:t>
            </a:r>
          </a:p>
          <a:p>
            <a:pPr>
              <a:buFont typeface="Wingdings"/>
              <a:buChar char="ü"/>
            </a:pPr>
            <a:endParaRPr lang="en-US" sz="1400" dirty="0"/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141237E8-AA71-23EE-1C91-983D239F295D}"/>
              </a:ext>
            </a:extLst>
          </p:cNvPr>
          <p:cNvSpPr txBox="1">
            <a:spLocks/>
          </p:cNvSpPr>
          <p:nvPr/>
        </p:nvSpPr>
        <p:spPr>
          <a:xfrm>
            <a:off x="6506139" y="1040117"/>
            <a:ext cx="5400000" cy="360000"/>
          </a:xfrm>
          <a:prstGeom prst="rect">
            <a:avLst/>
          </a:prstGeom>
          <a:solidFill>
            <a:srgbClr val="FF6D43"/>
          </a:solidFill>
        </p:spPr>
        <p:txBody>
          <a:bodyPr>
            <a:normAutofit/>
          </a:bodyPr>
          <a:lstStyle>
            <a:defPPr>
              <a:defRPr lang="nl-NL"/>
            </a:defPPr>
            <a:lvl1pPr indent="0" algn="ctr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None/>
              <a:defRPr sz="1400">
                <a:solidFill>
                  <a:srgbClr val="000000"/>
                </a:solidFill>
                <a:latin typeface="Montserrat SemiBold" panose="00000700000000000000" pitchFamily="2" charset="0"/>
              </a:defRPr>
            </a:lvl1pPr>
            <a:lvl2pPr marL="432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600">
                <a:solidFill>
                  <a:srgbClr val="000000"/>
                </a:solidFill>
                <a:latin typeface="Montserrat" panose="00000500000000000000" pitchFamily="2" charset="0"/>
              </a:defRPr>
            </a:lvl2pPr>
            <a:lvl3pPr marL="648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600">
                <a:solidFill>
                  <a:srgbClr val="000000"/>
                </a:solidFill>
                <a:latin typeface="Montserrat" panose="00000500000000000000" pitchFamily="2" charset="0"/>
              </a:defRPr>
            </a:lvl3pPr>
            <a:lvl4pPr marL="864000" indent="-2160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600">
                <a:latin typeface="Montserrat" panose="00000500000000000000" pitchFamily="2" charset="0"/>
              </a:defRPr>
            </a:lvl4pPr>
            <a:lvl5pPr marL="2057400" indent="-228600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600">
                <a:latin typeface="Montserrat" panose="00000500000000000000" pitchFamily="2" charset="0"/>
              </a:defRPr>
            </a:lvl5pPr>
            <a:lvl6pPr marL="25146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6pPr>
            <a:lvl7pPr marL="29718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7pPr>
            <a:lvl8pPr marL="3429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8pPr>
            <a:lvl9pPr marL="3886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</a:lvl9pPr>
          </a:lstStyle>
          <a:p>
            <a:r>
              <a:rPr lang="en-US" dirty="0"/>
              <a:t>Enterprise / Platform Support Responsibilities</a:t>
            </a:r>
          </a:p>
        </p:txBody>
      </p:sp>
      <p:sp>
        <p:nvSpPr>
          <p:cNvPr id="19" name="Text Placeholder 6">
            <a:extLst>
              <a:ext uri="{FF2B5EF4-FFF2-40B4-BE49-F238E27FC236}">
                <a16:creationId xmlns:a16="http://schemas.microsoft.com/office/drawing/2014/main" id="{B39FDBB3-AD5D-C68B-E47A-6EAE62E82228}"/>
              </a:ext>
            </a:extLst>
          </p:cNvPr>
          <p:cNvSpPr txBox="1">
            <a:spLocks/>
          </p:cNvSpPr>
          <p:nvPr/>
        </p:nvSpPr>
        <p:spPr>
          <a:xfrm>
            <a:off x="6506139" y="1542071"/>
            <a:ext cx="5400000" cy="4590000"/>
          </a:xfrm>
          <a:prstGeom prst="rect">
            <a:avLst/>
          </a:prstGeom>
        </p:spPr>
        <p:txBody>
          <a:bodyPr/>
          <a:lstStyle>
            <a:lvl1pPr marL="216000" indent="-216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600" kern="1200">
                <a:solidFill>
                  <a:srgbClr val="000000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432000" indent="-216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600" kern="1200">
                <a:solidFill>
                  <a:srgbClr val="000000"/>
                </a:solidFill>
                <a:latin typeface="Montserrat" panose="00000500000000000000" pitchFamily="2" charset="0"/>
                <a:ea typeface="+mn-ea"/>
                <a:cs typeface="+mn-cs"/>
              </a:defRPr>
            </a:lvl2pPr>
            <a:lvl3pPr marL="648000" indent="-216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600" kern="1200">
                <a:solidFill>
                  <a:srgbClr val="000000"/>
                </a:solidFill>
                <a:latin typeface="Montserrat" panose="00000500000000000000" pitchFamily="2" charset="0"/>
                <a:ea typeface="+mn-ea"/>
                <a:cs typeface="+mn-cs"/>
              </a:defRPr>
            </a:lvl3pPr>
            <a:lvl4pPr marL="864000" indent="-216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/>
              <a:buChar char="ü"/>
            </a:pPr>
            <a:r>
              <a:rPr lang="en-US" sz="1400" dirty="0"/>
              <a:t>Query Resolution</a:t>
            </a:r>
          </a:p>
          <a:p>
            <a:pPr>
              <a:buFont typeface="Wingdings"/>
              <a:buChar char="ü"/>
            </a:pPr>
            <a:r>
              <a:rPr lang="en-US" sz="1400" dirty="0"/>
              <a:t>Enable GCP access per AAD roles/groups</a:t>
            </a:r>
          </a:p>
          <a:p>
            <a:pPr>
              <a:buFont typeface="Wingdings"/>
              <a:buChar char="ü"/>
            </a:pPr>
            <a:r>
              <a:rPr lang="en-US" sz="1400" dirty="0"/>
              <a:t>Git Repository Standup &amp; GIT Secrets Creation</a:t>
            </a:r>
          </a:p>
          <a:p>
            <a:pPr>
              <a:buFont typeface="Wingdings"/>
              <a:buChar char="ü"/>
            </a:pPr>
            <a:r>
              <a:rPr lang="en-US" sz="1400" dirty="0"/>
              <a:t>Enable necessary permissions for </a:t>
            </a:r>
            <a:r>
              <a:rPr lang="en-US" sz="1400" dirty="0" err="1"/>
              <a:t>Github</a:t>
            </a:r>
            <a:endParaRPr lang="en-US" sz="1400" dirty="0"/>
          </a:p>
          <a:p>
            <a:pPr>
              <a:buFont typeface="Wingdings"/>
              <a:buChar char="ü"/>
            </a:pPr>
            <a:r>
              <a:rPr lang="en-US" sz="1400" dirty="0"/>
              <a:t>Firewall access for database-based sources</a:t>
            </a:r>
          </a:p>
          <a:p>
            <a:pPr>
              <a:buFont typeface="Wingdings"/>
              <a:buChar char="ü"/>
            </a:pPr>
            <a:r>
              <a:rPr lang="en-US" sz="1400" dirty="0"/>
              <a:t>Create BigQuery Datasets</a:t>
            </a:r>
          </a:p>
          <a:p>
            <a:pPr>
              <a:buFont typeface="Wingdings"/>
              <a:buChar char="ü"/>
            </a:pPr>
            <a:r>
              <a:rPr lang="en-US" sz="1400" dirty="0"/>
              <a:t>Service Account access to Services &amp; BigQuery Datasets</a:t>
            </a:r>
          </a:p>
          <a:p>
            <a:pPr>
              <a:buFont typeface="Wingdings"/>
              <a:buChar char="ü"/>
            </a:pPr>
            <a:r>
              <a:rPr lang="en-US" sz="1400" dirty="0"/>
              <a:t>Authorization of BQ Datasets</a:t>
            </a:r>
          </a:p>
          <a:p>
            <a:pPr>
              <a:buFont typeface="Wingdings"/>
              <a:buChar char="ü"/>
            </a:pPr>
            <a:r>
              <a:rPr lang="en-US" sz="1400" dirty="0"/>
              <a:t>UAT Testing &amp; Signoff</a:t>
            </a:r>
          </a:p>
          <a:p>
            <a:pPr>
              <a:buFont typeface="Wingdings"/>
              <a:buChar char="ü"/>
            </a:pPr>
            <a:r>
              <a:rPr lang="en-US" sz="1400" dirty="0"/>
              <a:t>Hypercare Validation</a:t>
            </a:r>
          </a:p>
          <a:p>
            <a:pPr>
              <a:buFont typeface="Wingdings"/>
              <a:buChar char="ü"/>
            </a:pPr>
            <a:r>
              <a:rPr lang="en-US" sz="1400" dirty="0"/>
              <a:t>Change Management</a:t>
            </a:r>
          </a:p>
          <a:p>
            <a:pPr>
              <a:buFont typeface="Wingdings"/>
              <a:buChar char="ü"/>
            </a:pPr>
            <a:r>
              <a:rPr lang="en-US" sz="1400" dirty="0"/>
              <a:t>Alerting &amp; Monitoring Project enablement</a:t>
            </a:r>
          </a:p>
        </p:txBody>
      </p:sp>
    </p:spTree>
    <p:extLst>
      <p:ext uri="{BB962C8B-B14F-4D97-AF65-F5344CB8AC3E}">
        <p14:creationId xmlns:p14="http://schemas.microsoft.com/office/powerpoint/2010/main" val="16715662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9A016B3-4BF3-06D2-13E7-340EDE0197C1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/>
        <p:txBody>
          <a:bodyPr/>
          <a:lstStyle/>
          <a:p>
            <a:r>
              <a:rPr lang="en-GB" dirty="0"/>
              <a:t>Estimates, Pricing &amp; Timelines 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49899B4-CBD3-2579-A588-B692ADBEE60A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GB" dirty="0"/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393015164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4">
            <a:extLst>
              <a:ext uri="{FF2B5EF4-FFF2-40B4-BE49-F238E27FC236}">
                <a16:creationId xmlns:a16="http://schemas.microsoft.com/office/drawing/2014/main" id="{11C5C38C-E2E3-2AE0-831E-DC532D0D9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799" y="196955"/>
            <a:ext cx="11484000" cy="343237"/>
          </a:xfrm>
        </p:spPr>
        <p:txBody>
          <a:bodyPr/>
          <a:lstStyle/>
          <a:p>
            <a:r>
              <a:rPr lang="en-US" dirty="0"/>
              <a:t>Estimates, Pricing &amp; Timelines Table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D03D5D35-2D69-714B-5275-6C90CEB806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89966328"/>
              </p:ext>
            </p:extLst>
          </p:nvPr>
        </p:nvGraphicFramePr>
        <p:xfrm>
          <a:off x="693683" y="814261"/>
          <a:ext cx="10615448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73043">
                  <a:extLst>
                    <a:ext uri="{9D8B030D-6E8A-4147-A177-3AD203B41FA5}">
                      <a16:colId xmlns:a16="http://schemas.microsoft.com/office/drawing/2014/main" val="2755630619"/>
                    </a:ext>
                  </a:extLst>
                </a:gridCol>
                <a:gridCol w="1481584">
                  <a:extLst>
                    <a:ext uri="{9D8B030D-6E8A-4147-A177-3AD203B41FA5}">
                      <a16:colId xmlns:a16="http://schemas.microsoft.com/office/drawing/2014/main" val="3405319547"/>
                    </a:ext>
                  </a:extLst>
                </a:gridCol>
                <a:gridCol w="1548601">
                  <a:extLst>
                    <a:ext uri="{9D8B030D-6E8A-4147-A177-3AD203B41FA5}">
                      <a16:colId xmlns:a16="http://schemas.microsoft.com/office/drawing/2014/main" val="2309270427"/>
                    </a:ext>
                  </a:extLst>
                </a:gridCol>
                <a:gridCol w="1695360">
                  <a:extLst>
                    <a:ext uri="{9D8B030D-6E8A-4147-A177-3AD203B41FA5}">
                      <a16:colId xmlns:a16="http://schemas.microsoft.com/office/drawing/2014/main" val="3313165732"/>
                    </a:ext>
                  </a:extLst>
                </a:gridCol>
                <a:gridCol w="2513836">
                  <a:extLst>
                    <a:ext uri="{9D8B030D-6E8A-4147-A177-3AD203B41FA5}">
                      <a16:colId xmlns:a16="http://schemas.microsoft.com/office/drawing/2014/main" val="2838503748"/>
                    </a:ext>
                  </a:extLst>
                </a:gridCol>
                <a:gridCol w="1603024">
                  <a:extLst>
                    <a:ext uri="{9D8B030D-6E8A-4147-A177-3AD203B41FA5}">
                      <a16:colId xmlns:a16="http://schemas.microsoft.com/office/drawing/2014/main" val="2479868411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Build Hours</a:t>
                      </a:r>
                      <a:endParaRPr lang="en-IN" sz="1600" dirty="0"/>
                    </a:p>
                  </a:txBody>
                  <a:tcPr>
                    <a:solidFill>
                      <a:srgbClr val="002D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QA Hours</a:t>
                      </a:r>
                      <a:endParaRPr lang="en-IN" sz="1600" dirty="0"/>
                    </a:p>
                  </a:txBody>
                  <a:tcPr>
                    <a:solidFill>
                      <a:srgbClr val="002D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Hypercare</a:t>
                      </a:r>
                      <a:endParaRPr lang="en-IN" sz="1600" dirty="0"/>
                    </a:p>
                  </a:txBody>
                  <a:tcPr>
                    <a:solidFill>
                      <a:srgbClr val="002D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Total Hours</a:t>
                      </a:r>
                      <a:endParaRPr lang="en-IN" sz="1600" dirty="0"/>
                    </a:p>
                  </a:txBody>
                  <a:tcPr>
                    <a:solidFill>
                      <a:srgbClr val="002D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Resources</a:t>
                      </a:r>
                      <a:endParaRPr lang="en-IN" sz="1600" dirty="0"/>
                    </a:p>
                  </a:txBody>
                  <a:tcPr>
                    <a:solidFill>
                      <a:srgbClr val="002D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Cost</a:t>
                      </a:r>
                      <a:endParaRPr lang="en-IN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7413350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623</a:t>
                      </a:r>
                      <a:endParaRPr lang="en-IN" sz="1600" dirty="0"/>
                    </a:p>
                  </a:txBody>
                  <a:tcPr>
                    <a:solidFill>
                      <a:srgbClr val="ABE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134</a:t>
                      </a:r>
                      <a:endParaRPr lang="en-IN" sz="1600" dirty="0"/>
                    </a:p>
                  </a:txBody>
                  <a:tcPr>
                    <a:solidFill>
                      <a:srgbClr val="ABE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40</a:t>
                      </a:r>
                      <a:endParaRPr lang="en-IN" sz="1600" dirty="0"/>
                    </a:p>
                  </a:txBody>
                  <a:tcPr>
                    <a:solidFill>
                      <a:srgbClr val="ABE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797</a:t>
                      </a:r>
                      <a:endParaRPr lang="en-IN" sz="1600" b="1" dirty="0"/>
                    </a:p>
                  </a:txBody>
                  <a:tcPr>
                    <a:solidFill>
                      <a:srgbClr val="ABE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/>
                        <a:t>4 Dev, 1 QA</a:t>
                      </a:r>
                      <a:endParaRPr lang="en-IN" sz="1600" dirty="0"/>
                    </a:p>
                  </a:txBody>
                  <a:tcPr>
                    <a:solidFill>
                      <a:srgbClr val="ABE9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/>
                        <a:t>$25,000</a:t>
                      </a:r>
                      <a:endParaRPr lang="en-IN" sz="1600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063172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4ACA49B-CBCB-F8C2-F65F-7D6F4D4CFD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1235675"/>
              </p:ext>
            </p:extLst>
          </p:nvPr>
        </p:nvGraphicFramePr>
        <p:xfrm>
          <a:off x="693682" y="2207165"/>
          <a:ext cx="10615448" cy="204835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79532">
                  <a:extLst>
                    <a:ext uri="{9D8B030D-6E8A-4147-A177-3AD203B41FA5}">
                      <a16:colId xmlns:a16="http://schemas.microsoft.com/office/drawing/2014/main" val="2755630619"/>
                    </a:ext>
                  </a:extLst>
                </a:gridCol>
                <a:gridCol w="3216165">
                  <a:extLst>
                    <a:ext uri="{9D8B030D-6E8A-4147-A177-3AD203B41FA5}">
                      <a16:colId xmlns:a16="http://schemas.microsoft.com/office/drawing/2014/main" val="3405319547"/>
                    </a:ext>
                  </a:extLst>
                </a:gridCol>
                <a:gridCol w="4319751">
                  <a:extLst>
                    <a:ext uri="{9D8B030D-6E8A-4147-A177-3AD203B41FA5}">
                      <a16:colId xmlns:a16="http://schemas.microsoft.com/office/drawing/2014/main" val="2309270427"/>
                    </a:ext>
                  </a:extLst>
                </a:gridCol>
              </a:tblGrid>
              <a:tr h="29265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Sprint Range</a:t>
                      </a:r>
                      <a:endParaRPr lang="en-IN" sz="12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Week Range</a:t>
                      </a:r>
                      <a:endParaRPr lang="en-IN" sz="12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3C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Activity</a:t>
                      </a:r>
                      <a:endParaRPr lang="en-IN" sz="1200" dirty="0"/>
                    </a:p>
                  </a:txBody>
                  <a:tcPr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2D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133504"/>
                  </a:ext>
                </a:extLst>
              </a:tr>
              <a:tr h="29265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</a:t>
                      </a:r>
                      <a:endParaRPr lang="en-IN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1-2</a:t>
                      </a:r>
                      <a:endParaRPr lang="en-IN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Provisioning &amp; Access Control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Database Object Creations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Build &amp; Test Ingestion Pipeline</a:t>
                      </a:r>
                      <a:endParaRPr lang="en-IN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1681076"/>
                  </a:ext>
                </a:extLst>
              </a:tr>
              <a:tr h="29265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2</a:t>
                      </a:r>
                      <a:endParaRPr lang="en-IN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3-4</a:t>
                      </a:r>
                      <a:endParaRPr lang="en-IN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lang="en-US" sz="1200" dirty="0"/>
                        <a:t>Build &amp; Test Integration Pipeline</a:t>
                      </a:r>
                      <a:endParaRPr lang="en-IN" sz="1200" dirty="0"/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Alerting &amp; Monitoring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Documentation</a:t>
                      </a:r>
                    </a:p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QA Completion</a:t>
                      </a:r>
                      <a:endParaRPr lang="en-IN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555084"/>
                  </a:ext>
                </a:extLst>
              </a:tr>
              <a:tr h="292658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3</a:t>
                      </a:r>
                      <a:endParaRPr lang="en-IN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5</a:t>
                      </a:r>
                      <a:endParaRPr lang="en-IN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171450" indent="-171450" algn="l">
                        <a:buFont typeface="Arial" panose="020B0604020202020204" pitchFamily="34" charset="0"/>
                        <a:buChar char="•"/>
                      </a:pPr>
                      <a:r>
                        <a:rPr lang="en-US" sz="1200" dirty="0"/>
                        <a:t>Production Code Deployment &amp; Hypercare</a:t>
                      </a:r>
                      <a:endParaRPr lang="en-IN" sz="12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41142529"/>
                  </a:ext>
                </a:extLst>
              </a:tr>
            </a:tbl>
          </a:graphicData>
        </a:graphic>
      </p:graphicFrame>
      <p:sp>
        <p:nvSpPr>
          <p:cNvPr id="2" name="Text Placeholder 10">
            <a:extLst>
              <a:ext uri="{FF2B5EF4-FFF2-40B4-BE49-F238E27FC236}">
                <a16:creationId xmlns:a16="http://schemas.microsoft.com/office/drawing/2014/main" id="{52A5289A-C8D0-957D-6146-04DECDA95388}"/>
              </a:ext>
            </a:extLst>
          </p:cNvPr>
          <p:cNvSpPr txBox="1">
            <a:spLocks/>
          </p:cNvSpPr>
          <p:nvPr/>
        </p:nvSpPr>
        <p:spPr>
          <a:xfrm>
            <a:off x="693682" y="1542071"/>
            <a:ext cx="11107117" cy="343237"/>
          </a:xfrm>
          <a:prstGeom prst="rect">
            <a:avLst/>
          </a:prstGeom>
        </p:spPr>
        <p:txBody>
          <a:bodyPr/>
          <a:lstStyle>
            <a:lvl1pPr marL="216000" indent="-216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600" kern="1200">
                <a:solidFill>
                  <a:srgbClr val="000000"/>
                </a:solidFill>
                <a:latin typeface="Montserrat" panose="00000500000000000000" pitchFamily="2" charset="0"/>
                <a:ea typeface="+mn-ea"/>
                <a:cs typeface="+mn-cs"/>
              </a:defRPr>
            </a:lvl1pPr>
            <a:lvl2pPr marL="432000" indent="-216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600" kern="1200">
                <a:solidFill>
                  <a:srgbClr val="000000"/>
                </a:solidFill>
                <a:latin typeface="Montserrat" panose="00000500000000000000" pitchFamily="2" charset="0"/>
                <a:ea typeface="+mn-ea"/>
                <a:cs typeface="+mn-cs"/>
              </a:defRPr>
            </a:lvl2pPr>
            <a:lvl3pPr marL="648000" indent="-216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600" kern="1200">
                <a:solidFill>
                  <a:srgbClr val="000000"/>
                </a:solidFill>
                <a:latin typeface="Montserrat" panose="00000500000000000000" pitchFamily="2" charset="0"/>
                <a:ea typeface="+mn-ea"/>
                <a:cs typeface="+mn-cs"/>
              </a:defRPr>
            </a:lvl3pPr>
            <a:lvl4pPr marL="864000" indent="-2160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400"/>
              </a:spcAft>
              <a:buFont typeface="Arial" panose="020B0604020202020204" pitchFamily="34" charset="0"/>
              <a:buChar char="•"/>
              <a:defRPr sz="1600" kern="1200">
                <a:solidFill>
                  <a:schemeClr val="tx1"/>
                </a:solidFill>
                <a:latin typeface="Montserrat" panose="00000500000000000000" pitchFamily="2" charset="0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US" sz="1400" dirty="0"/>
              <a:t>* Estimates have been derived by utilizing the reusable assets &amp; best practices developed in prior implementations</a:t>
            </a:r>
          </a:p>
        </p:txBody>
      </p:sp>
    </p:spTree>
    <p:extLst>
      <p:ext uri="{BB962C8B-B14F-4D97-AF65-F5344CB8AC3E}">
        <p14:creationId xmlns:p14="http://schemas.microsoft.com/office/powerpoint/2010/main" val="132497158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>
            <a:extLst>
              <a:ext uri="{FF2B5EF4-FFF2-40B4-BE49-F238E27FC236}">
                <a16:creationId xmlns:a16="http://schemas.microsoft.com/office/drawing/2014/main" id="{23A03B9F-9926-1178-284F-D1E3DB67442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04016" y="2383971"/>
            <a:ext cx="9144000" cy="1672045"/>
          </a:xfrm>
        </p:spPr>
        <p:txBody>
          <a:bodyPr>
            <a:normAutofit/>
          </a:bodyPr>
          <a:lstStyle/>
          <a:p>
            <a:r>
              <a:rPr lang="en-US"/>
              <a:t>Further Questions?</a:t>
            </a:r>
          </a:p>
        </p:txBody>
      </p:sp>
    </p:spTree>
    <p:extLst>
      <p:ext uri="{BB962C8B-B14F-4D97-AF65-F5344CB8AC3E}">
        <p14:creationId xmlns:p14="http://schemas.microsoft.com/office/powerpoint/2010/main" val="25458548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12360-7802-1BE2-F75F-1B949F7AEF57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Appendix</a:t>
            </a:r>
          </a:p>
        </p:txBody>
      </p:sp>
    </p:spTree>
    <p:extLst>
      <p:ext uri="{BB962C8B-B14F-4D97-AF65-F5344CB8AC3E}">
        <p14:creationId xmlns:p14="http://schemas.microsoft.com/office/powerpoint/2010/main" val="253395113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4">
            <a:extLst>
              <a:ext uri="{FF2B5EF4-FFF2-40B4-BE49-F238E27FC236}">
                <a16:creationId xmlns:a16="http://schemas.microsoft.com/office/drawing/2014/main" id="{11C5C38C-E2E3-2AE0-831E-DC532D0D9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799" y="196955"/>
            <a:ext cx="11484000" cy="343237"/>
          </a:xfrm>
        </p:spPr>
        <p:txBody>
          <a:bodyPr/>
          <a:lstStyle/>
          <a:p>
            <a:r>
              <a:rPr lang="en-US" dirty="0"/>
              <a:t>Agile UAT Process</a:t>
            </a:r>
            <a:endParaRPr lang="en-US" sz="2200" b="1" dirty="0"/>
          </a:p>
        </p:txBody>
      </p:sp>
      <p:pic>
        <p:nvPicPr>
          <p:cNvPr id="6" name="Picture 5" descr="A diagram of a process&#10;&#10;Description automatically generated">
            <a:extLst>
              <a:ext uri="{FF2B5EF4-FFF2-40B4-BE49-F238E27FC236}">
                <a16:creationId xmlns:a16="http://schemas.microsoft.com/office/drawing/2014/main" id="{AB9AED99-E774-E9B9-A64D-11744E5E2E1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47334" y="1208315"/>
            <a:ext cx="8353963" cy="171137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A71494-E772-5B57-EB59-D8F3DC7E8B91}"/>
              </a:ext>
            </a:extLst>
          </p:cNvPr>
          <p:cNvSpPr txBox="1"/>
          <p:nvPr/>
        </p:nvSpPr>
        <p:spPr>
          <a:xfrm>
            <a:off x="1016744" y="3402916"/>
            <a:ext cx="10158412" cy="2246769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85750" indent="-285750">
              <a:buChar char="•"/>
            </a:pPr>
            <a:r>
              <a:rPr lang="en-US" sz="1400" dirty="0"/>
              <a:t>QA and Parallon UAT testing will be performed in the QA environment</a:t>
            </a:r>
          </a:p>
          <a:p>
            <a:pPr marL="285750" indent="-285750">
              <a:buChar char="•"/>
            </a:pPr>
            <a:r>
              <a:rPr lang="en-US" sz="1400" dirty="0"/>
              <a:t>UAT </a:t>
            </a:r>
            <a:r>
              <a:rPr lang="en-US" sz="1400" i="1" dirty="0"/>
              <a:t>planning occurs during the Build </a:t>
            </a:r>
            <a:r>
              <a:rPr lang="en-US" sz="1400" dirty="0"/>
              <a:t>phase prior to execution</a:t>
            </a:r>
          </a:p>
          <a:p>
            <a:pPr marL="285750" indent="-285750">
              <a:buChar char="•"/>
            </a:pPr>
            <a:r>
              <a:rPr lang="en-US" sz="1400" dirty="0"/>
              <a:t>Request Parallon UAT resources to be available during the </a:t>
            </a:r>
            <a:r>
              <a:rPr lang="en-US" sz="1400" i="1" dirty="0"/>
              <a:t>entire Test phase of an LOB</a:t>
            </a:r>
            <a:r>
              <a:rPr lang="en-US" sz="1400" dirty="0"/>
              <a:t> </a:t>
            </a:r>
          </a:p>
          <a:p>
            <a:pPr marL="285750" indent="-285750">
              <a:buChar char="•"/>
            </a:pPr>
            <a:r>
              <a:rPr lang="en-US" sz="1400" dirty="0"/>
              <a:t>Identify a way to automate UAT test cases – welcome to leverage </a:t>
            </a:r>
            <a:r>
              <a:rPr lang="en-US" sz="1400" dirty="0" err="1"/>
              <a:t>Eviden</a:t>
            </a:r>
            <a:r>
              <a:rPr lang="en-US" sz="1400" dirty="0"/>
              <a:t> automated testing scripts </a:t>
            </a:r>
          </a:p>
          <a:p>
            <a:pPr marL="285750" indent="-285750">
              <a:buChar char="•"/>
            </a:pPr>
            <a:r>
              <a:rPr lang="en-US" sz="1400" dirty="0"/>
              <a:t>Iteratively complete UAT on a source while </a:t>
            </a:r>
            <a:r>
              <a:rPr lang="en-US" sz="1400" dirty="0" err="1"/>
              <a:t>Eviden</a:t>
            </a:r>
            <a:r>
              <a:rPr lang="en-US" sz="1400" dirty="0"/>
              <a:t> team are QA testing other sources</a:t>
            </a:r>
          </a:p>
          <a:p>
            <a:pPr marL="285750" indent="-285750">
              <a:buChar char="•"/>
            </a:pPr>
            <a:r>
              <a:rPr lang="en-US" sz="1400" dirty="0"/>
              <a:t>Manage UAT work iteratively</a:t>
            </a:r>
          </a:p>
          <a:p>
            <a:pPr marL="457200" lvl="8" indent="-171450">
              <a:buChar char="•"/>
            </a:pPr>
            <a:r>
              <a:rPr lang="en-US" sz="1400" dirty="0"/>
              <a:t>Complete all test cases in a sprint</a:t>
            </a:r>
          </a:p>
          <a:p>
            <a:pPr marL="457200" lvl="8" indent="-171450">
              <a:buChar char="•"/>
            </a:pPr>
            <a:r>
              <a:rPr lang="en-US" sz="1400" dirty="0"/>
              <a:t>Test stories to be included on a sprint board</a:t>
            </a:r>
          </a:p>
          <a:p>
            <a:pPr marL="457200" lvl="8" indent="-171450">
              <a:buChar char="•"/>
            </a:pPr>
            <a:r>
              <a:rPr lang="en-US" sz="1400" dirty="0"/>
              <a:t>Attend daily stand-up calls with </a:t>
            </a:r>
            <a:r>
              <a:rPr lang="en-US" sz="1400" dirty="0" err="1"/>
              <a:t>Eviden</a:t>
            </a:r>
            <a:r>
              <a:rPr lang="en-US" sz="1400" dirty="0"/>
              <a:t> </a:t>
            </a:r>
          </a:p>
          <a:p>
            <a:pPr marL="285750" lvl="5" indent="-285750">
              <a:buChar char="•"/>
            </a:pPr>
            <a:r>
              <a:rPr lang="en-US" sz="1400" dirty="0"/>
              <a:t>Complete first round testing of all UAT test cases in first week for a source</a:t>
            </a:r>
          </a:p>
        </p:txBody>
      </p:sp>
    </p:spTree>
    <p:extLst>
      <p:ext uri="{BB962C8B-B14F-4D97-AF65-F5344CB8AC3E}">
        <p14:creationId xmlns:p14="http://schemas.microsoft.com/office/powerpoint/2010/main" val="391019732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4">
            <a:extLst>
              <a:ext uri="{FF2B5EF4-FFF2-40B4-BE49-F238E27FC236}">
                <a16:creationId xmlns:a16="http://schemas.microsoft.com/office/drawing/2014/main" id="{11C5C38C-E2E3-2AE0-831E-DC532D0D9F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6799" y="196955"/>
            <a:ext cx="11484000" cy="343237"/>
          </a:xfrm>
        </p:spPr>
        <p:txBody>
          <a:bodyPr/>
          <a:lstStyle/>
          <a:p>
            <a:r>
              <a:rPr lang="en-US" sz="2200" b="1" dirty="0"/>
              <a:t>Scrum Agile Framework</a:t>
            </a:r>
          </a:p>
        </p:txBody>
      </p:sp>
      <p:pic>
        <p:nvPicPr>
          <p:cNvPr id="5" name="Picture 4" descr="A diagram of a product management process&#10;&#10;Description automatically generated">
            <a:extLst>
              <a:ext uri="{FF2B5EF4-FFF2-40B4-BE49-F238E27FC236}">
                <a16:creationId xmlns:a16="http://schemas.microsoft.com/office/drawing/2014/main" id="{4E7A9BB4-964D-C700-21B3-18061CD7FE5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7700" y="911095"/>
            <a:ext cx="10693400" cy="52517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8957579"/>
      </p:ext>
    </p:extLst>
  </p:cSld>
  <p:clrMapOvr>
    <a:masterClrMapping/>
  </p:clrMapOvr>
</p:sld>
</file>

<file path=ppt/theme/theme1.xml><?xml version="1.0" encoding="utf-8"?>
<a:theme xmlns:a="http://schemas.openxmlformats.org/drawingml/2006/main" name="1_Office Theme">
  <a:themeElements>
    <a:clrScheme name="SpinCo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FF6D43"/>
      </a:accent1>
      <a:accent2>
        <a:srgbClr val="002D3C"/>
      </a:accent2>
      <a:accent3>
        <a:srgbClr val="ECECED"/>
      </a:accent3>
      <a:accent4>
        <a:srgbClr val="000000"/>
      </a:accent4>
      <a:accent5>
        <a:srgbClr val="FFFFFF"/>
      </a:accent5>
      <a:accent6>
        <a:srgbClr val="000000"/>
      </a:accent6>
      <a:hlink>
        <a:srgbClr val="0563C1"/>
      </a:hlink>
      <a:folHlink>
        <a:srgbClr val="954F72"/>
      </a:folHlink>
    </a:clrScheme>
    <a:fontScheme name="Eviden">
      <a:majorFont>
        <a:latin typeface="Montserrat Bold"/>
        <a:ea typeface=""/>
        <a:cs typeface=""/>
      </a:majorFont>
      <a:minorFont>
        <a:latin typeface="Montserrat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custClrLst>
    <a:custClr name="Eviden Orange">
      <a:srgbClr val="FF6D43"/>
    </a:custClr>
    <a:custClr name="Deep Blue">
      <a:srgbClr val="002D3C"/>
    </a:custClr>
    <a:custClr name="Light Gray">
      <a:srgbClr val="ECECED"/>
    </a:custClr>
    <a:custClr name="Black">
      <a:srgbClr val="000000"/>
    </a:custClr>
    <a:custClr name="White">
      <a:srgbClr val="FFFFFF"/>
    </a:custClr>
  </a:custClr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New Atos">
  <a:themeElements>
    <a:clrScheme name="New Atos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73E6"/>
      </a:accent1>
      <a:accent2>
        <a:srgbClr val="3DC7FF"/>
      </a:accent2>
      <a:accent3>
        <a:srgbClr val="00005C"/>
      </a:accent3>
      <a:accent4>
        <a:srgbClr val="EF5E82"/>
      </a:accent4>
      <a:accent5>
        <a:srgbClr val="4AA82D"/>
      </a:accent5>
      <a:accent6>
        <a:srgbClr val="663894"/>
      </a:accent6>
      <a:hlink>
        <a:srgbClr val="00005C"/>
      </a:hlink>
      <a:folHlink>
        <a:srgbClr val="00005C"/>
      </a:folHlink>
    </a:clrScheme>
    <a:fontScheme name="New Atos">
      <a:majorFont>
        <a:latin typeface="Biennale Bold"/>
        <a:ea typeface=""/>
        <a:cs typeface=""/>
      </a:majorFont>
      <a:minorFont>
        <a:latin typeface="Bienna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noAutofit/>
      </a:bodyPr>
      <a:lstStyle>
        <a:defPPr algn="l">
          <a:defRPr dirty="0" err="1" smtClean="0">
            <a:solidFill>
              <a:schemeClr val="accent3"/>
            </a:solidFill>
          </a:defRPr>
        </a:defPPr>
      </a:lstStyle>
    </a:txDef>
  </a:objectDefaults>
  <a:extraClrSchemeLst/>
  <a:custClrLst>
    <a:custClr name="Atos Blue">
      <a:srgbClr val="0073E6"/>
    </a:custClr>
    <a:custClr name="Atos Light blue">
      <a:srgbClr val="3DC7FF"/>
    </a:custClr>
    <a:custClr name="Atos Deep blue">
      <a:srgbClr val="00005C"/>
    </a:custClr>
    <a:custClr name="Atos Pink">
      <a:srgbClr val="EF5E82"/>
    </a:custClr>
    <a:custClr name="Atos Green">
      <a:srgbClr val="4AA82D"/>
    </a:custClr>
    <a:custClr name="Atos Purple">
      <a:srgbClr val="663894"/>
    </a:custClr>
    <a:custClr name="Atos Orange">
      <a:srgbClr val="F56A00"/>
    </a:custClr>
  </a:custClrLst>
  <a:extLst>
    <a:ext uri="{05A4C25C-085E-4340-85A3-A5531E510DB2}">
      <thm15:themeFamily xmlns:thm15="http://schemas.microsoft.com/office/thememl/2012/main" name="New Atos PowerPoint Template_v18" id="{75FB0534-EA3C-4A4A-AD5B-740952952BC9}" vid="{FFD2912A-1192-4D09-9A9E-AD4CB7661D75}"/>
    </a:ext>
  </a:extLst>
</a:theme>
</file>

<file path=ppt/theme/theme3.xml><?xml version="1.0" encoding="utf-8"?>
<a:theme xmlns:a="http://schemas.openxmlformats.org/drawingml/2006/main" name="1_New Atos">
  <a:themeElements>
    <a:clrScheme name="New Atos">
      <a:dk1>
        <a:sysClr val="windowText" lastClr="000000"/>
      </a:dk1>
      <a:lt1>
        <a:sysClr val="window" lastClr="FFFFFF"/>
      </a:lt1>
      <a:dk2>
        <a:srgbClr val="000000"/>
      </a:dk2>
      <a:lt2>
        <a:srgbClr val="FFFFFF"/>
      </a:lt2>
      <a:accent1>
        <a:srgbClr val="0073E6"/>
      </a:accent1>
      <a:accent2>
        <a:srgbClr val="3DC7FF"/>
      </a:accent2>
      <a:accent3>
        <a:srgbClr val="00005C"/>
      </a:accent3>
      <a:accent4>
        <a:srgbClr val="EF5E82"/>
      </a:accent4>
      <a:accent5>
        <a:srgbClr val="4AA82D"/>
      </a:accent5>
      <a:accent6>
        <a:srgbClr val="663894"/>
      </a:accent6>
      <a:hlink>
        <a:srgbClr val="00005C"/>
      </a:hlink>
      <a:folHlink>
        <a:srgbClr val="00005C"/>
      </a:folHlink>
    </a:clrScheme>
    <a:fontScheme name="New Atos">
      <a:majorFont>
        <a:latin typeface="Biennale Bold"/>
        <a:ea typeface=""/>
        <a:cs typeface=""/>
      </a:majorFont>
      <a:minorFont>
        <a:latin typeface="Biennale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noAutofit/>
      </a:bodyPr>
      <a:lstStyle>
        <a:defPPr algn="l">
          <a:defRPr dirty="0" err="1" smtClean="0">
            <a:solidFill>
              <a:schemeClr val="accent3"/>
            </a:solidFill>
          </a:defRPr>
        </a:defPPr>
      </a:lstStyle>
    </a:txDef>
  </a:objectDefaults>
  <a:extraClrSchemeLst/>
  <a:custClrLst>
    <a:custClr name="Atos Blue">
      <a:srgbClr val="0073E6"/>
    </a:custClr>
    <a:custClr name="Atos Light blue">
      <a:srgbClr val="3DC7FF"/>
    </a:custClr>
    <a:custClr name="Atos Deep blue">
      <a:srgbClr val="00005C"/>
    </a:custClr>
    <a:custClr name="Atos Pink">
      <a:srgbClr val="EF5E82"/>
    </a:custClr>
    <a:custClr name="Atos Green">
      <a:srgbClr val="4AA82D"/>
    </a:custClr>
    <a:custClr name="Atos Purple">
      <a:srgbClr val="663894"/>
    </a:custClr>
    <a:custClr name="Atos Orange">
      <a:srgbClr val="F56A00"/>
    </a:custClr>
  </a:custClrLst>
  <a:extLst>
    <a:ext uri="{05A4C25C-085E-4340-85A3-A5531E510DB2}">
      <thm15:themeFamily xmlns:thm15="http://schemas.microsoft.com/office/thememl/2012/main" name="New Atos PowerPoint Template_v18" id="{75FB0534-EA3C-4A4A-AD5B-740952952BC9}" vid="{FFD2912A-1192-4D09-9A9E-AD4CB7661D75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3bc923df-40d0-4138-b77a-62b0cd615236">CXXM333AKZKU-1857032429-3846</_dlc_DocId>
    <_dlc_DocIdUrl xmlns="3bc923df-40d0-4138-b77a-62b0cd615236">
      <Url>https://eviden.sharepoint.com/sites/600004858/_layouts/15/DocIdRedir.aspx?ID=CXXM333AKZKU-1857032429-3846</Url>
      <Description>CXXM333AKZKU-1857032429-3846</Description>
    </_dlc_DocIdUrl>
    <_dlc_DocIdPersistId xmlns="3bc923df-40d0-4138-b77a-62b0cd615236">false</_dlc_DocIdPersistId>
    <lcf76f155ced4ddcb4097134ff3c332f xmlns="ccb72f67-4e4d-47a8-b094-4e8aaa4e8ad2">
      <Terms xmlns="http://schemas.microsoft.com/office/infopath/2007/PartnerControls"/>
    </lcf76f155ced4ddcb4097134ff3c332f>
    <TaxCatchAll xmlns="fec3a1c8-6444-49c9-b4ef-7d8275c67588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3D34D06E02B9064CBEDFA2A4E98CA792" ma:contentTypeVersion="18" ma:contentTypeDescription="Create a new document." ma:contentTypeScope="" ma:versionID="cd2c62a4fad0d5314ef856c98e6bfd09">
  <xsd:schema xmlns:xsd="http://www.w3.org/2001/XMLSchema" xmlns:xs="http://www.w3.org/2001/XMLSchema" xmlns:p="http://schemas.microsoft.com/office/2006/metadata/properties" xmlns:ns2="3bc923df-40d0-4138-b77a-62b0cd615236" xmlns:ns3="ccb72f67-4e4d-47a8-b094-4e8aaa4e8ad2" xmlns:ns4="fec3a1c8-6444-49c9-b4ef-7d8275c67588" targetNamespace="http://schemas.microsoft.com/office/2006/metadata/properties" ma:root="true" ma:fieldsID="e16c77229cfccb7c539bc468d4c0ea6c" ns2:_="" ns3:_="" ns4:_="">
    <xsd:import namespace="3bc923df-40d0-4138-b77a-62b0cd615236"/>
    <xsd:import namespace="ccb72f67-4e4d-47a8-b094-4e8aaa4e8ad2"/>
    <xsd:import namespace="fec3a1c8-6444-49c9-b4ef-7d8275c67588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3:MediaServiceMetadata" minOccurs="0"/>
                <xsd:element ref="ns3:MediaServiceFastMetadata" minOccurs="0"/>
                <xsd:element ref="ns2:SharedWithUsers" minOccurs="0"/>
                <xsd:element ref="ns2:SharedWithDetails" minOccurs="0"/>
                <xsd:element ref="ns3:MediaServiceObjectDetectorVersions" minOccurs="0"/>
                <xsd:element ref="ns3:MediaLengthInSeconds" minOccurs="0"/>
                <xsd:element ref="ns3:MediaServiceDateTaken" minOccurs="0"/>
                <xsd:element ref="ns3:MediaServiceGenerationTime" minOccurs="0"/>
                <xsd:element ref="ns3:MediaServiceEventHashCode" minOccurs="0"/>
                <xsd:element ref="ns3:MediaServiceSearchProperties" minOccurs="0"/>
                <xsd:element ref="ns3:lcf76f155ced4ddcb4097134ff3c332f" minOccurs="0"/>
                <xsd:element ref="ns4:TaxCatchAll" minOccurs="0"/>
                <xsd:element ref="ns3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3bc923df-40d0-4138-b77a-62b0cd615236" elementFormDefault="qualified">
    <xsd:import namespace="http://schemas.microsoft.com/office/2006/documentManagement/types"/>
    <xsd:import namespace="http://schemas.microsoft.com/office/infopath/2007/PartnerControls"/>
    <xsd:element name="_dlc_DocId" ma:index="4" nillable="true" ma:displayName="Document ID Value" ma:description="The value of the document ID assigned to this item." ma:indexed="true" ma:internalName="_dlc_DocId" ma:readOnly="true">
      <xsd:simpleType>
        <xsd:restriction base="dms:Text"/>
      </xsd:simpleType>
    </xsd:element>
    <xsd:element name="_dlc_DocIdUrl" ma:index="5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6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9" nillable="true" ma:displayName="Shared With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0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ccb72f67-4e4d-47a8-b094-4e8aaa4e8ad2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7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8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1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DateTaken" ma:index="13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SearchProperties" ma:index="2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fc3a9a5e-333b-4fef-a9ef-88743c94475f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2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fec3a1c8-6444-49c9-b4ef-7d8275c67588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6b3a2f34-4946-4ca3-9590-0621c0d16c2f}" ma:internalName="TaxCatchAll" ma:showField="CatchAllData" ma:web="3bc923df-40d0-4138-b77a-62b0cd615236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16" ma:displayName="Content Type"/>
        <xsd:element ref="dc:title" minOccurs="0" maxOccurs="1" ma:index="3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A0B2481-3D30-4593-87A4-82754B438C9D}">
  <ds:schemaRefs>
    <ds:schemaRef ds:uri="http://schemas.microsoft.com/sharepoint/events"/>
  </ds:schemaRefs>
</ds:datastoreItem>
</file>

<file path=customXml/itemProps2.xml><?xml version="1.0" encoding="utf-8"?>
<ds:datastoreItem xmlns:ds="http://schemas.openxmlformats.org/officeDocument/2006/customXml" ds:itemID="{AB2B7CB2-F6D7-488D-93D6-6FA7CF5E88D1}">
  <ds:schemaRefs>
    <ds:schemaRef ds:uri="http://schemas.microsoft.com/office/2006/metadata/properties"/>
    <ds:schemaRef ds:uri="http://purl.org/dc/elements/1.1/"/>
    <ds:schemaRef ds:uri="http://www.w3.org/XML/1998/namespace"/>
    <ds:schemaRef ds:uri="http://purl.org/dc/terms/"/>
    <ds:schemaRef ds:uri="ccb72f67-4e4d-47a8-b094-4e8aaa4e8ad2"/>
    <ds:schemaRef ds:uri="http://purl.org/dc/dcmitype/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fec3a1c8-6444-49c9-b4ef-7d8275c67588"/>
    <ds:schemaRef ds:uri="3bc923df-40d0-4138-b77a-62b0cd615236"/>
  </ds:schemaRefs>
</ds:datastoreItem>
</file>

<file path=customXml/itemProps3.xml><?xml version="1.0" encoding="utf-8"?>
<ds:datastoreItem xmlns:ds="http://schemas.openxmlformats.org/officeDocument/2006/customXml" ds:itemID="{3D50064C-7D65-44F3-9D77-FC958F6F8917}">
  <ds:schemaRefs>
    <ds:schemaRef ds:uri="3bc923df-40d0-4138-b77a-62b0cd615236"/>
    <ds:schemaRef ds:uri="ccb72f67-4e4d-47a8-b094-4e8aaa4e8ad2"/>
    <ds:schemaRef ds:uri="fec3a1c8-6444-49c9-b4ef-7d8275c67588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4.xml><?xml version="1.0" encoding="utf-8"?>
<ds:datastoreItem xmlns:ds="http://schemas.openxmlformats.org/officeDocument/2006/customXml" ds:itemID="{206E412F-2E95-4D14-BD7B-AEA96FAB82CE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Eviden PPT Template - For internal use</Template>
  <TotalTime>584</TotalTime>
  <Words>490</Words>
  <Application>Microsoft Office PowerPoint</Application>
  <PresentationFormat>Widescreen</PresentationFormat>
  <Paragraphs>118</Paragraphs>
  <Slides>13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17</vt:i4>
      </vt:variant>
      <vt:variant>
        <vt:lpstr>Theme</vt:lpstr>
      </vt:variant>
      <vt:variant>
        <vt:i4>3</vt:i4>
      </vt:variant>
      <vt:variant>
        <vt:lpstr>Slide Titles</vt:lpstr>
      </vt:variant>
      <vt:variant>
        <vt:i4>13</vt:i4>
      </vt:variant>
    </vt:vector>
  </HeadingPairs>
  <TitlesOfParts>
    <vt:vector size="33" baseType="lpstr">
      <vt:lpstr>Arial</vt:lpstr>
      <vt:lpstr>Biennale</vt:lpstr>
      <vt:lpstr>Biennale Bold</vt:lpstr>
      <vt:lpstr>Biennale Light</vt:lpstr>
      <vt:lpstr>Biennale Medium</vt:lpstr>
      <vt:lpstr>Calibri</vt:lpstr>
      <vt:lpstr>Candara</vt:lpstr>
      <vt:lpstr>Lucida Sans Unicode</vt:lpstr>
      <vt:lpstr>Montserrat</vt:lpstr>
      <vt:lpstr>Montserrat Bold</vt:lpstr>
      <vt:lpstr>Montserrat Medium</vt:lpstr>
      <vt:lpstr>Montserrat Regular</vt:lpstr>
      <vt:lpstr>Montserrat SemiBold</vt:lpstr>
      <vt:lpstr>Raleway Light</vt:lpstr>
      <vt:lpstr>Raleway Medium</vt:lpstr>
      <vt:lpstr>Verdana</vt:lpstr>
      <vt:lpstr>Wingdings</vt:lpstr>
      <vt:lpstr>1_Office Theme</vt:lpstr>
      <vt:lpstr>New Atos</vt:lpstr>
      <vt:lpstr>1_New Atos</vt:lpstr>
      <vt:lpstr>Lawson DB2 - IPAHCA – DB2 to BQ Ingestion</vt:lpstr>
      <vt:lpstr>Today’s agenda</vt:lpstr>
      <vt:lpstr>PowerPoint Presentation</vt:lpstr>
      <vt:lpstr>Solution: Historical &amp; Incremental </vt:lpstr>
      <vt:lpstr>PowerPoint Presentation</vt:lpstr>
      <vt:lpstr>Inventory Stats</vt:lpstr>
      <vt:lpstr>Scope &amp; Division of Work</vt:lpstr>
      <vt:lpstr>PowerPoint Presentation</vt:lpstr>
      <vt:lpstr>Estimates, Pricing &amp; Timelines Table</vt:lpstr>
      <vt:lpstr>Further Questions?</vt:lpstr>
      <vt:lpstr>Appendix</vt:lpstr>
      <vt:lpstr>Agile UAT Process</vt:lpstr>
      <vt:lpstr>Scrum Agile Framework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Harry Potma</dc:creator>
  <cp:lastModifiedBy>Merwin Dmello</cp:lastModifiedBy>
  <cp:revision>2</cp:revision>
  <dcterms:created xsi:type="dcterms:W3CDTF">2023-04-05T09:12:15Z</dcterms:created>
  <dcterms:modified xsi:type="dcterms:W3CDTF">2024-12-06T16:54:08Z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e463cba9-5f6c-478d-9329-7b2295e4e8ed_Enabled">
    <vt:lpwstr>true</vt:lpwstr>
  </property>
  <property fmtid="{D5CDD505-2E9C-101B-9397-08002B2CF9AE}" pid="3" name="MSIP_Label_e463cba9-5f6c-478d-9329-7b2295e4e8ed_SetDate">
    <vt:lpwstr>2022-12-06T15:10:26Z</vt:lpwstr>
  </property>
  <property fmtid="{D5CDD505-2E9C-101B-9397-08002B2CF9AE}" pid="4" name="MSIP_Label_e463cba9-5f6c-478d-9329-7b2295e4e8ed_Method">
    <vt:lpwstr>Standard</vt:lpwstr>
  </property>
  <property fmtid="{D5CDD505-2E9C-101B-9397-08002B2CF9AE}" pid="5" name="MSIP_Label_e463cba9-5f6c-478d-9329-7b2295e4e8ed_Name">
    <vt:lpwstr>All Employees_2</vt:lpwstr>
  </property>
  <property fmtid="{D5CDD505-2E9C-101B-9397-08002B2CF9AE}" pid="6" name="MSIP_Label_e463cba9-5f6c-478d-9329-7b2295e4e8ed_SiteId">
    <vt:lpwstr>33440fc6-b7c7-412c-bb73-0e70b0198d5a</vt:lpwstr>
  </property>
  <property fmtid="{D5CDD505-2E9C-101B-9397-08002B2CF9AE}" pid="7" name="MSIP_Label_e463cba9-5f6c-478d-9329-7b2295e4e8ed_ActionId">
    <vt:lpwstr>591c6078-1e6e-47cf-9dcd-c9f0b244fce3</vt:lpwstr>
  </property>
  <property fmtid="{D5CDD505-2E9C-101B-9397-08002B2CF9AE}" pid="8" name="MSIP_Label_e463cba9-5f6c-478d-9329-7b2295e4e8ed_ContentBits">
    <vt:lpwstr>0</vt:lpwstr>
  </property>
  <property fmtid="{D5CDD505-2E9C-101B-9397-08002B2CF9AE}" pid="9" name="ContentTypeId">
    <vt:lpwstr>0x0101003D34D06E02B9064CBEDFA2A4E98CA792</vt:lpwstr>
  </property>
  <property fmtid="{D5CDD505-2E9C-101B-9397-08002B2CF9AE}" pid="10" name="MediaServiceImageTags">
    <vt:lpwstr/>
  </property>
  <property fmtid="{D5CDD505-2E9C-101B-9397-08002B2CF9AE}" pid="11" name="_dlc_DocIdItemGuid">
    <vt:lpwstr>9a714b89-81fa-4cfb-805a-e615fcbf30c8</vt:lpwstr>
  </property>
  <property fmtid="{D5CDD505-2E9C-101B-9397-08002B2CF9AE}" pid="12" name="xd_ProgID">
    <vt:lpwstr/>
  </property>
  <property fmtid="{D5CDD505-2E9C-101B-9397-08002B2CF9AE}" pid="13" name="_ColorHex">
    <vt:lpwstr/>
  </property>
  <property fmtid="{D5CDD505-2E9C-101B-9397-08002B2CF9AE}" pid="14" name="ComplianceAssetId">
    <vt:lpwstr/>
  </property>
  <property fmtid="{D5CDD505-2E9C-101B-9397-08002B2CF9AE}" pid="15" name="TemplateUrl">
    <vt:lpwstr/>
  </property>
  <property fmtid="{D5CDD505-2E9C-101B-9397-08002B2CF9AE}" pid="16" name="_ExtendedDescription">
    <vt:lpwstr/>
  </property>
  <property fmtid="{D5CDD505-2E9C-101B-9397-08002B2CF9AE}" pid="17" name="_ColorTag">
    <vt:lpwstr/>
  </property>
  <property fmtid="{D5CDD505-2E9C-101B-9397-08002B2CF9AE}" pid="18" name="TriggerFlowInfo">
    <vt:lpwstr/>
  </property>
  <property fmtid="{D5CDD505-2E9C-101B-9397-08002B2CF9AE}" pid="19" name="xd_Signature">
    <vt:bool>false</vt:bool>
  </property>
  <property fmtid="{D5CDD505-2E9C-101B-9397-08002B2CF9AE}" pid="20" name="_Emoji">
    <vt:lpwstr/>
  </property>
  <property fmtid="{D5CDD505-2E9C-101B-9397-08002B2CF9AE}" pid="21" name="MSIP_Label_ecb69475-382c-4c7a-b21d-8ca64eeef1bd_Enabled">
    <vt:lpwstr>true</vt:lpwstr>
  </property>
  <property fmtid="{D5CDD505-2E9C-101B-9397-08002B2CF9AE}" pid="22" name="MSIP_Label_ecb69475-382c-4c7a-b21d-8ca64eeef1bd_SetDate">
    <vt:lpwstr>2023-11-27T10:14:56Z</vt:lpwstr>
  </property>
  <property fmtid="{D5CDD505-2E9C-101B-9397-08002B2CF9AE}" pid="23" name="MSIP_Label_ecb69475-382c-4c7a-b21d-8ca64eeef1bd_Method">
    <vt:lpwstr>Standard</vt:lpwstr>
  </property>
  <property fmtid="{D5CDD505-2E9C-101B-9397-08002B2CF9AE}" pid="24" name="MSIP_Label_ecb69475-382c-4c7a-b21d-8ca64eeef1bd_Name">
    <vt:lpwstr>Eviden For Internal Use - All Employees</vt:lpwstr>
  </property>
  <property fmtid="{D5CDD505-2E9C-101B-9397-08002B2CF9AE}" pid="25" name="MSIP_Label_ecb69475-382c-4c7a-b21d-8ca64eeef1bd_SiteId">
    <vt:lpwstr>7d1c7785-2d8a-437d-b842-1ed5d8fbe00a</vt:lpwstr>
  </property>
  <property fmtid="{D5CDD505-2E9C-101B-9397-08002B2CF9AE}" pid="26" name="MSIP_Label_ecb69475-382c-4c7a-b21d-8ca64eeef1bd_ActionId">
    <vt:lpwstr>02e99a91-6352-4b4b-8034-20f984a21bf9</vt:lpwstr>
  </property>
  <property fmtid="{D5CDD505-2E9C-101B-9397-08002B2CF9AE}" pid="27" name="MSIP_Label_ecb69475-382c-4c7a-b21d-8ca64eeef1bd_ContentBits">
    <vt:lpwstr>0</vt:lpwstr>
  </property>
</Properties>
</file>