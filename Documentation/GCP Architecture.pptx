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0" r:id="rId4"/>
  </p:sldMasterIdLst>
  <p:notesMasterIdLst>
    <p:notesMasterId r:id="rId16"/>
  </p:notesMasterIdLst>
  <p:sldIdLst>
    <p:sldId id="259" r:id="rId5"/>
    <p:sldId id="296" r:id="rId6"/>
    <p:sldId id="292" r:id="rId7"/>
    <p:sldId id="293" r:id="rId8"/>
    <p:sldId id="294" r:id="rId9"/>
    <p:sldId id="297" r:id="rId10"/>
    <p:sldId id="281" r:id="rId11"/>
    <p:sldId id="295" r:id="rId12"/>
    <p:sldId id="299" r:id="rId13"/>
    <p:sldId id="298" r:id="rId14"/>
    <p:sldId id="291" r:id="rId1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Corbel" panose="020B0503020204020204" pitchFamily="34" charset="0"/>
      <p:regular r:id="rId25"/>
      <p:bold r:id="rId26"/>
      <p:italic r:id="rId27"/>
      <p:boldItalic r:id="rId28"/>
    </p:embeddedFont>
    <p:embeddedFont>
      <p:font typeface="Lucida Sans" panose="020B0602030504020204" pitchFamily="34" charset="0"/>
      <p:regular r:id="rId29"/>
      <p:bold r:id="rId30"/>
      <p:italic r:id="rId31"/>
      <p:boldItalic r:id="rId32"/>
    </p:embeddedFont>
    <p:embeddedFont>
      <p:font typeface="Raleway Medium" panose="020B0604020202020204" charset="0"/>
      <p:regular r:id="rId33"/>
      <p:bold r:id="rId34"/>
      <p:italic r:id="rId35"/>
      <p:boldItalic r:id="rId36"/>
    </p:embeddedFont>
    <p:embeddedFont>
      <p:font typeface="Verdana" panose="020B0604030504040204" pitchFamily="34" charset="0"/>
      <p:regular r:id="rId37"/>
      <p:bold r:id="rId38"/>
      <p:italic r:id="rId39"/>
      <p:boldItalic r:id="rId40"/>
    </p:embeddedFont>
    <p:embeddedFont>
      <p:font typeface="Verdana Pro" panose="020B060403050404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B30729-0A3D-A1AC-F7DD-1DC602B8433E}" name="Faley Bill" initials="FB" userId="S::kqo5055@hca.corpad.net::4196ee29-df64-45e8-8fee-fb83309efd7e" providerId="AD"/>
  <p188:author id="{DB3B4F82-89E7-BBC5-529F-56308BA7D320}" name="Faley Bill" initials="" userId="S::KQO5055@hca.corpad.net::4196ee29-df64-45e8-8fee-fb83309efd7e" providerId="AD"/>
  <p188:author id="{9C650BAC-5309-2E0E-3433-BFF35AE33EDA}" name="Baranski Daniel" initials="" userId="S::QBE3925@hca.corpad.net::4bb4b184-9a04-486f-8ff1-3c2b0b0b6625" providerId="AD"/>
  <p188:author id="{1EF337DD-1258-B2E7-E6D5-5B994E07AE0D}" name="Baranski Daniel" initials="BD" userId="S::qbe3925@hca.corpad.net::4bb4b184-9a04-486f-8ff1-3c2b0b0b662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85F6"/>
    <a:srgbClr val="FFFFFF"/>
    <a:srgbClr val="FF6600"/>
    <a:srgbClr val="008000"/>
    <a:srgbClr val="33CC33"/>
    <a:srgbClr val="FFC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931B68-9B81-0923-41FA-D4771DC4FEE5}" v="27" dt="2024-03-27T17:35:33.562"/>
    <p1510:client id="{579CEC93-27B4-4FDD-66E7-9EC9D567ED4A}" v="81" dt="2024-03-27T17:45:06.513"/>
    <p1510:client id="{B6393146-5D28-697B-1A72-7475FB45197F}" v="854" dt="2024-03-27T19:26:17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30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font" Target="fonts/font23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font" Target="fonts/font26.fntdata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9" Type="http://schemas.openxmlformats.org/officeDocument/2006/relationships/font" Target="fonts/font13.fntdata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font" Target="fonts/font24.fntdata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4" Type="http://schemas.openxmlformats.org/officeDocument/2006/relationships/font" Target="fonts/font2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43" Type="http://schemas.openxmlformats.org/officeDocument/2006/relationships/font" Target="fonts/font27.fntdata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Relationship Id="rId46" Type="http://schemas.openxmlformats.org/officeDocument/2006/relationships/viewProps" Target="viewProps.xml"/><Relationship Id="rId20" Type="http://schemas.openxmlformats.org/officeDocument/2006/relationships/font" Target="fonts/font4.fntdata"/><Relationship Id="rId41" Type="http://schemas.openxmlformats.org/officeDocument/2006/relationships/font" Target="fonts/font2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ley Bill" userId="S::kqo5055@hca.corpad.net::4196ee29-df64-45e8-8fee-fb83309efd7e" providerId="AD" clId="Web-{8CED18F2-259D-D3C1-A556-4B14D971B9E8}"/>
    <pc:docChg chg="mod">
      <pc:chgData name="Faley Bill" userId="S::kqo5055@hca.corpad.net::4196ee29-df64-45e8-8fee-fb83309efd7e" providerId="AD" clId="Web-{8CED18F2-259D-D3C1-A556-4B14D971B9E8}" dt="2024-03-12T19:38:24.558" v="2"/>
      <pc:docMkLst>
        <pc:docMk/>
      </pc:docMkLst>
      <pc:sldChg chg="modCm">
        <pc:chgData name="Faley Bill" userId="S::kqo5055@hca.corpad.net::4196ee29-df64-45e8-8fee-fb83309efd7e" providerId="AD" clId="Web-{8CED18F2-259D-D3C1-A556-4B14D971B9E8}" dt="2024-03-12T19:38:24.558" v="2"/>
        <pc:sldMkLst>
          <pc:docMk/>
          <pc:sldMk cId="3046352614" sldId="28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xmlns="" chg="mod">
              <pc226:chgData name="Faley Bill" userId="S::kqo5055@hca.corpad.net::4196ee29-df64-45e8-8fee-fb83309efd7e" providerId="AD" clId="Web-{8CED18F2-259D-D3C1-A556-4B14D971B9E8}" dt="2024-03-12T19:38:24.558" v="2"/>
              <pc2:cmMkLst xmlns:pc2="http://schemas.microsoft.com/office/powerpoint/2019/9/main/command">
                <pc:docMk/>
                <pc:sldMk cId="3046352614" sldId="286"/>
                <pc2:cmMk id="{A3FE2DD2-4A1B-45BA-9CE7-522CED9780C4}"/>
              </pc2:cmMkLst>
              <pc226:cmRplyChg chg="add">
                <pc226:chgData name="Faley Bill" userId="S::kqo5055@hca.corpad.net::4196ee29-df64-45e8-8fee-fb83309efd7e" providerId="AD" clId="Web-{8CED18F2-259D-D3C1-A556-4B14D971B9E8}" dt="2024-03-12T19:38:24.558" v="2"/>
                <pc2:cmRplyMkLst xmlns:pc2="http://schemas.microsoft.com/office/powerpoint/2019/9/main/command">
                  <pc:docMk/>
                  <pc:sldMk cId="3046352614" sldId="286"/>
                  <pc2:cmMk id="{A3FE2DD2-4A1B-45BA-9CE7-522CED9780C4}"/>
                  <pc2:cmRplyMk id="{EBCCB5CA-A697-43EA-9C31-6309BA158D38}"/>
                </pc2:cmRplyMkLst>
              </pc226:cmRplyChg>
            </pc226:cmChg>
          </p:ext>
        </pc:extLst>
      </pc:sldChg>
    </pc:docChg>
  </pc:docChgLst>
  <pc:docChgLst>
    <pc:chgData name="Faley Bill" userId="S::kqo5055@hca.corpad.net::4196ee29-df64-45e8-8fee-fb83309efd7e" providerId="AD" clId="Web-{636DD91A-5853-73C3-079F-0DA6F494BC64}"/>
    <pc:docChg chg="modSld">
      <pc:chgData name="Faley Bill" userId="S::kqo5055@hca.corpad.net::4196ee29-df64-45e8-8fee-fb83309efd7e" providerId="AD" clId="Web-{636DD91A-5853-73C3-079F-0DA6F494BC64}" dt="2023-05-01T13:27:31.334" v="35" actId="20577"/>
      <pc:docMkLst>
        <pc:docMk/>
      </pc:docMkLst>
      <pc:sldChg chg="delSp modSp">
        <pc:chgData name="Faley Bill" userId="S::kqo5055@hca.corpad.net::4196ee29-df64-45e8-8fee-fb83309efd7e" providerId="AD" clId="Web-{636DD91A-5853-73C3-079F-0DA6F494BC64}" dt="2023-05-01T13:27:31.334" v="35" actId="20577"/>
        <pc:sldMkLst>
          <pc:docMk/>
          <pc:sldMk cId="1418251149" sldId="258"/>
        </pc:sldMkLst>
        <pc:spChg chg="del">
          <ac:chgData name="Faley Bill" userId="S::kqo5055@hca.corpad.net::4196ee29-df64-45e8-8fee-fb83309efd7e" providerId="AD" clId="Web-{636DD91A-5853-73C3-079F-0DA6F494BC64}" dt="2023-05-01T13:26:12.018" v="6"/>
          <ac:spMkLst>
            <pc:docMk/>
            <pc:sldMk cId="1418251149" sldId="258"/>
            <ac:spMk id="13" creationId="{91DF2703-D544-4DDD-8C13-2F5CC075A6D3}"/>
          </ac:spMkLst>
        </pc:spChg>
        <pc:spChg chg="del">
          <ac:chgData name="Faley Bill" userId="S::kqo5055@hca.corpad.net::4196ee29-df64-45e8-8fee-fb83309efd7e" providerId="AD" clId="Web-{636DD91A-5853-73C3-079F-0DA6F494BC64}" dt="2023-05-01T13:26:05.003" v="1"/>
          <ac:spMkLst>
            <pc:docMk/>
            <pc:sldMk cId="1418251149" sldId="258"/>
            <ac:spMk id="46" creationId="{4496DFFB-2440-4565-A2C9-42ECFEB54F98}"/>
          </ac:spMkLst>
        </pc:spChg>
        <pc:spChg chg="del">
          <ac:chgData name="Faley Bill" userId="S::kqo5055@hca.corpad.net::4196ee29-df64-45e8-8fee-fb83309efd7e" providerId="AD" clId="Web-{636DD91A-5853-73C3-079F-0DA6F494BC64}" dt="2023-05-01T13:26:03.643" v="0"/>
          <ac:spMkLst>
            <pc:docMk/>
            <pc:sldMk cId="1418251149" sldId="258"/>
            <ac:spMk id="47" creationId="{A391A239-D242-4E17-95AB-82BDEBE43A99}"/>
          </ac:spMkLst>
        </pc:spChg>
        <pc:spChg chg="mod">
          <ac:chgData name="Faley Bill" userId="S::kqo5055@hca.corpad.net::4196ee29-df64-45e8-8fee-fb83309efd7e" providerId="AD" clId="Web-{636DD91A-5853-73C3-079F-0DA6F494BC64}" dt="2023-05-01T13:27:31.334" v="35" actId="20577"/>
          <ac:spMkLst>
            <pc:docMk/>
            <pc:sldMk cId="1418251149" sldId="258"/>
            <ac:spMk id="50" creationId="{AC825F18-791C-4B29-A0C5-CB53E593AA7B}"/>
          </ac:spMkLst>
        </pc:spChg>
        <pc:spChg chg="del">
          <ac:chgData name="Faley Bill" userId="S::kqo5055@hca.corpad.net::4196ee29-df64-45e8-8fee-fb83309efd7e" providerId="AD" clId="Web-{636DD91A-5853-73C3-079F-0DA6F494BC64}" dt="2023-05-01T13:26:08.362" v="4"/>
          <ac:spMkLst>
            <pc:docMk/>
            <pc:sldMk cId="1418251149" sldId="258"/>
            <ac:spMk id="65" creationId="{D0BC8C3C-49C2-4CF0-98DA-6F20DF7CADB9}"/>
          </ac:spMkLst>
        </pc:spChg>
        <pc:spChg chg="mod">
          <ac:chgData name="Faley Bill" userId="S::kqo5055@hca.corpad.net::4196ee29-df64-45e8-8fee-fb83309efd7e" providerId="AD" clId="Web-{636DD91A-5853-73C3-079F-0DA6F494BC64}" dt="2023-05-01T13:26:41.004" v="16" actId="14100"/>
          <ac:spMkLst>
            <pc:docMk/>
            <pc:sldMk cId="1418251149" sldId="258"/>
            <ac:spMk id="406" creationId="{00000000-0000-0000-0000-000000000000}"/>
          </ac:spMkLst>
        </pc:spChg>
        <pc:spChg chg="del">
          <ac:chgData name="Faley Bill" userId="S::kqo5055@hca.corpad.net::4196ee29-df64-45e8-8fee-fb83309efd7e" providerId="AD" clId="Web-{636DD91A-5853-73C3-079F-0DA6F494BC64}" dt="2023-05-01T13:26:14.690" v="9"/>
          <ac:spMkLst>
            <pc:docMk/>
            <pc:sldMk cId="1418251149" sldId="258"/>
            <ac:spMk id="421" creationId="{00000000-0000-0000-0000-000000000000}"/>
          </ac:spMkLst>
        </pc:spChg>
        <pc:spChg chg="del">
          <ac:chgData name="Faley Bill" userId="S::kqo5055@hca.corpad.net::4196ee29-df64-45e8-8fee-fb83309efd7e" providerId="AD" clId="Web-{636DD91A-5853-73C3-079F-0DA6F494BC64}" dt="2023-05-01T13:26:06.862" v="3"/>
          <ac:spMkLst>
            <pc:docMk/>
            <pc:sldMk cId="1418251149" sldId="258"/>
            <ac:spMk id="426" creationId="{00000000-0000-0000-0000-000000000000}"/>
          </ac:spMkLst>
        </pc:spChg>
        <pc:spChg chg="del">
          <ac:chgData name="Faley Bill" userId="S::kqo5055@hca.corpad.net::4196ee29-df64-45e8-8fee-fb83309efd7e" providerId="AD" clId="Web-{636DD91A-5853-73C3-079F-0DA6F494BC64}" dt="2023-05-01T13:26:06.534" v="2"/>
          <ac:spMkLst>
            <pc:docMk/>
            <pc:sldMk cId="1418251149" sldId="258"/>
            <ac:spMk id="428" creationId="{00000000-0000-0000-0000-000000000000}"/>
          </ac:spMkLst>
        </pc:spChg>
        <pc:grpChg chg="del">
          <ac:chgData name="Faley Bill" userId="S::kqo5055@hca.corpad.net::4196ee29-df64-45e8-8fee-fb83309efd7e" providerId="AD" clId="Web-{636DD91A-5853-73C3-079F-0DA6F494BC64}" dt="2023-05-01T13:26:17.003" v="11"/>
          <ac:grpSpMkLst>
            <pc:docMk/>
            <pc:sldMk cId="1418251149" sldId="258"/>
            <ac:grpSpMk id="3" creationId="{4FC5CE1C-A0A5-41C6-8F03-28DA16F14301}"/>
          </ac:grpSpMkLst>
        </pc:grpChg>
        <pc:grpChg chg="del">
          <ac:chgData name="Faley Bill" userId="S::kqo5055@hca.corpad.net::4196ee29-df64-45e8-8fee-fb83309efd7e" providerId="AD" clId="Web-{636DD91A-5853-73C3-079F-0DA6F494BC64}" dt="2023-05-01T13:26:10.112" v="5"/>
          <ac:grpSpMkLst>
            <pc:docMk/>
            <pc:sldMk cId="1418251149" sldId="258"/>
            <ac:grpSpMk id="42" creationId="{7AD30FA6-69F3-412A-AE50-9624BF4E3440}"/>
          </ac:grpSpMkLst>
        </pc:grpChg>
        <pc:grpChg chg="del">
          <ac:chgData name="Faley Bill" userId="S::kqo5055@hca.corpad.net::4196ee29-df64-45e8-8fee-fb83309efd7e" providerId="AD" clId="Web-{636DD91A-5853-73C3-079F-0DA6F494BC64}" dt="2023-05-01T13:26:13.565" v="8"/>
          <ac:grpSpMkLst>
            <pc:docMk/>
            <pc:sldMk cId="1418251149" sldId="258"/>
            <ac:grpSpMk id="423" creationId="{00000000-0000-0000-0000-000000000000}"/>
          </ac:grpSpMkLst>
        </pc:grpChg>
        <pc:picChg chg="del">
          <ac:chgData name="Faley Bill" userId="S::kqo5055@hca.corpad.net::4196ee29-df64-45e8-8fee-fb83309efd7e" providerId="AD" clId="Web-{636DD91A-5853-73C3-079F-0DA6F494BC64}" dt="2023-05-01T13:26:15.769" v="10"/>
          <ac:picMkLst>
            <pc:docMk/>
            <pc:sldMk cId="1418251149" sldId="258"/>
            <ac:picMk id="422" creationId="{00000000-0000-0000-0000-000000000000}"/>
          </ac:picMkLst>
        </pc:picChg>
        <pc:cxnChg chg="del mod">
          <ac:chgData name="Faley Bill" userId="S::kqo5055@hca.corpad.net::4196ee29-df64-45e8-8fee-fb83309efd7e" providerId="AD" clId="Web-{636DD91A-5853-73C3-079F-0DA6F494BC64}" dt="2023-05-01T13:26:12.534" v="7"/>
          <ac:cxnSpMkLst>
            <pc:docMk/>
            <pc:sldMk cId="1418251149" sldId="258"/>
            <ac:cxnSpMk id="431" creationId="{00000000-0000-0000-0000-000000000000}"/>
          </ac:cxnSpMkLst>
        </pc:cxnChg>
      </pc:sldChg>
    </pc:docChg>
  </pc:docChgLst>
  <pc:docChgLst>
    <pc:chgData name="Baranski Daniel" userId="S::qbe3925@hca.corpad.net::4bb4b184-9a04-486f-8ff1-3c2b0b0b6625" providerId="AD" clId="Web-{BBD24F82-396C-7109-D325-853660442875}"/>
    <pc:docChg chg="addSld modSld">
      <pc:chgData name="Baranski Daniel" userId="S::qbe3925@hca.corpad.net::4bb4b184-9a04-486f-8ff1-3c2b0b0b6625" providerId="AD" clId="Web-{BBD24F82-396C-7109-D325-853660442875}" dt="2024-03-14T18:06:57.310" v="772"/>
      <pc:docMkLst>
        <pc:docMk/>
      </pc:docMkLst>
      <pc:sldChg chg="modSp">
        <pc:chgData name="Baranski Daniel" userId="S::qbe3925@hca.corpad.net::4bb4b184-9a04-486f-8ff1-3c2b0b0b6625" providerId="AD" clId="Web-{BBD24F82-396C-7109-D325-853660442875}" dt="2024-03-14T17:54:24.500" v="312" actId="20577"/>
        <pc:sldMkLst>
          <pc:docMk/>
          <pc:sldMk cId="728235048" sldId="261"/>
        </pc:sldMkLst>
        <pc:spChg chg="mod">
          <ac:chgData name="Baranski Daniel" userId="S::qbe3925@hca.corpad.net::4bb4b184-9a04-486f-8ff1-3c2b0b0b6625" providerId="AD" clId="Web-{BBD24F82-396C-7109-D325-853660442875}" dt="2024-03-14T17:54:24.500" v="312" actId="20577"/>
          <ac:spMkLst>
            <pc:docMk/>
            <pc:sldMk cId="728235048" sldId="261"/>
            <ac:spMk id="2" creationId="{C10C022B-3F72-C325-00CE-239B6CC98745}"/>
          </ac:spMkLst>
        </pc:spChg>
      </pc:sldChg>
      <pc:sldChg chg="addSp delSp modSp">
        <pc:chgData name="Baranski Daniel" userId="S::qbe3925@hca.corpad.net::4bb4b184-9a04-486f-8ff1-3c2b0b0b6625" providerId="AD" clId="Web-{BBD24F82-396C-7109-D325-853660442875}" dt="2024-03-14T18:06:33.825" v="768"/>
        <pc:sldMkLst>
          <pc:docMk/>
          <pc:sldMk cId="1655514458" sldId="281"/>
        </pc:sldMkLst>
        <pc:spChg chg="del">
          <ac:chgData name="Baranski Daniel" userId="S::qbe3925@hca.corpad.net::4bb4b184-9a04-486f-8ff1-3c2b0b0b6625" providerId="AD" clId="Web-{BBD24F82-396C-7109-D325-853660442875}" dt="2024-03-14T18:01:44.235" v="721"/>
          <ac:spMkLst>
            <pc:docMk/>
            <pc:sldMk cId="1655514458" sldId="281"/>
            <ac:spMk id="7" creationId="{88BAA634-3749-4F49-3BE8-8E990AFB05C5}"/>
          </ac:spMkLst>
        </pc:spChg>
        <pc:spChg chg="add mod ord">
          <ac:chgData name="Baranski Daniel" userId="S::qbe3925@hca.corpad.net::4bb4b184-9a04-486f-8ff1-3c2b0b0b6625" providerId="AD" clId="Web-{BBD24F82-396C-7109-D325-853660442875}" dt="2024-03-14T18:03:33.771" v="740" actId="14100"/>
          <ac:spMkLst>
            <pc:docMk/>
            <pc:sldMk cId="1655514458" sldId="281"/>
            <ac:spMk id="15" creationId="{7F37C95F-7163-FB43-A408-0C94A765B1D2}"/>
          </ac:spMkLst>
        </pc:spChg>
        <pc:spChg chg="add mod">
          <ac:chgData name="Baranski Daniel" userId="S::qbe3925@hca.corpad.net::4bb4b184-9a04-486f-8ff1-3c2b0b0b6625" providerId="AD" clId="Web-{BBD24F82-396C-7109-D325-853660442875}" dt="2024-03-14T18:03:53.616" v="749" actId="1076"/>
          <ac:spMkLst>
            <pc:docMk/>
            <pc:sldMk cId="1655514458" sldId="281"/>
            <ac:spMk id="23" creationId="{5447D7BF-199A-08DE-C050-B8310ABF9F8B}"/>
          </ac:spMkLst>
        </pc:spChg>
        <pc:spChg chg="add mod">
          <ac:chgData name="Baranski Daniel" userId="S::qbe3925@hca.corpad.net::4bb4b184-9a04-486f-8ff1-3c2b0b0b6625" providerId="AD" clId="Web-{BBD24F82-396C-7109-D325-853660442875}" dt="2024-03-14T18:04:03.882" v="752" actId="20577"/>
          <ac:spMkLst>
            <pc:docMk/>
            <pc:sldMk cId="1655514458" sldId="281"/>
            <ac:spMk id="24" creationId="{493559E4-83CF-83C5-DD47-BB33C580A75A}"/>
          </ac:spMkLst>
        </pc:spChg>
        <pc:spChg chg="mod">
          <ac:chgData name="Baranski Daniel" userId="S::qbe3925@hca.corpad.net::4bb4b184-9a04-486f-8ff1-3c2b0b0b6625" providerId="AD" clId="Web-{BBD24F82-396C-7109-D325-853660442875}" dt="2024-03-14T18:02:25.628" v="723" actId="20577"/>
          <ac:spMkLst>
            <pc:docMk/>
            <pc:sldMk cId="1655514458" sldId="281"/>
            <ac:spMk id="26" creationId="{85C77919-81B1-6F10-C747-34A6E7A61659}"/>
          </ac:spMkLst>
        </pc:spChg>
        <pc:spChg chg="mod">
          <ac:chgData name="Baranski Daniel" userId="S::qbe3925@hca.corpad.net::4bb4b184-9a04-486f-8ff1-3c2b0b0b6625" providerId="AD" clId="Web-{BBD24F82-396C-7109-D325-853660442875}" dt="2024-03-14T18:02:58.957" v="729" actId="14100"/>
          <ac:spMkLst>
            <pc:docMk/>
            <pc:sldMk cId="1655514458" sldId="281"/>
            <ac:spMk id="28" creationId="{02FDC1E3-52B9-1336-75B1-98541844EBBD}"/>
          </ac:spMkLst>
        </pc:spChg>
        <pc:grpChg chg="mod">
          <ac:chgData name="Baranski Daniel" userId="S::qbe3925@hca.corpad.net::4bb4b184-9a04-486f-8ff1-3c2b0b0b6625" providerId="AD" clId="Web-{BBD24F82-396C-7109-D325-853660442875}" dt="2024-03-14T18:03:25.396" v="738" actId="1076"/>
          <ac:grpSpMkLst>
            <pc:docMk/>
            <pc:sldMk cId="1655514458" sldId="281"/>
            <ac:grpSpMk id="35" creationId="{650DF5B8-1CCB-1106-66CA-731287EE4FCF}"/>
          </ac:grpSpMkLst>
        </pc:grpChg>
        <pc:grpChg chg="mod">
          <ac:chgData name="Baranski Daniel" userId="S::qbe3925@hca.corpad.net::4bb4b184-9a04-486f-8ff1-3c2b0b0b6625" providerId="AD" clId="Web-{BBD24F82-396C-7109-D325-853660442875}" dt="2024-03-14T18:03:29.115" v="739" actId="14100"/>
          <ac:grpSpMkLst>
            <pc:docMk/>
            <pc:sldMk cId="1655514458" sldId="281"/>
            <ac:grpSpMk id="81" creationId="{9824495E-0A57-0222-CA4E-45D930411E44}"/>
          </ac:grpSpMkLst>
        </pc:grpChg>
        <pc:picChg chg="add mod">
          <ac:chgData name="Baranski Daniel" userId="S::qbe3925@hca.corpad.net::4bb4b184-9a04-486f-8ff1-3c2b0b0b6625" providerId="AD" clId="Web-{BBD24F82-396C-7109-D325-853660442875}" dt="2024-03-14T18:05:54.183" v="764" actId="1076"/>
          <ac:picMkLst>
            <pc:docMk/>
            <pc:sldMk cId="1655514458" sldId="281"/>
            <ac:picMk id="11" creationId="{17B9B5C0-2B25-7E1B-F57B-51A167BDE32F}"/>
          </ac:picMkLst>
        </pc:picChg>
        <pc:picChg chg="add del mod">
          <ac:chgData name="Baranski Daniel" userId="S::qbe3925@hca.corpad.net::4bb4b184-9a04-486f-8ff1-3c2b0b0b6625" providerId="AD" clId="Web-{BBD24F82-396C-7109-D325-853660442875}" dt="2024-03-14T18:04:31.133" v="755"/>
          <ac:picMkLst>
            <pc:docMk/>
            <pc:sldMk cId="1655514458" sldId="281"/>
            <ac:picMk id="25" creationId="{B1479818-1D2A-B92F-2D3E-ECE21A45EABC}"/>
          </ac:picMkLst>
        </pc:picChg>
        <pc:picChg chg="add mod">
          <ac:chgData name="Baranski Daniel" userId="S::qbe3925@hca.corpad.net::4bb4b184-9a04-486f-8ff1-3c2b0b0b6625" providerId="AD" clId="Web-{BBD24F82-396C-7109-D325-853660442875}" dt="2024-03-14T18:04:59.774" v="760" actId="1076"/>
          <ac:picMkLst>
            <pc:docMk/>
            <pc:sldMk cId="1655514458" sldId="281"/>
            <ac:picMk id="33" creationId="{95E27549-9D2F-7C46-1640-5CBD23938047}"/>
          </ac:picMkLst>
        </pc:picChg>
        <pc:picChg chg="add mod">
          <ac:chgData name="Baranski Daniel" userId="S::qbe3925@hca.corpad.net::4bb4b184-9a04-486f-8ff1-3c2b0b0b6625" providerId="AD" clId="Web-{BBD24F82-396C-7109-D325-853660442875}" dt="2024-03-14T18:05:44.995" v="763" actId="1076"/>
          <ac:picMkLst>
            <pc:docMk/>
            <pc:sldMk cId="1655514458" sldId="281"/>
            <ac:picMk id="34" creationId="{9030A6B1-AB0A-F16C-F846-82DA2E4E2A85}"/>
          </ac:picMkLst>
        </pc:picChg>
        <pc:cxnChg chg="add mod">
          <ac:chgData name="Baranski Daniel" userId="S::qbe3925@hca.corpad.net::4bb4b184-9a04-486f-8ff1-3c2b0b0b6625" providerId="AD" clId="Web-{BBD24F82-396C-7109-D325-853660442875}" dt="2024-03-14T18:06:33.825" v="768"/>
          <ac:cxnSpMkLst>
            <pc:docMk/>
            <pc:sldMk cId="1655514458" sldId="281"/>
            <ac:cxnSpMk id="37" creationId="{68EF7661-78CD-4716-91D2-3CECA4A24D92}"/>
          </ac:cxnSpMkLst>
        </pc:cxnChg>
      </pc:sldChg>
      <pc:sldChg chg="modSp">
        <pc:chgData name="Baranski Daniel" userId="S::qbe3925@hca.corpad.net::4bb4b184-9a04-486f-8ff1-3c2b0b0b6625" providerId="AD" clId="Web-{BBD24F82-396C-7109-D325-853660442875}" dt="2024-03-14T17:53:59.608" v="288"/>
        <pc:sldMkLst>
          <pc:docMk/>
          <pc:sldMk cId="3046352614" sldId="286"/>
        </pc:sldMkLst>
        <pc:graphicFrameChg chg="mod modGraphic">
          <ac:chgData name="Baranski Daniel" userId="S::qbe3925@hca.corpad.net::4bb4b184-9a04-486f-8ff1-3c2b0b0b6625" providerId="AD" clId="Web-{BBD24F82-396C-7109-D325-853660442875}" dt="2024-03-14T17:53:59.608" v="288"/>
          <ac:graphicFrameMkLst>
            <pc:docMk/>
            <pc:sldMk cId="3046352614" sldId="286"/>
            <ac:graphicFrameMk id="4" creationId="{95A99DC4-A74E-649A-CD9E-D23B213BD846}"/>
          </ac:graphicFrameMkLst>
        </pc:graphicFrameChg>
      </pc:sldChg>
      <pc:sldChg chg="modSp add replId modCm">
        <pc:chgData name="Baranski Daniel" userId="S::qbe3925@hca.corpad.net::4bb4b184-9a04-486f-8ff1-3c2b0b0b6625" providerId="AD" clId="Web-{BBD24F82-396C-7109-D325-853660442875}" dt="2024-03-14T18:06:57.310" v="772"/>
        <pc:sldMkLst>
          <pc:docMk/>
          <pc:sldMk cId="1881994668" sldId="294"/>
        </pc:sldMkLst>
        <pc:spChg chg="mod">
          <ac:chgData name="Baranski Daniel" userId="S::qbe3925@hca.corpad.net::4bb4b184-9a04-486f-8ff1-3c2b0b0b6625" providerId="AD" clId="Web-{BBD24F82-396C-7109-D325-853660442875}" dt="2024-03-14T17:55:12.127" v="324" actId="20577"/>
          <ac:spMkLst>
            <pc:docMk/>
            <pc:sldMk cId="1881994668" sldId="294"/>
            <ac:spMk id="8" creationId="{7B8B0CB0-E02B-ED28-4BD5-BDF858D754D7}"/>
          </ac:spMkLst>
        </pc:spChg>
        <pc:graphicFrameChg chg="mod modGraphic">
          <ac:chgData name="Baranski Daniel" userId="S::qbe3925@hca.corpad.net::4bb4b184-9a04-486f-8ff1-3c2b0b0b6625" providerId="AD" clId="Web-{BBD24F82-396C-7109-D325-853660442875}" dt="2024-03-14T18:06:57.310" v="772"/>
          <ac:graphicFrameMkLst>
            <pc:docMk/>
            <pc:sldMk cId="1881994668" sldId="294"/>
            <ac:graphicFrameMk id="4" creationId="{95A99DC4-A74E-649A-CD9E-D23B213BD846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xmlns="" chg="mod">
              <pc226:chgData name="Baranski Daniel" userId="S::qbe3925@hca.corpad.net::4bb4b184-9a04-486f-8ff1-3c2b0b0b6625" providerId="AD" clId="Web-{BBD24F82-396C-7109-D325-853660442875}" dt="2024-03-14T17:55:18.986" v="328"/>
              <pc2:cmMkLst xmlns:pc2="http://schemas.microsoft.com/office/powerpoint/2019/9/main/command">
                <pc:docMk/>
                <pc:sldMk cId="1881994668" sldId="294"/>
                <pc2:cmMk id="{B495DFF7-9A1D-49C1-B1D7-BB4E562975DE}"/>
              </pc2:cmMkLst>
            </pc226:cmChg>
          </p:ext>
        </pc:extLst>
      </pc:sldChg>
    </pc:docChg>
  </pc:docChgLst>
  <pc:docChgLst>
    <pc:chgData name="Baranski Daniel" userId="S::qbe3925@hca.corpad.net::4bb4b184-9a04-486f-8ff1-3c2b0b0b6625" providerId="AD" clId="Web-{0F04D383-CDF3-3C4B-4437-BE83020D0A26}"/>
    <pc:docChg chg="modSld">
      <pc:chgData name="Baranski Daniel" userId="S::qbe3925@hca.corpad.net::4bb4b184-9a04-486f-8ff1-3c2b0b0b6625" providerId="AD" clId="Web-{0F04D383-CDF3-3C4B-4437-BE83020D0A26}" dt="2024-03-20T19:13:10.109" v="39"/>
      <pc:docMkLst>
        <pc:docMk/>
      </pc:docMkLst>
      <pc:sldChg chg="modSp">
        <pc:chgData name="Baranski Daniel" userId="S::qbe3925@hca.corpad.net::4bb4b184-9a04-486f-8ff1-3c2b0b0b6625" providerId="AD" clId="Web-{0F04D383-CDF3-3C4B-4437-BE83020D0A26}" dt="2024-03-20T19:13:10.109" v="39"/>
        <pc:sldMkLst>
          <pc:docMk/>
          <pc:sldMk cId="3046352614" sldId="286"/>
        </pc:sldMkLst>
        <pc:graphicFrameChg chg="mod modGraphic">
          <ac:chgData name="Baranski Daniel" userId="S::qbe3925@hca.corpad.net::4bb4b184-9a04-486f-8ff1-3c2b0b0b6625" providerId="AD" clId="Web-{0F04D383-CDF3-3C4B-4437-BE83020D0A26}" dt="2024-03-20T19:13:10.109" v="39"/>
          <ac:graphicFrameMkLst>
            <pc:docMk/>
            <pc:sldMk cId="3046352614" sldId="286"/>
            <ac:graphicFrameMk id="4" creationId="{95A99DC4-A74E-649A-CD9E-D23B213BD846}"/>
          </ac:graphicFrameMkLst>
        </pc:graphicFrameChg>
      </pc:sldChg>
    </pc:docChg>
  </pc:docChgLst>
  <pc:docChgLst>
    <pc:chgData name="Faley Bill" userId="S::kqo5055@hca.corpad.net::4196ee29-df64-45e8-8fee-fb83309efd7e" providerId="AD" clId="Web-{FED6F83F-7370-1BF6-190F-1B5AC572F2DE}"/>
    <pc:docChg chg="modSld">
      <pc:chgData name="Faley Bill" userId="S::kqo5055@hca.corpad.net::4196ee29-df64-45e8-8fee-fb83309efd7e" providerId="AD" clId="Web-{FED6F83F-7370-1BF6-190F-1B5AC572F2DE}" dt="2024-03-14T16:19:08.975" v="8" actId="20577"/>
      <pc:docMkLst>
        <pc:docMk/>
      </pc:docMkLst>
      <pc:sldChg chg="modSp modCm">
        <pc:chgData name="Faley Bill" userId="S::kqo5055@hca.corpad.net::4196ee29-df64-45e8-8fee-fb83309efd7e" providerId="AD" clId="Web-{FED6F83F-7370-1BF6-190F-1B5AC572F2DE}" dt="2024-03-14T16:19:08.975" v="8" actId="20577"/>
        <pc:sldMkLst>
          <pc:docMk/>
          <pc:sldMk cId="661428433" sldId="293"/>
        </pc:sldMkLst>
        <pc:spChg chg="mod">
          <ac:chgData name="Faley Bill" userId="S::kqo5055@hca.corpad.net::4196ee29-df64-45e8-8fee-fb83309efd7e" providerId="AD" clId="Web-{FED6F83F-7370-1BF6-190F-1B5AC572F2DE}" dt="2024-03-14T16:19:08.975" v="8" actId="20577"/>
          <ac:spMkLst>
            <pc:docMk/>
            <pc:sldMk cId="661428433" sldId="293"/>
            <ac:spMk id="66" creationId="{4A396CC5-949E-1001-BB73-943BE5DE859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xmlns="" chg="mod">
              <pc226:chgData name="Faley Bill" userId="S::kqo5055@hca.corpad.net::4196ee29-df64-45e8-8fee-fb83309efd7e" providerId="AD" clId="Web-{FED6F83F-7370-1BF6-190F-1B5AC572F2DE}" dt="2024-03-14T16:18:59.897" v="7"/>
              <pc2:cmMkLst xmlns:pc2="http://schemas.microsoft.com/office/powerpoint/2019/9/main/command">
                <pc:docMk/>
                <pc:sldMk cId="661428433" sldId="293"/>
                <pc2:cmMk id="{677D4615-31E1-4CE7-9E00-24C3319D0785}"/>
              </pc2:cmMkLst>
              <pc226:cmRplyChg chg="add">
                <pc226:chgData name="Faley Bill" userId="S::kqo5055@hca.corpad.net::4196ee29-df64-45e8-8fee-fb83309efd7e" providerId="AD" clId="Web-{FED6F83F-7370-1BF6-190F-1B5AC572F2DE}" dt="2024-03-14T16:18:57.146" v="6"/>
                <pc2:cmRplyMkLst xmlns:pc2="http://schemas.microsoft.com/office/powerpoint/2019/9/main/command">
                  <pc:docMk/>
                  <pc:sldMk cId="661428433" sldId="293"/>
                  <pc2:cmMk id="{677D4615-31E1-4CE7-9E00-24C3319D0785}"/>
                  <pc2:cmRplyMk id="{33D55D0D-5427-4B15-8EC0-B07BD4765DAF}"/>
                </pc2:cmRplyMkLst>
              </pc226:cmRplyChg>
            </pc226:cmChg>
          </p:ext>
        </pc:extLst>
      </pc:sldChg>
    </pc:docChg>
  </pc:docChgLst>
  <pc:docChgLst>
    <pc:chgData name="Baranski Daniel" userId="S::qbe3925@hca.corpad.net::4bb4b184-9a04-486f-8ff1-3c2b0b0b6625" providerId="AD" clId="Web-{6AA3DC11-8592-A899-D7ED-C3478795F669}"/>
    <pc:docChg chg="addSld delSld modSld sldOrd">
      <pc:chgData name="Baranski Daniel" userId="S::qbe3925@hca.corpad.net::4bb4b184-9a04-486f-8ff1-3c2b0b0b6625" providerId="AD" clId="Web-{6AA3DC11-8592-A899-D7ED-C3478795F669}" dt="2024-03-07T20:47:42.353" v="525" actId="20577"/>
      <pc:docMkLst>
        <pc:docMk/>
      </pc:docMkLst>
      <pc:sldChg chg="del">
        <pc:chgData name="Baranski Daniel" userId="S::qbe3925@hca.corpad.net::4bb4b184-9a04-486f-8ff1-3c2b0b0b6625" providerId="AD" clId="Web-{6AA3DC11-8592-A899-D7ED-C3478795F669}" dt="2024-03-07T13:32:28.096" v="3"/>
        <pc:sldMkLst>
          <pc:docMk/>
          <pc:sldMk cId="0" sldId="256"/>
        </pc:sldMkLst>
      </pc:sldChg>
      <pc:sldChg chg="del ord">
        <pc:chgData name="Baranski Daniel" userId="S::qbe3925@hca.corpad.net::4bb4b184-9a04-486f-8ff1-3c2b0b0b6625" providerId="AD" clId="Web-{6AA3DC11-8592-A899-D7ED-C3478795F669}" dt="2024-03-07T20:45:19.783" v="497"/>
        <pc:sldMkLst>
          <pc:docMk/>
          <pc:sldMk cId="1418251149" sldId="258"/>
        </pc:sldMkLst>
      </pc:sldChg>
      <pc:sldChg chg="modSp add">
        <pc:chgData name="Baranski Daniel" userId="S::qbe3925@hca.corpad.net::4bb4b184-9a04-486f-8ff1-3c2b0b0b6625" providerId="AD" clId="Web-{6AA3DC11-8592-A899-D7ED-C3478795F669}" dt="2024-03-07T13:32:25.174" v="2" actId="20577"/>
        <pc:sldMkLst>
          <pc:docMk/>
          <pc:sldMk cId="3820710774" sldId="259"/>
        </pc:sldMkLst>
        <pc:spChg chg="mod">
          <ac:chgData name="Baranski Daniel" userId="S::qbe3925@hca.corpad.net::4bb4b184-9a04-486f-8ff1-3c2b0b0b6625" providerId="AD" clId="Web-{6AA3DC11-8592-A899-D7ED-C3478795F669}" dt="2024-03-07T13:32:25.174" v="2" actId="20577"/>
          <ac:spMkLst>
            <pc:docMk/>
            <pc:sldMk cId="3820710774" sldId="259"/>
            <ac:spMk id="399" creationId="{00000000-0000-0000-0000-000000000000}"/>
          </ac:spMkLst>
        </pc:spChg>
      </pc:sldChg>
      <pc:sldChg chg="modSp add">
        <pc:chgData name="Baranski Daniel" userId="S::qbe3925@hca.corpad.net::4bb4b184-9a04-486f-8ff1-3c2b0b0b6625" providerId="AD" clId="Web-{6AA3DC11-8592-A899-D7ED-C3478795F669}" dt="2024-03-07T13:47:36.726" v="49" actId="20577"/>
        <pc:sldMkLst>
          <pc:docMk/>
          <pc:sldMk cId="728235048" sldId="261"/>
        </pc:sldMkLst>
        <pc:spChg chg="mod">
          <ac:chgData name="Baranski Daniel" userId="S::qbe3925@hca.corpad.net::4bb4b184-9a04-486f-8ff1-3c2b0b0b6625" providerId="AD" clId="Web-{6AA3DC11-8592-A899-D7ED-C3478795F669}" dt="2024-03-07T13:47:36.726" v="49" actId="20577"/>
          <ac:spMkLst>
            <pc:docMk/>
            <pc:sldMk cId="728235048" sldId="261"/>
            <ac:spMk id="2" creationId="{C10C022B-3F72-C325-00CE-239B6CC98745}"/>
          </ac:spMkLst>
        </pc:spChg>
      </pc:sldChg>
      <pc:sldChg chg="addSp delSp modSp add">
        <pc:chgData name="Baranski Daniel" userId="S::qbe3925@hca.corpad.net::4bb4b184-9a04-486f-8ff1-3c2b0b0b6625" providerId="AD" clId="Web-{6AA3DC11-8592-A899-D7ED-C3478795F669}" dt="2024-03-07T20:47:42.353" v="525" actId="20577"/>
        <pc:sldMkLst>
          <pc:docMk/>
          <pc:sldMk cId="1655514458" sldId="281"/>
        </pc:sldMkLst>
        <pc:spChg chg="mod">
          <ac:chgData name="Baranski Daniel" userId="S::qbe3925@hca.corpad.net::4bb4b184-9a04-486f-8ff1-3c2b0b0b6625" providerId="AD" clId="Web-{6AA3DC11-8592-A899-D7ED-C3478795F669}" dt="2024-03-07T20:47:42.353" v="525" actId="20577"/>
          <ac:spMkLst>
            <pc:docMk/>
            <pc:sldMk cId="1655514458" sldId="281"/>
            <ac:spMk id="8" creationId="{E29C8D19-4C0A-46C6-9087-1AFA0551EE4B}"/>
          </ac:spMkLst>
        </pc:spChg>
        <pc:spChg chg="mod">
          <ac:chgData name="Baranski Daniel" userId="S::qbe3925@hca.corpad.net::4bb4b184-9a04-486f-8ff1-3c2b0b0b6625" providerId="AD" clId="Web-{6AA3DC11-8592-A899-D7ED-C3478795F669}" dt="2024-03-07T13:57:16.391" v="435" actId="1076"/>
          <ac:spMkLst>
            <pc:docMk/>
            <pc:sldMk cId="1655514458" sldId="281"/>
            <ac:spMk id="11" creationId="{FCDAA9C2-1CC4-4B06-A02C-E9F1D855868B}"/>
          </ac:spMkLst>
        </pc:spChg>
        <pc:spChg chg="mod">
          <ac:chgData name="Baranski Daniel" userId="S::qbe3925@hca.corpad.net::4bb4b184-9a04-486f-8ff1-3c2b0b0b6625" providerId="AD" clId="Web-{6AA3DC11-8592-A899-D7ED-C3478795F669}" dt="2024-03-07T13:33:22.473" v="8" actId="20577"/>
          <ac:spMkLst>
            <pc:docMk/>
            <pc:sldMk cId="1655514458" sldId="281"/>
            <ac:spMk id="12" creationId="{92FDE270-44BA-4C81-BB8F-49AC4AF9394B}"/>
          </ac:spMkLst>
        </pc:spChg>
        <pc:spChg chg="add del">
          <ac:chgData name="Baranski Daniel" userId="S::qbe3925@hca.corpad.net::4bb4b184-9a04-486f-8ff1-3c2b0b0b6625" providerId="AD" clId="Web-{6AA3DC11-8592-A899-D7ED-C3478795F669}" dt="2024-03-07T20:45:52.691" v="501"/>
          <ac:spMkLst>
            <pc:docMk/>
            <pc:sldMk cId="1655514458" sldId="281"/>
            <ac:spMk id="25" creationId="{22ED5D38-84D7-CEAA-79DE-7A66CD4D7656}"/>
          </ac:spMkLst>
        </pc:spChg>
        <pc:spChg chg="mod">
          <ac:chgData name="Baranski Daniel" userId="S::qbe3925@hca.corpad.net::4bb4b184-9a04-486f-8ff1-3c2b0b0b6625" providerId="AD" clId="Web-{6AA3DC11-8592-A899-D7ED-C3478795F669}" dt="2024-03-07T13:34:35.304" v="33" actId="20577"/>
          <ac:spMkLst>
            <pc:docMk/>
            <pc:sldMk cId="1655514458" sldId="281"/>
            <ac:spMk id="48" creationId="{1BEE30F3-9998-FCE2-00EF-5A9E984DA01D}"/>
          </ac:spMkLst>
        </pc:spChg>
        <pc:spChg chg="add del">
          <ac:chgData name="Baranski Daniel" userId="S::qbe3925@hca.corpad.net::4bb4b184-9a04-486f-8ff1-3c2b0b0b6625" providerId="AD" clId="Web-{6AA3DC11-8592-A899-D7ED-C3478795F669}" dt="2024-03-07T20:46:08.957" v="503"/>
          <ac:spMkLst>
            <pc:docMk/>
            <pc:sldMk cId="1655514458" sldId="281"/>
            <ac:spMk id="49" creationId="{BF3E69A2-572B-EED4-24A1-4A951105D4C9}"/>
          </ac:spMkLst>
        </pc:spChg>
        <pc:spChg chg="mod">
          <ac:chgData name="Baranski Daniel" userId="S::qbe3925@hca.corpad.net::4bb4b184-9a04-486f-8ff1-3c2b0b0b6625" providerId="AD" clId="Web-{6AA3DC11-8592-A899-D7ED-C3478795F669}" dt="2024-03-07T13:34:19.507" v="21" actId="20577"/>
          <ac:spMkLst>
            <pc:docMk/>
            <pc:sldMk cId="1655514458" sldId="281"/>
            <ac:spMk id="50" creationId="{BCDB228E-F7DC-6118-8C3D-578E7DCEF7A4}"/>
          </ac:spMkLst>
        </pc:spChg>
        <pc:spChg chg="del">
          <ac:chgData name="Baranski Daniel" userId="S::qbe3925@hca.corpad.net::4bb4b184-9a04-486f-8ff1-3c2b0b0b6625" providerId="AD" clId="Web-{6AA3DC11-8592-A899-D7ED-C3478795F669}" dt="2024-03-07T13:34:11.225" v="17"/>
          <ac:spMkLst>
            <pc:docMk/>
            <pc:sldMk cId="1655514458" sldId="281"/>
            <ac:spMk id="75" creationId="{848C9A7E-BB23-3C4D-0EB0-F1F1580D08E5}"/>
          </ac:spMkLst>
        </pc:spChg>
        <pc:grpChg chg="del">
          <ac:chgData name="Baranski Daniel" userId="S::qbe3925@hca.corpad.net::4bb4b184-9a04-486f-8ff1-3c2b0b0b6625" providerId="AD" clId="Web-{6AA3DC11-8592-A899-D7ED-C3478795F669}" dt="2024-03-07T13:34:39.304" v="34"/>
          <ac:grpSpMkLst>
            <pc:docMk/>
            <pc:sldMk cId="1655514458" sldId="281"/>
            <ac:grpSpMk id="7" creationId="{366C84A8-5D46-9C64-2388-97E143A82B90}"/>
          </ac:grpSpMkLst>
        </pc:grpChg>
        <pc:grpChg chg="mod">
          <ac:chgData name="Baranski Daniel" userId="S::qbe3925@hca.corpad.net::4bb4b184-9a04-486f-8ff1-3c2b0b0b6625" providerId="AD" clId="Web-{6AA3DC11-8592-A899-D7ED-C3478795F669}" dt="2024-03-07T20:47:35.634" v="519" actId="1076"/>
          <ac:grpSpMkLst>
            <pc:docMk/>
            <pc:sldMk cId="1655514458" sldId="281"/>
            <ac:grpSpMk id="22" creationId="{888F64D1-3F67-AF6E-1FCB-93C1104943F4}"/>
          </ac:grpSpMkLst>
        </pc:grpChg>
        <pc:grpChg chg="del">
          <ac:chgData name="Baranski Daniel" userId="S::qbe3925@hca.corpad.net::4bb4b184-9a04-486f-8ff1-3c2b0b0b6625" providerId="AD" clId="Web-{6AA3DC11-8592-A899-D7ED-C3478795F669}" dt="2024-03-07T13:33:08.785" v="6"/>
          <ac:grpSpMkLst>
            <pc:docMk/>
            <pc:sldMk cId="1655514458" sldId="281"/>
            <ac:grpSpMk id="25" creationId="{E9DF344D-8318-6788-9DA2-8D12518779B0}"/>
          </ac:grpSpMkLst>
        </pc:grpChg>
        <pc:grpChg chg="add mod">
          <ac:chgData name="Baranski Daniel" userId="S::qbe3925@hca.corpad.net::4bb4b184-9a04-486f-8ff1-3c2b0b0b6625" providerId="AD" clId="Web-{6AA3DC11-8592-A899-D7ED-C3478795F669}" dt="2024-03-07T13:34:29.007" v="24" actId="1076"/>
          <ac:grpSpMkLst>
            <pc:docMk/>
            <pc:sldMk cId="1655514458" sldId="281"/>
            <ac:grpSpMk id="35" creationId="{650DF5B8-1CCB-1106-66CA-731287EE4FCF}"/>
          </ac:grpSpMkLst>
        </pc:grpChg>
        <pc:grpChg chg="add mod">
          <ac:chgData name="Baranski Daniel" userId="S::qbe3925@hca.corpad.net::4bb4b184-9a04-486f-8ff1-3c2b0b0b6625" providerId="AD" clId="Web-{6AA3DC11-8592-A899-D7ED-C3478795F669}" dt="2024-03-07T20:47:20.258" v="516" actId="1076"/>
          <ac:grpSpMkLst>
            <pc:docMk/>
            <pc:sldMk cId="1655514458" sldId="281"/>
            <ac:grpSpMk id="50" creationId="{822DC883-2D6C-004F-B16B-EB518FDB3743}"/>
          </ac:grpSpMkLst>
        </pc:grpChg>
        <pc:grpChg chg="add mod">
          <ac:chgData name="Baranski Daniel" userId="S::qbe3925@hca.corpad.net::4bb4b184-9a04-486f-8ff1-3c2b0b0b6625" providerId="AD" clId="Web-{6AA3DC11-8592-A899-D7ED-C3478795F669}" dt="2024-03-07T20:47:18.368" v="515" actId="1076"/>
          <ac:grpSpMkLst>
            <pc:docMk/>
            <pc:sldMk cId="1655514458" sldId="281"/>
            <ac:grpSpMk id="56" creationId="{BE7DDEC8-BE0F-E5FE-198B-2376B135F3A3}"/>
          </ac:grpSpMkLst>
        </pc:grpChg>
        <pc:grpChg chg="mod">
          <ac:chgData name="Baranski Daniel" userId="S::qbe3925@hca.corpad.net::4bb4b184-9a04-486f-8ff1-3c2b0b0b6625" providerId="AD" clId="Web-{6AA3DC11-8592-A899-D7ED-C3478795F669}" dt="2024-03-07T13:35:39.369" v="39" actId="1076"/>
          <ac:grpSpMkLst>
            <pc:docMk/>
            <pc:sldMk cId="1655514458" sldId="281"/>
            <ac:grpSpMk id="57" creationId="{EDA44ADD-DCCB-8975-D4F4-4811B21D6CE9}"/>
          </ac:grpSpMkLst>
        </pc:grpChg>
        <pc:grpChg chg="mod">
          <ac:chgData name="Baranski Daniel" userId="S::qbe3925@hca.corpad.net::4bb4b184-9a04-486f-8ff1-3c2b0b0b6625" providerId="AD" clId="Web-{6AA3DC11-8592-A899-D7ED-C3478795F669}" dt="2024-03-07T13:35:39.416" v="41" actId="1076"/>
          <ac:grpSpMkLst>
            <pc:docMk/>
            <pc:sldMk cId="1655514458" sldId="281"/>
            <ac:grpSpMk id="58" creationId="{806B8EF8-4467-A844-F40B-48D1ECBD3F4A}"/>
          </ac:grpSpMkLst>
        </pc:grpChg>
        <pc:grpChg chg="mod">
          <ac:chgData name="Baranski Daniel" userId="S::qbe3925@hca.corpad.net::4bb4b184-9a04-486f-8ff1-3c2b0b0b6625" providerId="AD" clId="Web-{6AA3DC11-8592-A899-D7ED-C3478795F669}" dt="2024-03-07T13:35:39.401" v="40" actId="1076"/>
          <ac:grpSpMkLst>
            <pc:docMk/>
            <pc:sldMk cId="1655514458" sldId="281"/>
            <ac:grpSpMk id="59" creationId="{C68C0D5F-8A93-95C3-9E98-3BD24BC0153E}"/>
          </ac:grpSpMkLst>
        </pc:grpChg>
        <pc:grpChg chg="add mod">
          <ac:chgData name="Baranski Daniel" userId="S::qbe3925@hca.corpad.net::4bb4b184-9a04-486f-8ff1-3c2b0b0b6625" providerId="AD" clId="Web-{6AA3DC11-8592-A899-D7ED-C3478795F669}" dt="2024-03-07T20:46:32.709" v="508" actId="1076"/>
          <ac:grpSpMkLst>
            <pc:docMk/>
            <pc:sldMk cId="1655514458" sldId="281"/>
            <ac:grpSpMk id="62" creationId="{C69F7004-5090-A714-6035-DF52A8F85E2C}"/>
          </ac:grpSpMkLst>
        </pc:grpChg>
        <pc:grpChg chg="del">
          <ac:chgData name="Baranski Daniel" userId="S::qbe3925@hca.corpad.net::4bb4b184-9a04-486f-8ff1-3c2b0b0b6625" providerId="AD" clId="Web-{6AA3DC11-8592-A899-D7ED-C3478795F669}" dt="2024-03-07T13:34:11.225" v="17"/>
          <ac:grpSpMkLst>
            <pc:docMk/>
            <pc:sldMk cId="1655514458" sldId="281"/>
            <ac:grpSpMk id="74" creationId="{323069FB-D915-E31C-A168-55CFD2E0651F}"/>
          </ac:grpSpMkLst>
        </pc:grpChg>
        <pc:grpChg chg="add del">
          <ac:chgData name="Baranski Daniel" userId="S::qbe3925@hca.corpad.net::4bb4b184-9a04-486f-8ff1-3c2b0b0b6625" providerId="AD" clId="Web-{6AA3DC11-8592-A899-D7ED-C3478795F669}" dt="2024-03-07T13:34:22.319" v="22"/>
          <ac:grpSpMkLst>
            <pc:docMk/>
            <pc:sldMk cId="1655514458" sldId="281"/>
            <ac:grpSpMk id="80" creationId="{7055D076-2138-1BF6-2D8B-DC0408209CAB}"/>
          </ac:grpSpMkLst>
        </pc:grpChg>
        <pc:picChg chg="add del">
          <ac:chgData name="Baranski Daniel" userId="S::qbe3925@hca.corpad.net::4bb4b184-9a04-486f-8ff1-3c2b0b0b6625" providerId="AD" clId="Web-{6AA3DC11-8592-A899-D7ED-C3478795F669}" dt="2024-03-07T20:45:46.519" v="499"/>
          <ac:picMkLst>
            <pc:docMk/>
            <pc:sldMk cId="1655514458" sldId="281"/>
            <ac:picMk id="7" creationId="{185F80F7-BAE5-A0B4-9FDD-28AD191F7DAC}"/>
          </ac:picMkLst>
        </pc:picChg>
        <pc:picChg chg="mod">
          <ac:chgData name="Baranski Daniel" userId="S::qbe3925@hca.corpad.net::4bb4b184-9a04-486f-8ff1-3c2b0b0b6625" providerId="AD" clId="Web-{6AA3DC11-8592-A899-D7ED-C3478795F669}" dt="2024-03-07T13:57:16.406" v="436" actId="1076"/>
          <ac:picMkLst>
            <pc:docMk/>
            <pc:sldMk cId="1655514458" sldId="281"/>
            <ac:picMk id="13" creationId="{689F5EB1-6C11-B450-DFA3-878E7677BF5B}"/>
          </ac:picMkLst>
        </pc:picChg>
        <pc:picChg chg="del">
          <ac:chgData name="Baranski Daniel" userId="S::qbe3925@hca.corpad.net::4bb4b184-9a04-486f-8ff1-3c2b0b0b6625" providerId="AD" clId="Web-{6AA3DC11-8592-A899-D7ED-C3478795F669}" dt="2024-03-07T13:34:13.147" v="18"/>
          <ac:picMkLst>
            <pc:docMk/>
            <pc:sldMk cId="1655514458" sldId="281"/>
            <ac:picMk id="76" creationId="{BC0D29D9-EF61-11BA-6264-D38A490F1FD8}"/>
          </ac:picMkLst>
        </pc:picChg>
        <pc:cxnChg chg="del">
          <ac:chgData name="Baranski Daniel" userId="S::qbe3925@hca.corpad.net::4bb4b184-9a04-486f-8ff1-3c2b0b0b6625" providerId="AD" clId="Web-{6AA3DC11-8592-A899-D7ED-C3478795F669}" dt="2024-03-07T13:34:07.444" v="16"/>
          <ac:cxnSpMkLst>
            <pc:docMk/>
            <pc:sldMk cId="1655514458" sldId="281"/>
            <ac:cxnSpMk id="37" creationId="{8EE1CA7E-831E-8C20-CDBF-C747133088A2}"/>
          </ac:cxnSpMkLst>
        </pc:cxnChg>
      </pc:sldChg>
      <pc:sldChg chg="modSp add del">
        <pc:chgData name="Baranski Daniel" userId="S::qbe3925@hca.corpad.net::4bb4b184-9a04-486f-8ff1-3c2b0b0b6625" providerId="AD" clId="Web-{6AA3DC11-8592-A899-D7ED-C3478795F669}" dt="2024-03-07T13:58:40.894" v="495"/>
        <pc:sldMkLst>
          <pc:docMk/>
          <pc:sldMk cId="2238512589" sldId="282"/>
        </pc:sldMkLst>
        <pc:spChg chg="mod">
          <ac:chgData name="Baranski Daniel" userId="S::qbe3925@hca.corpad.net::4bb4b184-9a04-486f-8ff1-3c2b0b0b6625" providerId="AD" clId="Web-{6AA3DC11-8592-A899-D7ED-C3478795F669}" dt="2024-03-07T13:50:33.921" v="158" actId="20577"/>
          <ac:spMkLst>
            <pc:docMk/>
            <pc:sldMk cId="2238512589" sldId="282"/>
            <ac:spMk id="5" creationId="{EA9A23FD-A357-28FE-4C98-DAFA5628EA19}"/>
          </ac:spMkLst>
        </pc:spChg>
      </pc:sldChg>
      <pc:sldChg chg="add">
        <pc:chgData name="Baranski Daniel" userId="S::qbe3925@hca.corpad.net::4bb4b184-9a04-486f-8ff1-3c2b0b0b6625" providerId="AD" clId="Web-{6AA3DC11-8592-A899-D7ED-C3478795F669}" dt="2024-03-07T13:32:44.659" v="4"/>
        <pc:sldMkLst>
          <pc:docMk/>
          <pc:sldMk cId="3233779530" sldId="285"/>
        </pc:sldMkLst>
      </pc:sldChg>
      <pc:sldChg chg="modSp add">
        <pc:chgData name="Baranski Daniel" userId="S::qbe3925@hca.corpad.net::4bb4b184-9a04-486f-8ff1-3c2b0b0b6625" providerId="AD" clId="Web-{6AA3DC11-8592-A899-D7ED-C3478795F669}" dt="2024-03-07T13:58:32.175" v="494"/>
        <pc:sldMkLst>
          <pc:docMk/>
          <pc:sldMk cId="3046352614" sldId="286"/>
        </pc:sldMkLst>
        <pc:spChg chg="mod">
          <ac:chgData name="Baranski Daniel" userId="S::qbe3925@hca.corpad.net::4bb4b184-9a04-486f-8ff1-3c2b0b0b6625" providerId="AD" clId="Web-{6AA3DC11-8592-A899-D7ED-C3478795F669}" dt="2024-03-07T13:50:25.655" v="149" actId="20577"/>
          <ac:spMkLst>
            <pc:docMk/>
            <pc:sldMk cId="3046352614" sldId="286"/>
            <ac:spMk id="2" creationId="{85C90E22-3B50-5757-5F90-AD6B274BD3D1}"/>
          </ac:spMkLst>
        </pc:spChg>
        <pc:spChg chg="mod">
          <ac:chgData name="Baranski Daniel" userId="S::qbe3925@hca.corpad.net::4bb4b184-9a04-486f-8ff1-3c2b0b0b6625" providerId="AD" clId="Web-{6AA3DC11-8592-A899-D7ED-C3478795F669}" dt="2024-03-07T13:53:28.038" v="208" actId="20577"/>
          <ac:spMkLst>
            <pc:docMk/>
            <pc:sldMk cId="3046352614" sldId="286"/>
            <ac:spMk id="8" creationId="{7B8B0CB0-E02B-ED28-4BD5-BDF858D754D7}"/>
          </ac:spMkLst>
        </pc:spChg>
        <pc:graphicFrameChg chg="mod modGraphic">
          <ac:chgData name="Baranski Daniel" userId="S::qbe3925@hca.corpad.net::4bb4b184-9a04-486f-8ff1-3c2b0b0b6625" providerId="AD" clId="Web-{6AA3DC11-8592-A899-D7ED-C3478795F669}" dt="2024-03-07T13:58:32.175" v="494"/>
          <ac:graphicFrameMkLst>
            <pc:docMk/>
            <pc:sldMk cId="3046352614" sldId="286"/>
            <ac:graphicFrameMk id="4" creationId="{95A99DC4-A74E-649A-CD9E-D23B213BD846}"/>
          </ac:graphicFrameMkLst>
        </pc:graphicFrameChg>
      </pc:sldChg>
      <pc:sldChg chg="modSp add">
        <pc:chgData name="Baranski Daniel" userId="S::qbe3925@hca.corpad.net::4bb4b184-9a04-486f-8ff1-3c2b0b0b6625" providerId="AD" clId="Web-{6AA3DC11-8592-A899-D7ED-C3478795F669}" dt="2024-03-07T13:47:23.648" v="47" actId="20577"/>
        <pc:sldMkLst>
          <pc:docMk/>
          <pc:sldMk cId="524830099" sldId="290"/>
        </pc:sldMkLst>
        <pc:spChg chg="mod">
          <ac:chgData name="Baranski Daniel" userId="S::qbe3925@hca.corpad.net::4bb4b184-9a04-486f-8ff1-3c2b0b0b6625" providerId="AD" clId="Web-{6AA3DC11-8592-A899-D7ED-C3478795F669}" dt="2024-03-07T13:47:23.648" v="47" actId="20577"/>
          <ac:spMkLst>
            <pc:docMk/>
            <pc:sldMk cId="524830099" sldId="290"/>
            <ac:spMk id="2" creationId="{EAE1E3A8-8EC9-A5D6-D03F-B1D632F7905B}"/>
          </ac:spMkLst>
        </pc:spChg>
      </pc:sldChg>
      <pc:sldChg chg="add">
        <pc:chgData name="Baranski Daniel" userId="S::qbe3925@hca.corpad.net::4bb4b184-9a04-486f-8ff1-3c2b0b0b6625" providerId="AD" clId="Web-{6AA3DC11-8592-A899-D7ED-C3478795F669}" dt="2024-03-07T15:01:09.853" v="496"/>
        <pc:sldMkLst>
          <pc:docMk/>
          <pc:sldMk cId="1844272658" sldId="291"/>
        </pc:sldMkLst>
      </pc:sldChg>
    </pc:docChg>
  </pc:docChgLst>
  <pc:docChgLst>
    <pc:chgData name="Baranski Daniel" userId="S::qbe3925@hca.corpad.net::4bb4b184-9a04-486f-8ff1-3c2b0b0b6625" providerId="AD" clId="Web-{26307D75-F245-B99F-658B-A509FAD95131}"/>
    <pc:docChg chg="modSld">
      <pc:chgData name="Baranski Daniel" userId="S::qbe3925@hca.corpad.net::4bb4b184-9a04-486f-8ff1-3c2b0b0b6625" providerId="AD" clId="Web-{26307D75-F245-B99F-658B-A509FAD95131}" dt="2024-03-15T17:56:51.157" v="91"/>
      <pc:docMkLst>
        <pc:docMk/>
      </pc:docMkLst>
      <pc:sldChg chg="modSp">
        <pc:chgData name="Baranski Daniel" userId="S::qbe3925@hca.corpad.net::4bb4b184-9a04-486f-8ff1-3c2b0b0b6625" providerId="AD" clId="Web-{26307D75-F245-B99F-658B-A509FAD95131}" dt="2024-03-15T17:56:51.157" v="91"/>
        <pc:sldMkLst>
          <pc:docMk/>
          <pc:sldMk cId="1881994668" sldId="294"/>
        </pc:sldMkLst>
        <pc:graphicFrameChg chg="mod modGraphic">
          <ac:chgData name="Baranski Daniel" userId="S::qbe3925@hca.corpad.net::4bb4b184-9a04-486f-8ff1-3c2b0b0b6625" providerId="AD" clId="Web-{26307D75-F245-B99F-658B-A509FAD95131}" dt="2024-03-15T17:56:51.157" v="91"/>
          <ac:graphicFrameMkLst>
            <pc:docMk/>
            <pc:sldMk cId="1881994668" sldId="294"/>
            <ac:graphicFrameMk id="4" creationId="{95A99DC4-A74E-649A-CD9E-D23B213BD846}"/>
          </ac:graphicFrameMkLst>
        </pc:graphicFrameChg>
      </pc:sldChg>
    </pc:docChg>
  </pc:docChgLst>
  <pc:docChgLst>
    <pc:chgData name="Baranski Daniel" userId="S::qbe3925@hca.corpad.net::4bb4b184-9a04-486f-8ff1-3c2b0b0b6625" providerId="AD" clId="Web-{9A6A017D-3EAA-3116-7F00-635CC7245574}"/>
    <pc:docChg chg="delSld modSld">
      <pc:chgData name="Baranski Daniel" userId="S::qbe3925@hca.corpad.net::4bb4b184-9a04-486f-8ff1-3c2b0b0b6625" providerId="AD" clId="Web-{9A6A017D-3EAA-3116-7F00-635CC7245574}" dt="2024-03-07T20:53:42.891" v="62"/>
      <pc:docMkLst>
        <pc:docMk/>
      </pc:docMkLst>
      <pc:sldChg chg="del">
        <pc:chgData name="Baranski Daniel" userId="S::qbe3925@hca.corpad.net::4bb4b184-9a04-486f-8ff1-3c2b0b0b6625" providerId="AD" clId="Web-{9A6A017D-3EAA-3116-7F00-635CC7245574}" dt="2024-03-07T20:48:58.070" v="16"/>
        <pc:sldMkLst>
          <pc:docMk/>
          <pc:sldMk cId="0" sldId="257"/>
        </pc:sldMkLst>
      </pc:sldChg>
      <pc:sldChg chg="addSp delSp modSp">
        <pc:chgData name="Baranski Daniel" userId="S::qbe3925@hca.corpad.net::4bb4b184-9a04-486f-8ff1-3c2b0b0b6625" providerId="AD" clId="Web-{9A6A017D-3EAA-3116-7F00-635CC7245574}" dt="2024-03-07T20:53:42.891" v="62"/>
        <pc:sldMkLst>
          <pc:docMk/>
          <pc:sldMk cId="1655514458" sldId="281"/>
        </pc:sldMkLst>
        <pc:spChg chg="add del mod">
          <ac:chgData name="Baranski Daniel" userId="S::qbe3925@hca.corpad.net::4bb4b184-9a04-486f-8ff1-3c2b0b0b6625" providerId="AD" clId="Web-{9A6A017D-3EAA-3116-7F00-635CC7245574}" dt="2024-03-07T20:52:01.747" v="37"/>
          <ac:spMkLst>
            <pc:docMk/>
            <pc:sldMk cId="1655514458" sldId="281"/>
            <ac:spMk id="5" creationId="{A51BC80E-2B77-4629-CE0A-62FA25B0D4E2}"/>
          </ac:spMkLst>
        </pc:spChg>
        <pc:spChg chg="add del mod">
          <ac:chgData name="Baranski Daniel" userId="S::qbe3925@hca.corpad.net::4bb4b184-9a04-486f-8ff1-3c2b0b0b6625" providerId="AD" clId="Web-{9A6A017D-3EAA-3116-7F00-635CC7245574}" dt="2024-03-07T20:52:36.295" v="44"/>
          <ac:spMkLst>
            <pc:docMk/>
            <pc:sldMk cId="1655514458" sldId="281"/>
            <ac:spMk id="7" creationId="{A7887662-DB09-2DE9-6468-F5459DB7A238}"/>
          </ac:spMkLst>
        </pc:spChg>
        <pc:spChg chg="add del mod">
          <ac:chgData name="Baranski Daniel" userId="S::qbe3925@hca.corpad.net::4bb4b184-9a04-486f-8ff1-3c2b0b0b6625" providerId="AD" clId="Web-{9A6A017D-3EAA-3116-7F00-635CC7245574}" dt="2024-03-07T20:52:56.718" v="51"/>
          <ac:spMkLst>
            <pc:docMk/>
            <pc:sldMk cId="1655514458" sldId="281"/>
            <ac:spMk id="14" creationId="{B6A0B544-8EC4-BC24-E6CD-7E9BF5C13941}"/>
          </ac:spMkLst>
        </pc:spChg>
        <pc:spChg chg="del">
          <ac:chgData name="Baranski Daniel" userId="S::qbe3925@hca.corpad.net::4bb4b184-9a04-486f-8ff1-3c2b0b0b6625" providerId="AD" clId="Web-{9A6A017D-3EAA-3116-7F00-635CC7245574}" dt="2024-03-07T20:50:16.338" v="26"/>
          <ac:spMkLst>
            <pc:docMk/>
            <pc:sldMk cId="1655514458" sldId="281"/>
            <ac:spMk id="15" creationId="{E095EB24-67E9-DCBD-6A3E-48F06294638A}"/>
          </ac:spMkLst>
        </pc:spChg>
        <pc:spChg chg="del">
          <ac:chgData name="Baranski Daniel" userId="S::qbe3925@hca.corpad.net::4bb4b184-9a04-486f-8ff1-3c2b0b0b6625" providerId="AD" clId="Web-{9A6A017D-3EAA-3116-7F00-635CC7245574}" dt="2024-03-07T20:50:15.369" v="25"/>
          <ac:spMkLst>
            <pc:docMk/>
            <pc:sldMk cId="1655514458" sldId="281"/>
            <ac:spMk id="23" creationId="{E9C2799B-8006-B1F2-0598-4ADFE059FA6E}"/>
          </ac:spMkLst>
        </pc:spChg>
        <pc:spChg chg="add mod">
          <ac:chgData name="Baranski Daniel" userId="S::qbe3925@hca.corpad.net::4bb4b184-9a04-486f-8ff1-3c2b0b0b6625" providerId="AD" clId="Web-{9A6A017D-3EAA-3116-7F00-635CC7245574}" dt="2024-03-07T20:53:42.891" v="62"/>
          <ac:spMkLst>
            <pc:docMk/>
            <pc:sldMk cId="1655514458" sldId="281"/>
            <ac:spMk id="25" creationId="{4730CAF4-AFE9-FBFA-A3B8-7698304501B8}"/>
          </ac:spMkLst>
        </pc:spChg>
        <pc:spChg chg="mod">
          <ac:chgData name="Baranski Daniel" userId="S::qbe3925@hca.corpad.net::4bb4b184-9a04-486f-8ff1-3c2b0b0b6625" providerId="AD" clId="Web-{9A6A017D-3EAA-3116-7F00-635CC7245574}" dt="2024-03-07T20:48:01.490" v="2" actId="20577"/>
          <ac:spMkLst>
            <pc:docMk/>
            <pc:sldMk cId="1655514458" sldId="281"/>
            <ac:spMk id="52" creationId="{A21C8B1F-85AD-F2E5-82B5-1FDA6C61FD28}"/>
          </ac:spMkLst>
        </pc:spChg>
        <pc:spChg chg="mod">
          <ac:chgData name="Baranski Daniel" userId="S::qbe3925@hca.corpad.net::4bb4b184-9a04-486f-8ff1-3c2b0b0b6625" providerId="AD" clId="Web-{9A6A017D-3EAA-3116-7F00-635CC7245574}" dt="2024-03-07T20:48:04.522" v="8" actId="20577"/>
          <ac:spMkLst>
            <pc:docMk/>
            <pc:sldMk cId="1655514458" sldId="281"/>
            <ac:spMk id="60" creationId="{44C8CF4A-C6B0-4CB9-AFF4-3AE78B2DDC29}"/>
          </ac:spMkLst>
        </pc:spChg>
        <pc:spChg chg="mod">
          <ac:chgData name="Baranski Daniel" userId="S::qbe3925@hca.corpad.net::4bb4b184-9a04-486f-8ff1-3c2b0b0b6625" providerId="AD" clId="Web-{9A6A017D-3EAA-3116-7F00-635CC7245574}" dt="2024-03-07T20:48:08.866" v="9" actId="20577"/>
          <ac:spMkLst>
            <pc:docMk/>
            <pc:sldMk cId="1655514458" sldId="281"/>
            <ac:spMk id="73" creationId="{B7846EE1-89F9-B037-CB06-D7D52A1C6474}"/>
          </ac:spMkLst>
        </pc:spChg>
        <pc:grpChg chg="mod">
          <ac:chgData name="Baranski Daniel" userId="S::qbe3925@hca.corpad.net::4bb4b184-9a04-486f-8ff1-3c2b0b0b6625" providerId="AD" clId="Web-{9A6A017D-3EAA-3116-7F00-635CC7245574}" dt="2024-03-07T20:48:40.757" v="11" actId="1076"/>
          <ac:grpSpMkLst>
            <pc:docMk/>
            <pc:sldMk cId="1655514458" sldId="281"/>
            <ac:grpSpMk id="22" creationId="{888F64D1-3F67-AF6E-1FCB-93C1104943F4}"/>
          </ac:grpSpMkLst>
        </pc:grpChg>
        <pc:grpChg chg="del">
          <ac:chgData name="Baranski Daniel" userId="S::qbe3925@hca.corpad.net::4bb4b184-9a04-486f-8ff1-3c2b0b0b6625" providerId="AD" clId="Web-{9A6A017D-3EAA-3116-7F00-635CC7245574}" dt="2024-03-07T20:50:18.338" v="27"/>
          <ac:grpSpMkLst>
            <pc:docMk/>
            <pc:sldMk cId="1655514458" sldId="281"/>
            <ac:grpSpMk id="24" creationId="{9DF3B036-0A7F-F13A-1291-AE75B736B0E4}"/>
          </ac:grpSpMkLst>
        </pc:grpChg>
        <pc:grpChg chg="mod">
          <ac:chgData name="Baranski Daniel" userId="S::qbe3925@hca.corpad.net::4bb4b184-9a04-486f-8ff1-3c2b0b0b6625" providerId="AD" clId="Web-{9A6A017D-3EAA-3116-7F00-635CC7245574}" dt="2024-03-07T20:50:37.354" v="29" actId="1076"/>
          <ac:grpSpMkLst>
            <pc:docMk/>
            <pc:sldMk cId="1655514458" sldId="281"/>
            <ac:grpSpMk id="36" creationId="{E2050AF5-9219-022F-65AE-4B1B444AA763}"/>
          </ac:grpSpMkLst>
        </pc:grpChg>
        <pc:grpChg chg="mod">
          <ac:chgData name="Baranski Daniel" userId="S::qbe3925@hca.corpad.net::4bb4b184-9a04-486f-8ff1-3c2b0b0b6625" providerId="AD" clId="Web-{9A6A017D-3EAA-3116-7F00-635CC7245574}" dt="2024-03-07T20:50:29.229" v="28" actId="1076"/>
          <ac:grpSpMkLst>
            <pc:docMk/>
            <pc:sldMk cId="1655514458" sldId="281"/>
            <ac:grpSpMk id="46" creationId="{6A07236E-636B-1FAE-9DAB-095BD193128E}"/>
          </ac:grpSpMkLst>
        </pc:grpChg>
        <pc:grpChg chg="mod">
          <ac:chgData name="Baranski Daniel" userId="S::qbe3925@hca.corpad.net::4bb4b184-9a04-486f-8ff1-3c2b0b0b6625" providerId="AD" clId="Web-{9A6A017D-3EAA-3116-7F00-635CC7245574}" dt="2024-03-07T20:48:45.711" v="14" actId="1076"/>
          <ac:grpSpMkLst>
            <pc:docMk/>
            <pc:sldMk cId="1655514458" sldId="281"/>
            <ac:grpSpMk id="50" creationId="{822DC883-2D6C-004F-B16B-EB518FDB3743}"/>
          </ac:grpSpMkLst>
        </pc:grpChg>
        <pc:grpChg chg="mod">
          <ac:chgData name="Baranski Daniel" userId="S::qbe3925@hca.corpad.net::4bb4b184-9a04-486f-8ff1-3c2b0b0b6625" providerId="AD" clId="Web-{9A6A017D-3EAA-3116-7F00-635CC7245574}" dt="2024-03-07T20:48:45.726" v="15" actId="1076"/>
          <ac:grpSpMkLst>
            <pc:docMk/>
            <pc:sldMk cId="1655514458" sldId="281"/>
            <ac:grpSpMk id="56" creationId="{BE7DDEC8-BE0F-E5FE-198B-2376B135F3A3}"/>
          </ac:grpSpMkLst>
        </pc:grpChg>
        <pc:grpChg chg="mod">
          <ac:chgData name="Baranski Daniel" userId="S::qbe3925@hca.corpad.net::4bb4b184-9a04-486f-8ff1-3c2b0b0b6625" providerId="AD" clId="Web-{9A6A017D-3EAA-3116-7F00-635CC7245574}" dt="2024-03-07T20:48:40.804" v="13" actId="1076"/>
          <ac:grpSpMkLst>
            <pc:docMk/>
            <pc:sldMk cId="1655514458" sldId="281"/>
            <ac:grpSpMk id="62" creationId="{C69F7004-5090-A714-6035-DF52A8F85E2C}"/>
          </ac:grpSpMkLst>
        </pc:grpChg>
      </pc:sldChg>
      <pc:sldChg chg="modSp">
        <pc:chgData name="Baranski Daniel" userId="S::qbe3925@hca.corpad.net::4bb4b184-9a04-486f-8ff1-3c2b0b0b6625" providerId="AD" clId="Web-{9A6A017D-3EAA-3116-7F00-635CC7245574}" dt="2024-03-07T20:49:16.680" v="24"/>
        <pc:sldMkLst>
          <pc:docMk/>
          <pc:sldMk cId="3046352614" sldId="286"/>
        </pc:sldMkLst>
        <pc:graphicFrameChg chg="mod modGraphic">
          <ac:chgData name="Baranski Daniel" userId="S::qbe3925@hca.corpad.net::4bb4b184-9a04-486f-8ff1-3c2b0b0b6625" providerId="AD" clId="Web-{9A6A017D-3EAA-3116-7F00-635CC7245574}" dt="2024-03-07T20:49:16.680" v="24"/>
          <ac:graphicFrameMkLst>
            <pc:docMk/>
            <pc:sldMk cId="3046352614" sldId="286"/>
            <ac:graphicFrameMk id="4" creationId="{95A99DC4-A74E-649A-CD9E-D23B213BD846}"/>
          </ac:graphicFrameMkLst>
        </pc:graphicFrameChg>
      </pc:sldChg>
    </pc:docChg>
  </pc:docChgLst>
  <pc:docChgLst>
    <pc:chgData name="Baranski Daniel" userId="S::qbe3925@hca.corpad.net::4bb4b184-9a04-486f-8ff1-3c2b0b0b6625" providerId="AD" clId="Web-{D61C71AF-5991-C0F8-6752-01DF4BB8892E}"/>
    <pc:docChg chg="addSld delSld modSld">
      <pc:chgData name="Baranski Daniel" userId="S::qbe3925@hca.corpad.net::4bb4b184-9a04-486f-8ff1-3c2b0b0b6625" providerId="AD" clId="Web-{D61C71AF-5991-C0F8-6752-01DF4BB8892E}" dt="2024-03-14T17:40:43.068" v="1124" actId="20577"/>
      <pc:docMkLst>
        <pc:docMk/>
      </pc:docMkLst>
      <pc:sldChg chg="addSp delSp modSp">
        <pc:chgData name="Baranski Daniel" userId="S::qbe3925@hca.corpad.net::4bb4b184-9a04-486f-8ff1-3c2b0b0b6625" providerId="AD" clId="Web-{D61C71AF-5991-C0F8-6752-01DF4BB8892E}" dt="2024-03-14T17:40:43.068" v="1124" actId="20577"/>
        <pc:sldMkLst>
          <pc:docMk/>
          <pc:sldMk cId="1655514458" sldId="281"/>
        </pc:sldMkLst>
        <pc:spChg chg="mod">
          <ac:chgData name="Baranski Daniel" userId="S::qbe3925@hca.corpad.net::4bb4b184-9a04-486f-8ff1-3c2b0b0b6625" providerId="AD" clId="Web-{D61C71AF-5991-C0F8-6752-01DF4BB8892E}" dt="2024-03-14T12:41:37.891" v="1079" actId="14100"/>
          <ac:spMkLst>
            <pc:docMk/>
            <pc:sldMk cId="1655514458" sldId="281"/>
            <ac:spMk id="2" creationId="{4F0CDD25-F363-4F9D-A790-73EA4F2E2570}"/>
          </ac:spMkLst>
        </pc:spChg>
        <pc:spChg chg="mod">
          <ac:chgData name="Baranski Daniel" userId="S::qbe3925@hca.corpad.net::4bb4b184-9a04-486f-8ff1-3c2b0b0b6625" providerId="AD" clId="Web-{D61C71AF-5991-C0F8-6752-01DF4BB8892E}" dt="2024-03-13T15:01:49.809" v="149" actId="20577"/>
          <ac:spMkLst>
            <pc:docMk/>
            <pc:sldMk cId="1655514458" sldId="281"/>
            <ac:spMk id="4" creationId="{AC31EAB1-E4E3-4F07-A173-7AE726950870}"/>
          </ac:spMkLst>
        </pc:spChg>
        <pc:spChg chg="add mod">
          <ac:chgData name="Baranski Daniel" userId="S::qbe3925@hca.corpad.net::4bb4b184-9a04-486f-8ff1-3c2b0b0b6625" providerId="AD" clId="Web-{D61C71AF-5991-C0F8-6752-01DF4BB8892E}" dt="2024-03-14T17:40:43.068" v="1124" actId="20577"/>
          <ac:spMkLst>
            <pc:docMk/>
            <pc:sldMk cId="1655514458" sldId="281"/>
            <ac:spMk id="7" creationId="{88BAA634-3749-4F49-3BE8-8E990AFB05C5}"/>
          </ac:spMkLst>
        </pc:spChg>
        <pc:spChg chg="del">
          <ac:chgData name="Baranski Daniel" userId="S::qbe3925@hca.corpad.net::4bb4b184-9a04-486f-8ff1-3c2b0b0b6625" providerId="AD" clId="Web-{D61C71AF-5991-C0F8-6752-01DF4BB8892E}" dt="2024-03-13T15:03:24.874" v="175"/>
          <ac:spMkLst>
            <pc:docMk/>
            <pc:sldMk cId="1655514458" sldId="281"/>
            <ac:spMk id="7" creationId="{9B058D7E-4369-E5D9-845D-DB04FAFF1B56}"/>
          </ac:spMkLst>
        </pc:spChg>
        <pc:spChg chg="mod">
          <ac:chgData name="Baranski Daniel" userId="S::qbe3925@hca.corpad.net::4bb4b184-9a04-486f-8ff1-3c2b0b0b6625" providerId="AD" clId="Web-{D61C71AF-5991-C0F8-6752-01DF4BB8892E}" dt="2024-03-14T12:41:45.907" v="1081" actId="14100"/>
          <ac:spMkLst>
            <pc:docMk/>
            <pc:sldMk cId="1655514458" sldId="281"/>
            <ac:spMk id="12" creationId="{92FDE270-44BA-4C81-BB8F-49AC4AF9394B}"/>
          </ac:spMkLst>
        </pc:spChg>
        <pc:spChg chg="mod">
          <ac:chgData name="Baranski Daniel" userId="S::qbe3925@hca.corpad.net::4bb4b184-9a04-486f-8ff1-3c2b0b0b6625" providerId="AD" clId="Web-{D61C71AF-5991-C0F8-6752-01DF4BB8892E}" dt="2024-03-14T12:41:24.938" v="1076" actId="1076"/>
          <ac:spMkLst>
            <pc:docMk/>
            <pc:sldMk cId="1655514458" sldId="281"/>
            <ac:spMk id="14" creationId="{74A0561C-575B-7226-C1FD-0D21C310019A}"/>
          </ac:spMkLst>
        </pc:spChg>
        <pc:spChg chg="mod">
          <ac:chgData name="Baranski Daniel" userId="S::qbe3925@hca.corpad.net::4bb4b184-9a04-486f-8ff1-3c2b0b0b6625" providerId="AD" clId="Web-{D61C71AF-5991-C0F8-6752-01DF4BB8892E}" dt="2024-03-14T17:12:45.263" v="1119" actId="20577"/>
          <ac:spMkLst>
            <pc:docMk/>
            <pc:sldMk cId="1655514458" sldId="281"/>
            <ac:spMk id="28" creationId="{02FDC1E3-52B9-1336-75B1-98541844EBBD}"/>
          </ac:spMkLst>
        </pc:spChg>
        <pc:grpChg chg="mod">
          <ac:chgData name="Baranski Daniel" userId="S::qbe3925@hca.corpad.net::4bb4b184-9a04-486f-8ff1-3c2b0b0b6625" providerId="AD" clId="Web-{D61C71AF-5991-C0F8-6752-01DF4BB8892E}" dt="2024-03-14T12:41:24.844" v="1072" actId="1076"/>
          <ac:grpSpMkLst>
            <pc:docMk/>
            <pc:sldMk cId="1655514458" sldId="281"/>
            <ac:grpSpMk id="22" creationId="{888F64D1-3F67-AF6E-1FCB-93C1104943F4}"/>
          </ac:grpSpMkLst>
        </pc:grpChg>
        <pc:grpChg chg="mod">
          <ac:chgData name="Baranski Daniel" userId="S::qbe3925@hca.corpad.net::4bb4b184-9a04-486f-8ff1-3c2b0b0b6625" providerId="AD" clId="Web-{D61C71AF-5991-C0F8-6752-01DF4BB8892E}" dt="2024-03-14T12:41:24.860" v="1073" actId="1076"/>
          <ac:grpSpMkLst>
            <pc:docMk/>
            <pc:sldMk cId="1655514458" sldId="281"/>
            <ac:grpSpMk id="50" creationId="{822DC883-2D6C-004F-B16B-EB518FDB3743}"/>
          </ac:grpSpMkLst>
        </pc:grpChg>
        <pc:grpChg chg="mod">
          <ac:chgData name="Baranski Daniel" userId="S::qbe3925@hca.corpad.net::4bb4b184-9a04-486f-8ff1-3c2b0b0b6625" providerId="AD" clId="Web-{D61C71AF-5991-C0F8-6752-01DF4BB8892E}" dt="2024-03-14T12:41:24.891" v="1074" actId="1076"/>
          <ac:grpSpMkLst>
            <pc:docMk/>
            <pc:sldMk cId="1655514458" sldId="281"/>
            <ac:grpSpMk id="56" creationId="{BE7DDEC8-BE0F-E5FE-198B-2376B135F3A3}"/>
          </ac:grpSpMkLst>
        </pc:grpChg>
        <pc:grpChg chg="mod">
          <ac:chgData name="Baranski Daniel" userId="S::qbe3925@hca.corpad.net::4bb4b184-9a04-486f-8ff1-3c2b0b0b6625" providerId="AD" clId="Web-{D61C71AF-5991-C0F8-6752-01DF4BB8892E}" dt="2024-03-14T12:41:24.922" v="1075" actId="1076"/>
          <ac:grpSpMkLst>
            <pc:docMk/>
            <pc:sldMk cId="1655514458" sldId="281"/>
            <ac:grpSpMk id="62" creationId="{C69F7004-5090-A714-6035-DF52A8F85E2C}"/>
          </ac:grpSpMkLst>
        </pc:grpChg>
        <pc:picChg chg="mod">
          <ac:chgData name="Baranski Daniel" userId="S::qbe3925@hca.corpad.net::4bb4b184-9a04-486f-8ff1-3c2b0b0b6625" providerId="AD" clId="Web-{D61C71AF-5991-C0F8-6752-01DF4BB8892E}" dt="2024-03-14T12:41:24.969" v="1077" actId="1076"/>
          <ac:picMkLst>
            <pc:docMk/>
            <pc:sldMk cId="1655514458" sldId="281"/>
            <ac:picMk id="5" creationId="{FA982B22-7799-90FB-C7F3-87CDDC2E8E43}"/>
          </ac:picMkLst>
        </pc:picChg>
        <pc:cxnChg chg="mod">
          <ac:chgData name="Baranski Daniel" userId="S::qbe3925@hca.corpad.net::4bb4b184-9a04-486f-8ff1-3c2b0b0b6625" providerId="AD" clId="Web-{D61C71AF-5991-C0F8-6752-01DF4BB8892E}" dt="2024-03-14T12:41:33.094" v="1078" actId="1076"/>
          <ac:cxnSpMkLst>
            <pc:docMk/>
            <pc:sldMk cId="1655514458" sldId="281"/>
            <ac:cxnSpMk id="20" creationId="{E7B7195B-8721-75DC-68A2-15F4C7F43AF7}"/>
          </ac:cxnSpMkLst>
        </pc:cxnChg>
      </pc:sldChg>
      <pc:sldChg chg="modSp">
        <pc:chgData name="Baranski Daniel" userId="S::qbe3925@hca.corpad.net::4bb4b184-9a04-486f-8ff1-3c2b0b0b6625" providerId="AD" clId="Web-{D61C71AF-5991-C0F8-6752-01DF4BB8892E}" dt="2024-03-13T15:02:54.920" v="154" actId="20577"/>
        <pc:sldMkLst>
          <pc:docMk/>
          <pc:sldMk cId="3233779530" sldId="285"/>
        </pc:sldMkLst>
        <pc:spChg chg="mod">
          <ac:chgData name="Baranski Daniel" userId="S::qbe3925@hca.corpad.net::4bb4b184-9a04-486f-8ff1-3c2b0b0b6625" providerId="AD" clId="Web-{D61C71AF-5991-C0F8-6752-01DF4BB8892E}" dt="2024-03-13T15:01:29.980" v="148" actId="20577"/>
          <ac:spMkLst>
            <pc:docMk/>
            <pc:sldMk cId="3233779530" sldId="285"/>
            <ac:spMk id="4" creationId="{7ED3177B-33FA-E6E1-8C82-BD591023AD70}"/>
          </ac:spMkLst>
        </pc:spChg>
        <pc:spChg chg="mod">
          <ac:chgData name="Baranski Daniel" userId="S::qbe3925@hca.corpad.net::4bb4b184-9a04-486f-8ff1-3c2b0b0b6625" providerId="AD" clId="Web-{D61C71AF-5991-C0F8-6752-01DF4BB8892E}" dt="2024-03-13T15:02:54.920" v="154" actId="20577"/>
          <ac:spMkLst>
            <pc:docMk/>
            <pc:sldMk cId="3233779530" sldId="285"/>
            <ac:spMk id="7" creationId="{8978D557-51B2-E4EA-9926-BA557AADDF5B}"/>
          </ac:spMkLst>
        </pc:spChg>
      </pc:sldChg>
      <pc:sldChg chg="modSp modCm">
        <pc:chgData name="Baranski Daniel" userId="S::qbe3925@hca.corpad.net::4bb4b184-9a04-486f-8ff1-3c2b0b0b6625" providerId="AD" clId="Web-{D61C71AF-5991-C0F8-6752-01DF4BB8892E}" dt="2024-03-13T19:29:34.005" v="1037"/>
        <pc:sldMkLst>
          <pc:docMk/>
          <pc:sldMk cId="3046352614" sldId="286"/>
        </pc:sldMkLst>
        <pc:graphicFrameChg chg="mod modGraphic">
          <ac:chgData name="Baranski Daniel" userId="S::qbe3925@hca.corpad.net::4bb4b184-9a04-486f-8ff1-3c2b0b0b6625" providerId="AD" clId="Web-{D61C71AF-5991-C0F8-6752-01DF4BB8892E}" dt="2024-03-13T19:29:34.005" v="1037"/>
          <ac:graphicFrameMkLst>
            <pc:docMk/>
            <pc:sldMk cId="3046352614" sldId="286"/>
            <ac:graphicFrameMk id="4" creationId="{95A99DC4-A74E-649A-CD9E-D23B213BD846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xmlns="" chg="mod">
              <pc226:chgData name="Baranski Daniel" userId="S::qbe3925@hca.corpad.net::4bb4b184-9a04-486f-8ff1-3c2b0b0b6625" providerId="AD" clId="Web-{D61C71AF-5991-C0F8-6752-01DF4BB8892E}" dt="2024-03-13T19:29:33.989" v="1036"/>
              <pc2:cmMkLst xmlns:pc2="http://schemas.microsoft.com/office/powerpoint/2019/9/main/command">
                <pc:docMk/>
                <pc:sldMk cId="3046352614" sldId="286"/>
                <pc2:cmMk id="{A3FE2DD2-4A1B-45BA-9CE7-522CED9780C4}"/>
              </pc2:cmMkLst>
            </pc226:cmChg>
          </p:ext>
        </pc:extLst>
      </pc:sldChg>
      <pc:sldChg chg="add del">
        <pc:chgData name="Baranski Daniel" userId="S::qbe3925@hca.corpad.net::4bb4b184-9a04-486f-8ff1-3c2b0b0b6625" providerId="AD" clId="Web-{D61C71AF-5991-C0F8-6752-01DF4BB8892E}" dt="2024-03-13T15:28:23.299" v="530"/>
        <pc:sldMkLst>
          <pc:docMk/>
          <pc:sldMk cId="381831102" sldId="292"/>
        </pc:sldMkLst>
      </pc:sldChg>
      <pc:sldChg chg="addSp delSp modSp add replId addCm">
        <pc:chgData name="Baranski Daniel" userId="S::qbe3925@hca.corpad.net::4bb4b184-9a04-486f-8ff1-3c2b0b0b6625" providerId="AD" clId="Web-{D61C71AF-5991-C0F8-6752-01DF4BB8892E}" dt="2024-03-14T12:44:27.254" v="1100"/>
        <pc:sldMkLst>
          <pc:docMk/>
          <pc:sldMk cId="661428433" sldId="293"/>
        </pc:sldMkLst>
        <pc:spChg chg="mod">
          <ac:chgData name="Baranski Daniel" userId="S::qbe3925@hca.corpad.net::4bb4b184-9a04-486f-8ff1-3c2b0b0b6625" providerId="AD" clId="Web-{D61C71AF-5991-C0F8-6752-01DF4BB8892E}" dt="2024-03-13T15:04:59.534" v="176" actId="20577"/>
          <ac:spMkLst>
            <pc:docMk/>
            <pc:sldMk cId="661428433" sldId="293"/>
            <ac:spMk id="4" creationId="{7ED3177B-33FA-E6E1-8C82-BD591023AD70}"/>
          </ac:spMkLst>
        </pc:spChg>
        <pc:spChg chg="del">
          <ac:chgData name="Baranski Daniel" userId="S::qbe3925@hca.corpad.net::4bb4b184-9a04-486f-8ff1-3c2b0b0b6625" providerId="AD" clId="Web-{D61C71AF-5991-C0F8-6752-01DF4BB8892E}" dt="2024-03-13T15:01:09.151" v="139"/>
          <ac:spMkLst>
            <pc:docMk/>
            <pc:sldMk cId="661428433" sldId="293"/>
            <ac:spMk id="5" creationId="{1BEC86DF-068E-D4DB-8F45-8AB3A3D9159E}"/>
          </ac:spMkLst>
        </pc:spChg>
        <pc:spChg chg="del">
          <ac:chgData name="Baranski Daniel" userId="S::qbe3925@hca.corpad.net::4bb4b184-9a04-486f-8ff1-3c2b0b0b6625" providerId="AD" clId="Web-{D61C71AF-5991-C0F8-6752-01DF4BB8892E}" dt="2024-03-13T15:01:09.151" v="138"/>
          <ac:spMkLst>
            <pc:docMk/>
            <pc:sldMk cId="661428433" sldId="293"/>
            <ac:spMk id="7" creationId="{8978D557-51B2-E4EA-9926-BA557AADDF5B}"/>
          </ac:spMkLst>
        </pc:spChg>
        <pc:spChg chg="add mod">
          <ac:chgData name="Baranski Daniel" userId="S::qbe3925@hca.corpad.net::4bb4b184-9a04-486f-8ff1-3c2b0b0b6625" providerId="AD" clId="Web-{D61C71AF-5991-C0F8-6752-01DF4BB8892E}" dt="2024-03-14T12:44:27.254" v="1100"/>
          <ac:spMkLst>
            <pc:docMk/>
            <pc:sldMk cId="661428433" sldId="293"/>
            <ac:spMk id="8" creationId="{073DE64F-AAB6-F5AF-4876-DB71CA14896D}"/>
          </ac:spMkLst>
        </pc:spChg>
        <pc:spChg chg="del">
          <ac:chgData name="Baranski Daniel" userId="S::qbe3925@hca.corpad.net::4bb4b184-9a04-486f-8ff1-3c2b0b0b6625" providerId="AD" clId="Web-{D61C71AF-5991-C0F8-6752-01DF4BB8892E}" dt="2024-03-13T15:01:09.151" v="125"/>
          <ac:spMkLst>
            <pc:docMk/>
            <pc:sldMk cId="661428433" sldId="293"/>
            <ac:spMk id="16" creationId="{7F4D1D5F-BBAD-9944-6BD4-AF698C86AD02}"/>
          </ac:spMkLst>
        </pc:spChg>
        <pc:spChg chg="add mod">
          <ac:chgData name="Baranski Daniel" userId="S::qbe3925@hca.corpad.net::4bb4b184-9a04-486f-8ff1-3c2b0b0b6625" providerId="AD" clId="Web-{D61C71AF-5991-C0F8-6752-01DF4BB8892E}" dt="2024-03-13T18:06:35.256" v="977"/>
          <ac:spMkLst>
            <pc:docMk/>
            <pc:sldMk cId="661428433" sldId="293"/>
            <ac:spMk id="18" creationId="{51CA4C4D-23C2-A9BD-7920-DD25E95861B9}"/>
          </ac:spMkLst>
        </pc:spChg>
        <pc:spChg chg="add mod">
          <ac:chgData name="Baranski Daniel" userId="S::qbe3925@hca.corpad.net::4bb4b184-9a04-486f-8ff1-3c2b0b0b6625" providerId="AD" clId="Web-{D61C71AF-5991-C0F8-6752-01DF4BB8892E}" dt="2024-03-13T18:05:53.723" v="965"/>
          <ac:spMkLst>
            <pc:docMk/>
            <pc:sldMk cId="661428433" sldId="293"/>
            <ac:spMk id="19" creationId="{27FB2B72-D5AC-6BB6-4106-8A7EBA9BE706}"/>
          </ac:spMkLst>
        </pc:spChg>
        <pc:spChg chg="del">
          <ac:chgData name="Baranski Daniel" userId="S::qbe3925@hca.corpad.net::4bb4b184-9a04-486f-8ff1-3c2b0b0b6625" providerId="AD" clId="Web-{D61C71AF-5991-C0F8-6752-01DF4BB8892E}" dt="2024-03-13T15:01:09.151" v="135"/>
          <ac:spMkLst>
            <pc:docMk/>
            <pc:sldMk cId="661428433" sldId="293"/>
            <ac:spMk id="19" creationId="{79F744C5-8AAA-1C45-2C08-1BF3E7216706}"/>
          </ac:spMkLst>
        </pc:spChg>
        <pc:spChg chg="del">
          <ac:chgData name="Baranski Daniel" userId="S::qbe3925@hca.corpad.net::4bb4b184-9a04-486f-8ff1-3c2b0b0b6625" providerId="AD" clId="Web-{D61C71AF-5991-C0F8-6752-01DF4BB8892E}" dt="2024-03-13T15:01:09.151" v="134"/>
          <ac:spMkLst>
            <pc:docMk/>
            <pc:sldMk cId="661428433" sldId="293"/>
            <ac:spMk id="20" creationId="{02B1B5AB-F7F1-3C98-B809-B3362124D2CE}"/>
          </ac:spMkLst>
        </pc:spChg>
        <pc:spChg chg="add mod">
          <ac:chgData name="Baranski Daniel" userId="S::qbe3925@hca.corpad.net::4bb4b184-9a04-486f-8ff1-3c2b0b0b6625" providerId="AD" clId="Web-{D61C71AF-5991-C0F8-6752-01DF4BB8892E}" dt="2024-03-13T18:05:53.723" v="966"/>
          <ac:spMkLst>
            <pc:docMk/>
            <pc:sldMk cId="661428433" sldId="293"/>
            <ac:spMk id="20" creationId="{1FCA36E1-45A4-C974-ECF7-588A0B22C95F}"/>
          </ac:spMkLst>
        </pc:spChg>
        <pc:spChg chg="del">
          <ac:chgData name="Baranski Daniel" userId="S::qbe3925@hca.corpad.net::4bb4b184-9a04-486f-8ff1-3c2b0b0b6625" providerId="AD" clId="Web-{D61C71AF-5991-C0F8-6752-01DF4BB8892E}" dt="2024-03-13T15:01:09.151" v="133"/>
          <ac:spMkLst>
            <pc:docMk/>
            <pc:sldMk cId="661428433" sldId="293"/>
            <ac:spMk id="21" creationId="{0800A018-5BBB-80A0-3DA7-8A990924C98B}"/>
          </ac:spMkLst>
        </pc:spChg>
        <pc:spChg chg="add mod">
          <ac:chgData name="Baranski Daniel" userId="S::qbe3925@hca.corpad.net::4bb4b184-9a04-486f-8ff1-3c2b0b0b6625" providerId="AD" clId="Web-{D61C71AF-5991-C0F8-6752-01DF4BB8892E}" dt="2024-03-13T18:05:53.848" v="969"/>
          <ac:spMkLst>
            <pc:docMk/>
            <pc:sldMk cId="661428433" sldId="293"/>
            <ac:spMk id="21" creationId="{6E65B8BE-B02A-38CA-1219-A8BBB6FCC99D}"/>
          </ac:spMkLst>
        </pc:spChg>
        <pc:spChg chg="add mod">
          <ac:chgData name="Baranski Daniel" userId="S::qbe3925@hca.corpad.net::4bb4b184-9a04-486f-8ff1-3c2b0b0b6625" providerId="AD" clId="Web-{D61C71AF-5991-C0F8-6752-01DF4BB8892E}" dt="2024-03-13T18:05:53.723" v="967"/>
          <ac:spMkLst>
            <pc:docMk/>
            <pc:sldMk cId="661428433" sldId="293"/>
            <ac:spMk id="22" creationId="{B72C85AB-2BC6-48AB-03AB-92226A02B464}"/>
          </ac:spMkLst>
        </pc:spChg>
        <pc:spChg chg="add mod">
          <ac:chgData name="Baranski Daniel" userId="S::qbe3925@hca.corpad.net::4bb4b184-9a04-486f-8ff1-3c2b0b0b6625" providerId="AD" clId="Web-{D61C71AF-5991-C0F8-6752-01DF4BB8892E}" dt="2024-03-13T18:05:53.723" v="968"/>
          <ac:spMkLst>
            <pc:docMk/>
            <pc:sldMk cId="661428433" sldId="293"/>
            <ac:spMk id="23" creationId="{07334123-54A4-8A3C-CD68-26CB41EEC820}"/>
          </ac:spMkLst>
        </pc:spChg>
        <pc:spChg chg="del">
          <ac:chgData name="Baranski Daniel" userId="S::qbe3925@hca.corpad.net::4bb4b184-9a04-486f-8ff1-3c2b0b0b6625" providerId="AD" clId="Web-{D61C71AF-5991-C0F8-6752-01DF4BB8892E}" dt="2024-03-13T15:01:09.151" v="132"/>
          <ac:spMkLst>
            <pc:docMk/>
            <pc:sldMk cId="661428433" sldId="293"/>
            <ac:spMk id="23" creationId="{F909A230-90AA-07BB-369A-A673DF19DA5C}"/>
          </ac:spMkLst>
        </pc:spChg>
        <pc:spChg chg="del">
          <ac:chgData name="Baranski Daniel" userId="S::qbe3925@hca.corpad.net::4bb4b184-9a04-486f-8ff1-3c2b0b0b6625" providerId="AD" clId="Web-{D61C71AF-5991-C0F8-6752-01DF4BB8892E}" dt="2024-03-13T15:01:09.151" v="131"/>
          <ac:spMkLst>
            <pc:docMk/>
            <pc:sldMk cId="661428433" sldId="293"/>
            <ac:spMk id="25" creationId="{5F2B79F3-C36B-D204-7409-F1A60C505A8E}"/>
          </ac:spMkLst>
        </pc:spChg>
        <pc:spChg chg="del">
          <ac:chgData name="Baranski Daniel" userId="S::qbe3925@hca.corpad.net::4bb4b184-9a04-486f-8ff1-3c2b0b0b6625" providerId="AD" clId="Web-{D61C71AF-5991-C0F8-6752-01DF4BB8892E}" dt="2024-03-13T15:01:09.151" v="130"/>
          <ac:spMkLst>
            <pc:docMk/>
            <pc:sldMk cId="661428433" sldId="293"/>
            <ac:spMk id="26" creationId="{40201E12-CE6E-432D-2409-71F3FD140692}"/>
          </ac:spMkLst>
        </pc:spChg>
        <pc:spChg chg="del">
          <ac:chgData name="Baranski Daniel" userId="S::qbe3925@hca.corpad.net::4bb4b184-9a04-486f-8ff1-3c2b0b0b6625" providerId="AD" clId="Web-{D61C71AF-5991-C0F8-6752-01DF4BB8892E}" dt="2024-03-13T15:01:09.151" v="129"/>
          <ac:spMkLst>
            <pc:docMk/>
            <pc:sldMk cId="661428433" sldId="293"/>
            <ac:spMk id="27" creationId="{AA0E3F0E-E019-A1A6-BACA-6F1B0FAFBC89}"/>
          </ac:spMkLst>
        </pc:spChg>
        <pc:spChg chg="del">
          <ac:chgData name="Baranski Daniel" userId="S::qbe3925@hca.corpad.net::4bb4b184-9a04-486f-8ff1-3c2b0b0b6625" providerId="AD" clId="Web-{D61C71AF-5991-C0F8-6752-01DF4BB8892E}" dt="2024-03-13T15:01:09.151" v="128"/>
          <ac:spMkLst>
            <pc:docMk/>
            <pc:sldMk cId="661428433" sldId="293"/>
            <ac:spMk id="28" creationId="{79BC8FF7-E454-E6CB-F927-02554CD4F3E2}"/>
          </ac:spMkLst>
        </pc:spChg>
        <pc:spChg chg="del">
          <ac:chgData name="Baranski Daniel" userId="S::qbe3925@hca.corpad.net::4bb4b184-9a04-486f-8ff1-3c2b0b0b6625" providerId="AD" clId="Web-{D61C71AF-5991-C0F8-6752-01DF4BB8892E}" dt="2024-03-13T15:01:09.151" v="127"/>
          <ac:spMkLst>
            <pc:docMk/>
            <pc:sldMk cId="661428433" sldId="293"/>
            <ac:spMk id="29" creationId="{1B7BDC6B-20B8-BB39-2E6C-9F9BA183C0AE}"/>
          </ac:spMkLst>
        </pc:spChg>
        <pc:spChg chg="del">
          <ac:chgData name="Baranski Daniel" userId="S::qbe3925@hca.corpad.net::4bb4b184-9a04-486f-8ff1-3c2b0b0b6625" providerId="AD" clId="Web-{D61C71AF-5991-C0F8-6752-01DF4BB8892E}" dt="2024-03-13T15:01:09.151" v="120"/>
          <ac:spMkLst>
            <pc:docMk/>
            <pc:sldMk cId="661428433" sldId="293"/>
            <ac:spMk id="32" creationId="{E80A5A4F-6EC8-4137-196C-5564FB4D80BB}"/>
          </ac:spMkLst>
        </pc:spChg>
        <pc:spChg chg="add mod">
          <ac:chgData name="Baranski Daniel" userId="S::qbe3925@hca.corpad.net::4bb4b184-9a04-486f-8ff1-3c2b0b0b6625" providerId="AD" clId="Web-{D61C71AF-5991-C0F8-6752-01DF4BB8892E}" dt="2024-03-13T17:54:48.048" v="584" actId="14100"/>
          <ac:spMkLst>
            <pc:docMk/>
            <pc:sldMk cId="661428433" sldId="293"/>
            <ac:spMk id="33" creationId="{FAA49EF2-49CE-1B36-5988-B4A6D78C0BB4}"/>
          </ac:spMkLst>
        </pc:spChg>
        <pc:spChg chg="del">
          <ac:chgData name="Baranski Daniel" userId="S::qbe3925@hca.corpad.net::4bb4b184-9a04-486f-8ff1-3c2b0b0b6625" providerId="AD" clId="Web-{D61C71AF-5991-C0F8-6752-01DF4BB8892E}" dt="2024-03-13T15:01:09.151" v="119"/>
          <ac:spMkLst>
            <pc:docMk/>
            <pc:sldMk cId="661428433" sldId="293"/>
            <ac:spMk id="34" creationId="{218D1430-05DF-C399-1EC7-D28724FF6AFD}"/>
          </ac:spMkLst>
        </pc:spChg>
        <pc:spChg chg="add mod">
          <ac:chgData name="Baranski Daniel" userId="S::qbe3925@hca.corpad.net::4bb4b184-9a04-486f-8ff1-3c2b0b0b6625" providerId="AD" clId="Web-{D61C71AF-5991-C0F8-6752-01DF4BB8892E}" dt="2024-03-13T15:26:43.874" v="523" actId="14100"/>
          <ac:spMkLst>
            <pc:docMk/>
            <pc:sldMk cId="661428433" sldId="293"/>
            <ac:spMk id="42" creationId="{E620CB6C-3594-A3B6-C31E-373C0101DFC6}"/>
          </ac:spMkLst>
        </pc:spChg>
        <pc:spChg chg="add mod ord">
          <ac:chgData name="Baranski Daniel" userId="S::qbe3925@hca.corpad.net::4bb4b184-9a04-486f-8ff1-3c2b0b0b6625" providerId="AD" clId="Web-{D61C71AF-5991-C0F8-6752-01DF4BB8892E}" dt="2024-03-14T12:42:36.377" v="1088"/>
          <ac:spMkLst>
            <pc:docMk/>
            <pc:sldMk cId="661428433" sldId="293"/>
            <ac:spMk id="44" creationId="{CAE946CB-33E1-672E-6B63-43007DD6E4D9}"/>
          </ac:spMkLst>
        </pc:spChg>
        <pc:spChg chg="add del mod">
          <ac:chgData name="Baranski Daniel" userId="S::qbe3925@hca.corpad.net::4bb4b184-9a04-486f-8ff1-3c2b0b0b6625" providerId="AD" clId="Web-{D61C71AF-5991-C0F8-6752-01DF4BB8892E}" dt="2024-03-13T15:07:34.086" v="201"/>
          <ac:spMkLst>
            <pc:docMk/>
            <pc:sldMk cId="661428433" sldId="293"/>
            <ac:spMk id="46" creationId="{08DA9D04-7B29-E2F2-A57C-CC644E63E6E0}"/>
          </ac:spMkLst>
        </pc:spChg>
        <pc:spChg chg="add del">
          <ac:chgData name="Baranski Daniel" userId="S::qbe3925@hca.corpad.net::4bb4b184-9a04-486f-8ff1-3c2b0b0b6625" providerId="AD" clId="Web-{D61C71AF-5991-C0F8-6752-01DF4BB8892E}" dt="2024-03-13T15:10:10.263" v="217"/>
          <ac:spMkLst>
            <pc:docMk/>
            <pc:sldMk cId="661428433" sldId="293"/>
            <ac:spMk id="47" creationId="{3EF68A5C-B849-F2D8-9658-567714DEB38E}"/>
          </ac:spMkLst>
        </pc:spChg>
        <pc:spChg chg="add mod">
          <ac:chgData name="Baranski Daniel" userId="S::qbe3925@hca.corpad.net::4bb4b184-9a04-486f-8ff1-3c2b0b0b6625" providerId="AD" clId="Web-{D61C71AF-5991-C0F8-6752-01DF4BB8892E}" dt="2024-03-13T17:35:25.094" v="558" actId="20577"/>
          <ac:spMkLst>
            <pc:docMk/>
            <pc:sldMk cId="661428433" sldId="293"/>
            <ac:spMk id="48" creationId="{64411A2C-BB4D-3E4D-14D2-43EB31AD560E}"/>
          </ac:spMkLst>
        </pc:spChg>
        <pc:spChg chg="add mod">
          <ac:chgData name="Baranski Daniel" userId="S::qbe3925@hca.corpad.net::4bb4b184-9a04-486f-8ff1-3c2b0b0b6625" providerId="AD" clId="Web-{D61C71AF-5991-C0F8-6752-01DF4BB8892E}" dt="2024-03-14T12:42:36.220" v="1086"/>
          <ac:spMkLst>
            <pc:docMk/>
            <pc:sldMk cId="661428433" sldId="293"/>
            <ac:spMk id="50" creationId="{66686D23-A216-080D-CBAA-3B8022216386}"/>
          </ac:spMkLst>
        </pc:spChg>
        <pc:spChg chg="add del mod">
          <ac:chgData name="Baranski Daniel" userId="S::qbe3925@hca.corpad.net::4bb4b184-9a04-486f-8ff1-3c2b0b0b6625" providerId="AD" clId="Web-{D61C71AF-5991-C0F8-6752-01DF4BB8892E}" dt="2024-03-13T15:15:45.524" v="313"/>
          <ac:spMkLst>
            <pc:docMk/>
            <pc:sldMk cId="661428433" sldId="293"/>
            <ac:spMk id="52" creationId="{27833965-FEBB-1899-7BF5-4D017C6678D3}"/>
          </ac:spMkLst>
        </pc:spChg>
        <pc:spChg chg="add del mod">
          <ac:chgData name="Baranski Daniel" userId="S::qbe3925@hca.corpad.net::4bb4b184-9a04-486f-8ff1-3c2b0b0b6625" providerId="AD" clId="Web-{D61C71AF-5991-C0F8-6752-01DF4BB8892E}" dt="2024-03-13T15:15:59.227" v="337"/>
          <ac:spMkLst>
            <pc:docMk/>
            <pc:sldMk cId="661428433" sldId="293"/>
            <ac:spMk id="54" creationId="{3912E75C-29D0-7E97-4636-8803FE49B599}"/>
          </ac:spMkLst>
        </pc:spChg>
        <pc:spChg chg="mod">
          <ac:chgData name="Baranski Daniel" userId="S::qbe3925@hca.corpad.net::4bb4b184-9a04-486f-8ff1-3c2b0b0b6625" providerId="AD" clId="Web-{D61C71AF-5991-C0F8-6752-01DF4BB8892E}" dt="2024-03-13T15:21:20.660" v="415" actId="1076"/>
          <ac:spMkLst>
            <pc:docMk/>
            <pc:sldMk cId="661428433" sldId="293"/>
            <ac:spMk id="56" creationId="{1420B716-029D-A930-EA69-27740FD1D45B}"/>
          </ac:spMkLst>
        </pc:spChg>
        <pc:spChg chg="add del mod">
          <ac:chgData name="Baranski Daniel" userId="S::qbe3925@hca.corpad.net::4bb4b184-9a04-486f-8ff1-3c2b0b0b6625" providerId="AD" clId="Web-{D61C71AF-5991-C0F8-6752-01DF4BB8892E}" dt="2024-03-13T15:16:31.807" v="346"/>
          <ac:spMkLst>
            <pc:docMk/>
            <pc:sldMk cId="661428433" sldId="293"/>
            <ac:spMk id="63" creationId="{08F4BB94-BF96-4B75-BAFE-21EEDE3F92C1}"/>
          </ac:spMkLst>
        </pc:spChg>
        <pc:spChg chg="add mod">
          <ac:chgData name="Baranski Daniel" userId="S::qbe3925@hca.corpad.net::4bb4b184-9a04-486f-8ff1-3c2b0b0b6625" providerId="AD" clId="Web-{D61C71AF-5991-C0F8-6752-01DF4BB8892E}" dt="2024-03-14T12:44:27.160" v="1097"/>
          <ac:spMkLst>
            <pc:docMk/>
            <pc:sldMk cId="661428433" sldId="293"/>
            <ac:spMk id="64" creationId="{884D2EDD-3A37-7AF3-516B-2C640E1EE18E}"/>
          </ac:spMkLst>
        </pc:spChg>
        <pc:spChg chg="add mod">
          <ac:chgData name="Baranski Daniel" userId="S::qbe3925@hca.corpad.net::4bb4b184-9a04-486f-8ff1-3c2b0b0b6625" providerId="AD" clId="Web-{D61C71AF-5991-C0F8-6752-01DF4BB8892E}" dt="2024-03-13T17:35:36.235" v="561" actId="1076"/>
          <ac:spMkLst>
            <pc:docMk/>
            <pc:sldMk cId="661428433" sldId="293"/>
            <ac:spMk id="65" creationId="{B0B7EF3E-CA0C-C529-CF6D-76C72B5FFF9F}"/>
          </ac:spMkLst>
        </pc:spChg>
        <pc:spChg chg="add mod">
          <ac:chgData name="Baranski Daniel" userId="S::qbe3925@hca.corpad.net::4bb4b184-9a04-486f-8ff1-3c2b0b0b6625" providerId="AD" clId="Web-{D61C71AF-5991-C0F8-6752-01DF4BB8892E}" dt="2024-03-14T12:42:36.236" v="1087"/>
          <ac:spMkLst>
            <pc:docMk/>
            <pc:sldMk cId="661428433" sldId="293"/>
            <ac:spMk id="66" creationId="{4A396CC5-949E-1001-BB73-943BE5DE859A}"/>
          </ac:spMkLst>
        </pc:spChg>
        <pc:spChg chg="add del mod">
          <ac:chgData name="Baranski Daniel" userId="S::qbe3925@hca.corpad.net::4bb4b184-9a04-486f-8ff1-3c2b0b0b6625" providerId="AD" clId="Web-{D61C71AF-5991-C0F8-6752-01DF4BB8892E}" dt="2024-03-13T15:22:01.786" v="426"/>
          <ac:spMkLst>
            <pc:docMk/>
            <pc:sldMk cId="661428433" sldId="293"/>
            <ac:spMk id="67" creationId="{6B6BCA9B-4DA1-F20C-DF75-757620A7EE5C}"/>
          </ac:spMkLst>
        </pc:spChg>
        <pc:spChg chg="add mod">
          <ac:chgData name="Baranski Daniel" userId="S::qbe3925@hca.corpad.net::4bb4b184-9a04-486f-8ff1-3c2b0b0b6625" providerId="AD" clId="Web-{D61C71AF-5991-C0F8-6752-01DF4BB8892E}" dt="2024-03-14T12:44:27.160" v="1098"/>
          <ac:spMkLst>
            <pc:docMk/>
            <pc:sldMk cId="661428433" sldId="293"/>
            <ac:spMk id="68" creationId="{4CC75D58-FFF6-04C3-02C9-0625272ABDA4}"/>
          </ac:spMkLst>
        </pc:spChg>
        <pc:spChg chg="add mod">
          <ac:chgData name="Baranski Daniel" userId="S::qbe3925@hca.corpad.net::4bb4b184-9a04-486f-8ff1-3c2b0b0b6625" providerId="AD" clId="Web-{D61C71AF-5991-C0F8-6752-01DF4BB8892E}" dt="2024-03-14T12:44:27.160" v="1099"/>
          <ac:spMkLst>
            <pc:docMk/>
            <pc:sldMk cId="661428433" sldId="293"/>
            <ac:spMk id="69" creationId="{A300A2EE-9C7F-D47D-AEEE-51D309D649F6}"/>
          </ac:spMkLst>
        </pc:spChg>
        <pc:spChg chg="add del mod">
          <ac:chgData name="Baranski Daniel" userId="S::qbe3925@hca.corpad.net::4bb4b184-9a04-486f-8ff1-3c2b0b0b6625" providerId="AD" clId="Web-{D61C71AF-5991-C0F8-6752-01DF4BB8892E}" dt="2024-03-13T17:54:21.266" v="576"/>
          <ac:spMkLst>
            <pc:docMk/>
            <pc:sldMk cId="661428433" sldId="293"/>
            <ac:spMk id="71" creationId="{E6B526B3-964A-6506-4372-90C6EA420E7F}"/>
          </ac:spMkLst>
        </pc:spChg>
        <pc:grpChg chg="del">
          <ac:chgData name="Baranski Daniel" userId="S::qbe3925@hca.corpad.net::4bb4b184-9a04-486f-8ff1-3c2b0b0b6625" providerId="AD" clId="Web-{D61C71AF-5991-C0F8-6752-01DF4BB8892E}" dt="2024-03-13T15:01:09.151" v="126"/>
          <ac:grpSpMkLst>
            <pc:docMk/>
            <pc:sldMk cId="661428433" sldId="293"/>
            <ac:grpSpMk id="13" creationId="{5BB74677-9E0C-54C4-CA6D-4061BFF3FB61}"/>
          </ac:grpSpMkLst>
        </pc:grpChg>
        <pc:grpChg chg="del">
          <ac:chgData name="Baranski Daniel" userId="S::qbe3925@hca.corpad.net::4bb4b184-9a04-486f-8ff1-3c2b0b0b6625" providerId="AD" clId="Web-{D61C71AF-5991-C0F8-6752-01DF4BB8892E}" dt="2024-03-13T15:01:09.151" v="136"/>
          <ac:grpSpMkLst>
            <pc:docMk/>
            <pc:sldMk cId="661428433" sldId="293"/>
            <ac:grpSpMk id="18" creationId="{650C6DCD-AF12-5EE7-75AD-C9E4BDCA0F4B}"/>
          </ac:grpSpMkLst>
        </pc:grpChg>
        <pc:grpChg chg="add mod">
          <ac:chgData name="Baranski Daniel" userId="S::qbe3925@hca.corpad.net::4bb4b184-9a04-486f-8ff1-3c2b0b0b6625" providerId="AD" clId="Web-{D61C71AF-5991-C0F8-6752-01DF4BB8892E}" dt="2024-03-13T15:25:59.826" v="507" actId="1076"/>
          <ac:grpSpMkLst>
            <pc:docMk/>
            <pc:sldMk cId="661428433" sldId="293"/>
            <ac:grpSpMk id="58" creationId="{9750D6F4-E50A-A0F7-508A-A2A1426CCB3C}"/>
          </ac:grpSpMkLst>
        </pc:grpChg>
        <pc:grpChg chg="add mod">
          <ac:chgData name="Baranski Daniel" userId="S::qbe3925@hca.corpad.net::4bb4b184-9a04-486f-8ff1-3c2b0b0b6625" providerId="AD" clId="Web-{D61C71AF-5991-C0F8-6752-01DF4BB8892E}" dt="2024-03-13T17:53:29.499" v="562" actId="1076"/>
          <ac:grpSpMkLst>
            <pc:docMk/>
            <pc:sldMk cId="661428433" sldId="293"/>
            <ac:grpSpMk id="62" creationId="{29950115-0FD6-6B59-22AC-9AE3CF4AFF61}"/>
          </ac:grpSpMkLst>
        </pc:grpChg>
        <pc:picChg chg="del">
          <ac:chgData name="Baranski Daniel" userId="S::qbe3925@hca.corpad.net::4bb4b184-9a04-486f-8ff1-3c2b0b0b6625" providerId="AD" clId="Web-{D61C71AF-5991-C0F8-6752-01DF4BB8892E}" dt="2024-03-13T15:01:09.151" v="140"/>
          <ac:picMkLst>
            <pc:docMk/>
            <pc:sldMk cId="661428433" sldId="293"/>
            <ac:picMk id="3" creationId="{BD114619-7524-C168-ACEB-1691D0B6F47D}"/>
          </ac:picMkLst>
        </pc:picChg>
        <pc:picChg chg="del">
          <ac:chgData name="Baranski Daniel" userId="S::qbe3925@hca.corpad.net::4bb4b184-9a04-486f-8ff1-3c2b0b0b6625" providerId="AD" clId="Web-{D61C71AF-5991-C0F8-6752-01DF4BB8892E}" dt="2024-03-13T15:01:09.151" v="137"/>
          <ac:picMkLst>
            <pc:docMk/>
            <pc:sldMk cId="661428433" sldId="293"/>
            <ac:picMk id="9" creationId="{FF3B0947-163F-8E1D-7FC7-8A91BB0F1662}"/>
          </ac:picMkLst>
        </pc:picChg>
        <pc:picChg chg="add mod">
          <ac:chgData name="Baranski Daniel" userId="S::qbe3925@hca.corpad.net::4bb4b184-9a04-486f-8ff1-3c2b0b0b6625" providerId="AD" clId="Web-{D61C71AF-5991-C0F8-6752-01DF4BB8892E}" dt="2024-03-13T15:26:14.467" v="514" actId="1076"/>
          <ac:picMkLst>
            <pc:docMk/>
            <pc:sldMk cId="661428433" sldId="293"/>
            <ac:picMk id="40" creationId="{7D48DE0B-36EA-57D6-2276-EF0EE7F3DE8D}"/>
          </ac:picMkLst>
        </pc:picChg>
        <pc:cxnChg chg="add mod">
          <ac:chgData name="Baranski Daniel" userId="S::qbe3925@hca.corpad.net::4bb4b184-9a04-486f-8ff1-3c2b0b0b6625" providerId="AD" clId="Web-{D61C71AF-5991-C0F8-6752-01DF4BB8892E}" dt="2024-03-13T17:33:00.121" v="538" actId="1076"/>
          <ac:cxnSpMkLst>
            <pc:docMk/>
            <pc:sldMk cId="661428433" sldId="293"/>
            <ac:cxnSpMk id="2" creationId="{63692081-032B-67B5-F5C3-43A92CEDADC5}"/>
          </ac:cxnSpMkLst>
        </pc:cxnChg>
        <pc:cxnChg chg="add del mod">
          <ac:chgData name="Baranski Daniel" userId="S::qbe3925@hca.corpad.net::4bb4b184-9a04-486f-8ff1-3c2b0b0b6625" providerId="AD" clId="Web-{D61C71AF-5991-C0F8-6752-01DF4BB8892E}" dt="2024-03-13T17:33:23.371" v="545"/>
          <ac:cxnSpMkLst>
            <pc:docMk/>
            <pc:sldMk cId="661428433" sldId="293"/>
            <ac:cxnSpMk id="3" creationId="{E9668BFA-EC45-4228-844E-C0BE379B0D3B}"/>
          </ac:cxnSpMkLst>
        </pc:cxnChg>
        <pc:cxnChg chg="add mod">
          <ac:chgData name="Baranski Daniel" userId="S::qbe3925@hca.corpad.net::4bb4b184-9a04-486f-8ff1-3c2b0b0b6625" providerId="AD" clId="Web-{D61C71AF-5991-C0F8-6752-01DF4BB8892E}" dt="2024-03-14T12:42:51.564" v="1089"/>
          <ac:cxnSpMkLst>
            <pc:docMk/>
            <pc:sldMk cId="661428433" sldId="293"/>
            <ac:cxnSpMk id="5" creationId="{71196128-FED1-2798-F8AE-30F9EAAC1EFE}"/>
          </ac:cxnSpMkLst>
        </pc:cxnChg>
        <pc:cxnChg chg="add mod">
          <ac:chgData name="Baranski Daniel" userId="S::qbe3925@hca.corpad.net::4bb4b184-9a04-486f-8ff1-3c2b0b0b6625" providerId="AD" clId="Web-{D61C71AF-5991-C0F8-6752-01DF4BB8892E}" dt="2024-03-13T17:33:50.419" v="551" actId="1076"/>
          <ac:cxnSpMkLst>
            <pc:docMk/>
            <pc:sldMk cId="661428433" sldId="293"/>
            <ac:cxnSpMk id="6" creationId="{FA32C143-C42C-68F2-EE9C-C8E400339558}"/>
          </ac:cxnSpMkLst>
        </pc:cxnChg>
        <pc:cxnChg chg="add mod">
          <ac:chgData name="Baranski Daniel" userId="S::qbe3925@hca.corpad.net::4bb4b184-9a04-486f-8ff1-3c2b0b0b6625" providerId="AD" clId="Web-{D61C71AF-5991-C0F8-6752-01DF4BB8892E}" dt="2024-03-14T12:42:51.564" v="1090"/>
          <ac:cxnSpMkLst>
            <pc:docMk/>
            <pc:sldMk cId="661428433" sldId="293"/>
            <ac:cxnSpMk id="7" creationId="{BE9B56A0-5565-5EB4-8C47-CC5957C2EBDC}"/>
          </ac:cxnSpMkLst>
        </pc:cxnChg>
        <pc:cxnChg chg="add del mod">
          <ac:chgData name="Baranski Daniel" userId="S::qbe3925@hca.corpad.net::4bb4b184-9a04-486f-8ff1-3c2b0b0b6625" providerId="AD" clId="Web-{D61C71AF-5991-C0F8-6752-01DF4BB8892E}" dt="2024-03-13T17:55:19.565" v="589"/>
          <ac:cxnSpMkLst>
            <pc:docMk/>
            <pc:sldMk cId="661428433" sldId="293"/>
            <ac:cxnSpMk id="9" creationId="{9CB9CDB8-87B9-9743-373E-FDB586A523EC}"/>
          </ac:cxnSpMkLst>
        </pc:cxnChg>
        <pc:cxnChg chg="add del mod">
          <ac:chgData name="Baranski Daniel" userId="S::qbe3925@hca.corpad.net::4bb4b184-9a04-486f-8ff1-3c2b0b0b6625" providerId="AD" clId="Web-{D61C71AF-5991-C0F8-6752-01DF4BB8892E}" dt="2024-03-13T17:56:18.754" v="596"/>
          <ac:cxnSpMkLst>
            <pc:docMk/>
            <pc:sldMk cId="661428433" sldId="293"/>
            <ac:cxnSpMk id="10" creationId="{30DA3BA8-848E-7B68-3928-D8DF0ADC19C9}"/>
          </ac:cxnSpMkLst>
        </pc:cxnChg>
        <pc:cxnChg chg="add mod">
          <ac:chgData name="Baranski Daniel" userId="S::qbe3925@hca.corpad.net::4bb4b184-9a04-486f-8ff1-3c2b0b0b6625" providerId="AD" clId="Web-{D61C71AF-5991-C0F8-6752-01DF4BB8892E}" dt="2024-03-14T12:42:51.627" v="1091"/>
          <ac:cxnSpMkLst>
            <pc:docMk/>
            <pc:sldMk cId="661428433" sldId="293"/>
            <ac:cxnSpMk id="11" creationId="{295D2D04-B3C2-1567-4896-85867D0EAEFC}"/>
          </ac:cxnSpMkLst>
        </pc:cxnChg>
        <pc:cxnChg chg="add mod">
          <ac:chgData name="Baranski Daniel" userId="S::qbe3925@hca.corpad.net::4bb4b184-9a04-486f-8ff1-3c2b0b0b6625" providerId="AD" clId="Web-{D61C71AF-5991-C0F8-6752-01DF4BB8892E}" dt="2024-03-14T12:43:03.658" v="1092"/>
          <ac:cxnSpMkLst>
            <pc:docMk/>
            <pc:sldMk cId="661428433" sldId="293"/>
            <ac:cxnSpMk id="12" creationId="{802A4092-B2D5-2192-69A6-08256D641D27}"/>
          </ac:cxnSpMkLst>
        </pc:cxnChg>
        <pc:cxnChg chg="add mod">
          <ac:chgData name="Baranski Daniel" userId="S::qbe3925@hca.corpad.net::4bb4b184-9a04-486f-8ff1-3c2b0b0b6625" providerId="AD" clId="Web-{D61C71AF-5991-C0F8-6752-01DF4BB8892E}" dt="2024-03-14T12:43:03.658" v="1093"/>
          <ac:cxnSpMkLst>
            <pc:docMk/>
            <pc:sldMk cId="661428433" sldId="293"/>
            <ac:cxnSpMk id="13" creationId="{44F3984A-4D23-834F-3D6C-66BB85EB8503}"/>
          </ac:cxnSpMkLst>
        </pc:cxnChg>
        <pc:cxnChg chg="add mod">
          <ac:chgData name="Baranski Daniel" userId="S::qbe3925@hca.corpad.net::4bb4b184-9a04-486f-8ff1-3c2b0b0b6625" providerId="AD" clId="Web-{D61C71AF-5991-C0F8-6752-01DF4BB8892E}" dt="2024-03-14T12:43:03.658" v="1094"/>
          <ac:cxnSpMkLst>
            <pc:docMk/>
            <pc:sldMk cId="661428433" sldId="293"/>
            <ac:cxnSpMk id="14" creationId="{259E58FD-60A0-18BD-EA85-CEB979DE77DB}"/>
          </ac:cxnSpMkLst>
        </pc:cxnChg>
        <pc:cxnChg chg="add mod">
          <ac:chgData name="Baranski Daniel" userId="S::qbe3925@hca.corpad.net::4bb4b184-9a04-486f-8ff1-3c2b0b0b6625" providerId="AD" clId="Web-{D61C71AF-5991-C0F8-6752-01DF4BB8892E}" dt="2024-03-14T12:43:03.674" v="1095"/>
          <ac:cxnSpMkLst>
            <pc:docMk/>
            <pc:sldMk cId="661428433" sldId="293"/>
            <ac:cxnSpMk id="15" creationId="{893E6BF8-7FED-14DD-1656-D6B7BDDD2991}"/>
          </ac:cxnSpMkLst>
        </pc:cxnChg>
        <pc:cxnChg chg="add mod">
          <ac:chgData name="Baranski Daniel" userId="S::qbe3925@hca.corpad.net::4bb4b184-9a04-486f-8ff1-3c2b0b0b6625" providerId="AD" clId="Web-{D61C71AF-5991-C0F8-6752-01DF4BB8892E}" dt="2024-03-14T12:43:03.752" v="1096"/>
          <ac:cxnSpMkLst>
            <pc:docMk/>
            <pc:sldMk cId="661428433" sldId="293"/>
            <ac:cxnSpMk id="16" creationId="{9571E25E-02E6-F729-4005-95BECBCD8364}"/>
          </ac:cxnSpMkLst>
        </pc:cxnChg>
        <pc:cxnChg chg="del">
          <ac:chgData name="Baranski Daniel" userId="S::qbe3925@hca.corpad.net::4bb4b184-9a04-486f-8ff1-3c2b0b0b6625" providerId="AD" clId="Web-{D61C71AF-5991-C0F8-6752-01DF4BB8892E}" dt="2024-03-13T15:01:09.151" v="124"/>
          <ac:cxnSpMkLst>
            <pc:docMk/>
            <pc:sldMk cId="661428433" sldId="293"/>
            <ac:cxnSpMk id="22" creationId="{ADDD59C1-912E-C8FA-D8CC-FCB5402CD788}"/>
          </ac:cxnSpMkLst>
        </pc:cxnChg>
        <pc:cxnChg chg="del">
          <ac:chgData name="Baranski Daniel" userId="S::qbe3925@hca.corpad.net::4bb4b184-9a04-486f-8ff1-3c2b0b0b6625" providerId="AD" clId="Web-{D61C71AF-5991-C0F8-6752-01DF4BB8892E}" dt="2024-03-13T15:01:09.151" v="123"/>
          <ac:cxnSpMkLst>
            <pc:docMk/>
            <pc:sldMk cId="661428433" sldId="293"/>
            <ac:cxnSpMk id="24" creationId="{AF9A4AAB-D4AA-373F-989F-E16A6C936A0E}"/>
          </ac:cxnSpMkLst>
        </pc:cxnChg>
        <pc:cxnChg chg="del">
          <ac:chgData name="Baranski Daniel" userId="S::qbe3925@hca.corpad.net::4bb4b184-9a04-486f-8ff1-3c2b0b0b6625" providerId="AD" clId="Web-{D61C71AF-5991-C0F8-6752-01DF4BB8892E}" dt="2024-03-13T15:01:09.151" v="122"/>
          <ac:cxnSpMkLst>
            <pc:docMk/>
            <pc:sldMk cId="661428433" sldId="293"/>
            <ac:cxnSpMk id="30" creationId="{77397C15-A970-1BD7-219E-E34BDA61F148}"/>
          </ac:cxnSpMkLst>
        </pc:cxnChg>
        <pc:cxnChg chg="del">
          <ac:chgData name="Baranski Daniel" userId="S::qbe3925@hca.corpad.net::4bb4b184-9a04-486f-8ff1-3c2b0b0b6625" providerId="AD" clId="Web-{D61C71AF-5991-C0F8-6752-01DF4BB8892E}" dt="2024-03-13T15:01:09.151" v="121"/>
          <ac:cxnSpMkLst>
            <pc:docMk/>
            <pc:sldMk cId="661428433" sldId="293"/>
            <ac:cxnSpMk id="31" creationId="{A8140C77-7E9D-DD15-B8D3-CAC9A6D82A54}"/>
          </ac:cxnSpMkLst>
        </pc:cxnChg>
        <pc:cxnChg chg="del">
          <ac:chgData name="Baranski Daniel" userId="S::qbe3925@hca.corpad.net::4bb4b184-9a04-486f-8ff1-3c2b0b0b6625" providerId="AD" clId="Web-{D61C71AF-5991-C0F8-6752-01DF4BB8892E}" dt="2024-03-13T15:01:09.151" v="118"/>
          <ac:cxnSpMkLst>
            <pc:docMk/>
            <pc:sldMk cId="661428433" sldId="293"/>
            <ac:cxnSpMk id="35" creationId="{6698A94F-52F0-0949-B8A8-A50A6EA9C0E7}"/>
          </ac:cxnSpMkLst>
        </pc:cxnChg>
        <pc:cxnChg chg="del">
          <ac:chgData name="Baranski Daniel" userId="S::qbe3925@hca.corpad.net::4bb4b184-9a04-486f-8ff1-3c2b0b0b6625" providerId="AD" clId="Web-{D61C71AF-5991-C0F8-6752-01DF4BB8892E}" dt="2024-03-13T15:01:09.151" v="117"/>
          <ac:cxnSpMkLst>
            <pc:docMk/>
            <pc:sldMk cId="661428433" sldId="293"/>
            <ac:cxnSpMk id="36" creationId="{4EF8B6C0-6FC5-5209-0EFD-574F11B943F9}"/>
          </ac:cxnSpMkLst>
        </pc:cxnChg>
        <pc:cxnChg chg="del">
          <ac:chgData name="Baranski Daniel" userId="S::qbe3925@hca.corpad.net::4bb4b184-9a04-486f-8ff1-3c2b0b0b6625" providerId="AD" clId="Web-{D61C71AF-5991-C0F8-6752-01DF4BB8892E}" dt="2024-03-13T15:01:09.151" v="116"/>
          <ac:cxnSpMkLst>
            <pc:docMk/>
            <pc:sldMk cId="661428433" sldId="293"/>
            <ac:cxnSpMk id="37" creationId="{ACA0BDC0-8963-EA0A-FBD3-0BA7055E6486}"/>
          </ac:cxnSpMkLst>
        </pc:cxnChg>
        <pc:cxnChg chg="del">
          <ac:chgData name="Baranski Daniel" userId="S::qbe3925@hca.corpad.net::4bb4b184-9a04-486f-8ff1-3c2b0b0b6625" providerId="AD" clId="Web-{D61C71AF-5991-C0F8-6752-01DF4BB8892E}" dt="2024-03-13T15:01:09.151" v="115"/>
          <ac:cxnSpMkLst>
            <pc:docMk/>
            <pc:sldMk cId="661428433" sldId="293"/>
            <ac:cxnSpMk id="38" creationId="{6395C10F-83CD-7B44-73FD-7738039B6E38}"/>
          </ac:cxnSpMkLst>
        </pc:cxnChg>
        <pc:cxnChg chg="add del mod">
          <ac:chgData name="Baranski Daniel" userId="S::qbe3925@hca.corpad.net::4bb4b184-9a04-486f-8ff1-3c2b0b0b6625" providerId="AD" clId="Web-{D61C71AF-5991-C0F8-6752-01DF4BB8892E}" dt="2024-03-13T15:28:31.643" v="531"/>
          <ac:cxnSpMkLst>
            <pc:docMk/>
            <pc:sldMk cId="661428433" sldId="293"/>
            <ac:cxnSpMk id="72" creationId="{214797E7-6E95-A8D7-113E-C7727DF76412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xmlns="" chg="add">
              <pc226:chgData name="Baranski Daniel" userId="S::qbe3925@hca.corpad.net::4bb4b184-9a04-486f-8ff1-3c2b0b0b6625" providerId="AD" clId="Web-{D61C71AF-5991-C0F8-6752-01DF4BB8892E}" dt="2024-03-13T18:06:58.882" v="978"/>
              <pc2:cmMkLst xmlns:pc2="http://schemas.microsoft.com/office/powerpoint/2019/9/main/command">
                <pc:docMk/>
                <pc:sldMk cId="661428433" sldId="293"/>
                <pc2:cmMk id="{677D4615-31E1-4CE7-9E00-24C3319D0785}"/>
              </pc2:cmMkLst>
            </pc226:cmChg>
          </p:ext>
        </pc:extLst>
      </pc:sldChg>
    </pc:docChg>
  </pc:docChgLst>
  <pc:docChgLst>
    <pc:chgData name="Faley Bill" userId="S::kqo5055@hca.corpad.net::4196ee29-df64-45e8-8fee-fb83309efd7e" providerId="AD" clId="Web-{22128019-1A50-EA10-C67E-F25A527C9A26}"/>
    <pc:docChg chg="addSld modSld sldOrd">
      <pc:chgData name="Faley Bill" userId="S::kqo5055@hca.corpad.net::4196ee29-df64-45e8-8fee-fb83309efd7e" providerId="AD" clId="Web-{22128019-1A50-EA10-C67E-F25A527C9A26}" dt="2023-05-01T13:25:51.573" v="13"/>
      <pc:docMkLst>
        <pc:docMk/>
      </pc:docMkLst>
      <pc:sldChg chg="addSp delSp modSp add ord replId">
        <pc:chgData name="Faley Bill" userId="S::kqo5055@hca.corpad.net::4196ee29-df64-45e8-8fee-fb83309efd7e" providerId="AD" clId="Web-{22128019-1A50-EA10-C67E-F25A527C9A26}" dt="2023-05-01T13:25:51.573" v="13"/>
        <pc:sldMkLst>
          <pc:docMk/>
          <pc:sldMk cId="1418251149" sldId="258"/>
        </pc:sldMkLst>
        <pc:spChg chg="add del mod">
          <ac:chgData name="Faley Bill" userId="S::kqo5055@hca.corpad.net::4196ee29-df64-45e8-8fee-fb83309efd7e" providerId="AD" clId="Web-{22128019-1A50-EA10-C67E-F25A527C9A26}" dt="2023-05-01T13:25:10.290" v="6"/>
          <ac:spMkLst>
            <pc:docMk/>
            <pc:sldMk cId="1418251149" sldId="258"/>
            <ac:spMk id="4" creationId="{A6BDBB8B-6937-938C-8E52-1AEBBF02B153}"/>
          </ac:spMkLst>
        </pc:spChg>
        <pc:spChg chg="del">
          <ac:chgData name="Faley Bill" userId="S::kqo5055@hca.corpad.net::4196ee29-df64-45e8-8fee-fb83309efd7e" providerId="AD" clId="Web-{22128019-1A50-EA10-C67E-F25A527C9A26}" dt="2023-05-01T13:25:03.087" v="5"/>
          <ac:spMkLst>
            <pc:docMk/>
            <pc:sldMk cId="1418251149" sldId="258"/>
            <ac:spMk id="405" creationId="{00000000-0000-0000-0000-000000000000}"/>
          </ac:spMkLst>
        </pc:spChg>
        <pc:spChg chg="del">
          <ac:chgData name="Faley Bill" userId="S::kqo5055@hca.corpad.net::4196ee29-df64-45e8-8fee-fb83309efd7e" providerId="AD" clId="Web-{22128019-1A50-EA10-C67E-F25A527C9A26}" dt="2023-05-01T13:25:39.072" v="7"/>
          <ac:spMkLst>
            <pc:docMk/>
            <pc:sldMk cId="1418251149" sldId="258"/>
            <ac:spMk id="412" creationId="{00000000-0000-0000-0000-000000000000}"/>
          </ac:spMkLst>
        </pc:spChg>
        <pc:spChg chg="del">
          <ac:chgData name="Faley Bill" userId="S::kqo5055@hca.corpad.net::4196ee29-df64-45e8-8fee-fb83309efd7e" providerId="AD" clId="Web-{22128019-1A50-EA10-C67E-F25A527C9A26}" dt="2023-05-01T13:25:45.995" v="10"/>
          <ac:spMkLst>
            <pc:docMk/>
            <pc:sldMk cId="1418251149" sldId="258"/>
            <ac:spMk id="413" creationId="{00000000-0000-0000-0000-000000000000}"/>
          </ac:spMkLst>
        </pc:spChg>
        <pc:spChg chg="del">
          <ac:chgData name="Faley Bill" userId="S::kqo5055@hca.corpad.net::4196ee29-df64-45e8-8fee-fb83309efd7e" providerId="AD" clId="Web-{22128019-1A50-EA10-C67E-F25A527C9A26}" dt="2023-05-01T13:21:47.643" v="2"/>
          <ac:spMkLst>
            <pc:docMk/>
            <pc:sldMk cId="1418251149" sldId="258"/>
            <ac:spMk id="432" creationId="{00000000-0000-0000-0000-000000000000}"/>
          </ac:spMkLst>
        </pc:spChg>
        <pc:grpChg chg="del">
          <ac:chgData name="Faley Bill" userId="S::kqo5055@hca.corpad.net::4196ee29-df64-45e8-8fee-fb83309efd7e" providerId="AD" clId="Web-{22128019-1A50-EA10-C67E-F25A527C9A26}" dt="2023-05-01T13:25:47.026" v="11"/>
          <ac:grpSpMkLst>
            <pc:docMk/>
            <pc:sldMk cId="1418251149" sldId="258"/>
            <ac:grpSpMk id="407" creationId="{00000000-0000-0000-0000-000000000000}"/>
          </ac:grpSpMkLst>
        </pc:grpChg>
        <pc:grpChg chg="del">
          <ac:chgData name="Faley Bill" userId="S::kqo5055@hca.corpad.net::4196ee29-df64-45e8-8fee-fb83309efd7e" providerId="AD" clId="Web-{22128019-1A50-EA10-C67E-F25A527C9A26}" dt="2023-05-01T13:25:44.463" v="9"/>
          <ac:grpSpMkLst>
            <pc:docMk/>
            <pc:sldMk cId="1418251149" sldId="258"/>
            <ac:grpSpMk id="415" creationId="{00000000-0000-0000-0000-000000000000}"/>
          </ac:grpSpMkLst>
        </pc:grpChg>
        <pc:grpChg chg="del">
          <ac:chgData name="Faley Bill" userId="S::kqo5055@hca.corpad.net::4196ee29-df64-45e8-8fee-fb83309efd7e" providerId="AD" clId="Web-{22128019-1A50-EA10-C67E-F25A527C9A26}" dt="2023-05-01T13:25:44.463" v="8"/>
          <ac:grpSpMkLst>
            <pc:docMk/>
            <pc:sldMk cId="1418251149" sldId="258"/>
            <ac:grpSpMk id="418" creationId="{00000000-0000-0000-0000-000000000000}"/>
          </ac:grpSpMkLst>
        </pc:grpChg>
        <pc:picChg chg="del">
          <ac:chgData name="Faley Bill" userId="S::kqo5055@hca.corpad.net::4196ee29-df64-45e8-8fee-fb83309efd7e" providerId="AD" clId="Web-{22128019-1A50-EA10-C67E-F25A527C9A26}" dt="2023-05-01T13:21:48.815" v="3"/>
          <ac:picMkLst>
            <pc:docMk/>
            <pc:sldMk cId="1418251149" sldId="258"/>
            <ac:picMk id="429" creationId="{00000000-0000-0000-0000-000000000000}"/>
          </ac:picMkLst>
        </pc:picChg>
        <pc:cxnChg chg="del mod">
          <ac:chgData name="Faley Bill" userId="S::kqo5055@hca.corpad.net::4196ee29-df64-45e8-8fee-fb83309efd7e" providerId="AD" clId="Web-{22128019-1A50-EA10-C67E-F25A527C9A26}" dt="2023-05-01T13:21:49.909" v="4"/>
          <ac:cxnSpMkLst>
            <pc:docMk/>
            <pc:sldMk cId="1418251149" sldId="258"/>
            <ac:cxnSpMk id="5" creationId="{B544015B-D6D7-4B47-A7A3-8F81F413070D}"/>
          </ac:cxnSpMkLst>
        </pc:cxnChg>
        <pc:cxnChg chg="del mod">
          <ac:chgData name="Faley Bill" userId="S::kqo5055@hca.corpad.net::4196ee29-df64-45e8-8fee-fb83309efd7e" providerId="AD" clId="Web-{22128019-1A50-EA10-C67E-F25A527C9A26}" dt="2023-05-01T13:25:51.573" v="13"/>
          <ac:cxnSpMkLst>
            <pc:docMk/>
            <pc:sldMk cId="1418251149" sldId="258"/>
            <ac:cxnSpMk id="54" creationId="{3EC403AF-A975-4421-9C2E-E3C02C812BA6}"/>
          </ac:cxnSpMkLst>
        </pc:cxnChg>
        <pc:cxnChg chg="del mod">
          <ac:chgData name="Faley Bill" userId="S::kqo5055@hca.corpad.net::4196ee29-df64-45e8-8fee-fb83309efd7e" providerId="AD" clId="Web-{22128019-1A50-EA10-C67E-F25A527C9A26}" dt="2023-05-01T13:25:50.588" v="12"/>
          <ac:cxnSpMkLst>
            <pc:docMk/>
            <pc:sldMk cId="1418251149" sldId="258"/>
            <ac:cxnSpMk id="57" creationId="{3212C7A9-965D-4518-9D3E-0EAA401D6F10}"/>
          </ac:cxnSpMkLst>
        </pc:cxnChg>
        <pc:cxnChg chg="mod">
          <ac:chgData name="Faley Bill" userId="S::kqo5055@hca.corpad.net::4196ee29-df64-45e8-8fee-fb83309efd7e" providerId="AD" clId="Web-{22128019-1A50-EA10-C67E-F25A527C9A26}" dt="2023-05-01T13:25:47.026" v="11"/>
          <ac:cxnSpMkLst>
            <pc:docMk/>
            <pc:sldMk cId="1418251149" sldId="258"/>
            <ac:cxnSpMk id="431" creationId="{00000000-0000-0000-0000-000000000000}"/>
          </ac:cxnSpMkLst>
        </pc:cxnChg>
      </pc:sldChg>
    </pc:docChg>
  </pc:docChgLst>
  <pc:docChgLst>
    <pc:chgData name="Faley Bill" userId="4196ee29-df64-45e8-8fee-fb83309efd7e" providerId="ADAL" clId="{4B7D02FE-7DF9-4F81-956D-FCF237B048C7}"/>
    <pc:docChg chg="undo redo custSel modSld">
      <pc:chgData name="Faley Bill" userId="4196ee29-df64-45e8-8fee-fb83309efd7e" providerId="ADAL" clId="{4B7D02FE-7DF9-4F81-956D-FCF237B048C7}" dt="2023-05-01T15:15:48.126" v="1307" actId="1076"/>
      <pc:docMkLst>
        <pc:docMk/>
      </pc:docMkLst>
      <pc:sldChg chg="addSp delSp modSp">
        <pc:chgData name="Faley Bill" userId="4196ee29-df64-45e8-8fee-fb83309efd7e" providerId="ADAL" clId="{4B7D02FE-7DF9-4F81-956D-FCF237B048C7}" dt="2023-05-01T15:15:48.126" v="1307" actId="1076"/>
        <pc:sldMkLst>
          <pc:docMk/>
          <pc:sldMk cId="0" sldId="257"/>
        </pc:sldMkLst>
        <pc:spChg chg="mod">
          <ac:chgData name="Faley Bill" userId="4196ee29-df64-45e8-8fee-fb83309efd7e" providerId="ADAL" clId="{4B7D02FE-7DF9-4F81-956D-FCF237B048C7}" dt="2023-05-01T14:03:07.795" v="804" actId="1036"/>
          <ac:spMkLst>
            <pc:docMk/>
            <pc:sldMk cId="0" sldId="257"/>
            <ac:spMk id="13" creationId="{91DF2703-D544-4DDD-8C13-2F5CC075A6D3}"/>
          </ac:spMkLst>
        </pc:spChg>
        <pc:spChg chg="mod">
          <ac:chgData name="Faley Bill" userId="4196ee29-df64-45e8-8fee-fb83309efd7e" providerId="ADAL" clId="{4B7D02FE-7DF9-4F81-956D-FCF237B048C7}" dt="2023-05-01T15:15:09.430" v="1301" actId="14100"/>
          <ac:spMkLst>
            <pc:docMk/>
            <pc:sldMk cId="0" sldId="257"/>
            <ac:spMk id="46" creationId="{4496DFFB-2440-4565-A2C9-42ECFEB54F98}"/>
          </ac:spMkLst>
        </pc:spChg>
        <pc:spChg chg="add mod">
          <ac:chgData name="Faley Bill" userId="4196ee29-df64-45e8-8fee-fb83309efd7e" providerId="ADAL" clId="{4B7D02FE-7DF9-4F81-956D-FCF237B048C7}" dt="2023-05-01T15:15:03.137" v="1300" actId="1076"/>
          <ac:spMkLst>
            <pc:docMk/>
            <pc:sldMk cId="0" sldId="257"/>
            <ac:spMk id="48" creationId="{B33EBB0F-61F0-43EC-B062-B1A72CD84E1E}"/>
          </ac:spMkLst>
        </pc:spChg>
        <pc:spChg chg="add mod">
          <ac:chgData name="Faley Bill" userId="4196ee29-df64-45e8-8fee-fb83309efd7e" providerId="ADAL" clId="{4B7D02FE-7DF9-4F81-956D-FCF237B048C7}" dt="2023-05-01T14:41:00.733" v="890" actId="1076"/>
          <ac:spMkLst>
            <pc:docMk/>
            <pc:sldMk cId="0" sldId="257"/>
            <ac:spMk id="49" creationId="{BBDE804C-46D3-4BBD-9BC9-384715FA6FCF}"/>
          </ac:spMkLst>
        </pc:spChg>
        <pc:spChg chg="mod">
          <ac:chgData name="Faley Bill" userId="4196ee29-df64-45e8-8fee-fb83309efd7e" providerId="ADAL" clId="{4B7D02FE-7DF9-4F81-956D-FCF237B048C7}" dt="2023-05-01T15:15:44.543" v="1306" actId="208"/>
          <ac:spMkLst>
            <pc:docMk/>
            <pc:sldMk cId="0" sldId="257"/>
            <ac:spMk id="50" creationId="{AC825F18-791C-4B29-A0C5-CB53E593AA7B}"/>
          </ac:spMkLst>
        </pc:spChg>
        <pc:spChg chg="add mod">
          <ac:chgData name="Faley Bill" userId="4196ee29-df64-45e8-8fee-fb83309efd7e" providerId="ADAL" clId="{4B7D02FE-7DF9-4F81-956D-FCF237B048C7}" dt="2023-05-01T14:40:57.220" v="889" actId="1076"/>
          <ac:spMkLst>
            <pc:docMk/>
            <pc:sldMk cId="0" sldId="257"/>
            <ac:spMk id="51" creationId="{ADA15ADF-3F3C-4AFA-BC71-35BE570C7BEE}"/>
          </ac:spMkLst>
        </pc:spChg>
        <pc:spChg chg="add mod">
          <ac:chgData name="Faley Bill" userId="4196ee29-df64-45e8-8fee-fb83309efd7e" providerId="ADAL" clId="{4B7D02FE-7DF9-4F81-956D-FCF237B048C7}" dt="2023-05-01T15:15:48.126" v="1307" actId="1076"/>
          <ac:spMkLst>
            <pc:docMk/>
            <pc:sldMk cId="0" sldId="257"/>
            <ac:spMk id="52" creationId="{F559628D-6247-4779-9801-1606D134B24B}"/>
          </ac:spMkLst>
        </pc:spChg>
        <pc:spChg chg="mod">
          <ac:chgData name="Faley Bill" userId="4196ee29-df64-45e8-8fee-fb83309efd7e" providerId="ADAL" clId="{4B7D02FE-7DF9-4F81-956D-FCF237B048C7}" dt="2023-05-01T14:04:03.035" v="810" actId="14100"/>
          <ac:spMkLst>
            <pc:docMk/>
            <pc:sldMk cId="0" sldId="257"/>
            <ac:spMk id="412" creationId="{00000000-0000-0000-0000-000000000000}"/>
          </ac:spMkLst>
        </pc:spChg>
        <pc:spChg chg="mod">
          <ac:chgData name="Faley Bill" userId="4196ee29-df64-45e8-8fee-fb83309efd7e" providerId="ADAL" clId="{4B7D02FE-7DF9-4F81-956D-FCF237B048C7}" dt="2023-05-01T14:04:00.906" v="809" actId="14100"/>
          <ac:spMkLst>
            <pc:docMk/>
            <pc:sldMk cId="0" sldId="257"/>
            <ac:spMk id="413" creationId="{00000000-0000-0000-0000-000000000000}"/>
          </ac:spMkLst>
        </pc:spChg>
        <pc:spChg chg="del topLvl">
          <ac:chgData name="Faley Bill" userId="4196ee29-df64-45e8-8fee-fb83309efd7e" providerId="ADAL" clId="{4B7D02FE-7DF9-4F81-956D-FCF237B048C7}" dt="2023-05-01T14:03:44.422" v="805" actId="478"/>
          <ac:spMkLst>
            <pc:docMk/>
            <pc:sldMk cId="0" sldId="257"/>
            <ac:spMk id="416" creationId="{00000000-0000-0000-0000-000000000000}"/>
          </ac:spMkLst>
        </pc:spChg>
        <pc:spChg chg="del">
          <ac:chgData name="Faley Bill" userId="4196ee29-df64-45e8-8fee-fb83309efd7e" providerId="ADAL" clId="{4B7D02FE-7DF9-4F81-956D-FCF237B048C7}" dt="2023-05-01T14:03:54.312" v="807" actId="478"/>
          <ac:spMkLst>
            <pc:docMk/>
            <pc:sldMk cId="0" sldId="257"/>
            <ac:spMk id="421" creationId="{00000000-0000-0000-0000-000000000000}"/>
          </ac:spMkLst>
        </pc:spChg>
        <pc:spChg chg="del topLvl">
          <ac:chgData name="Faley Bill" userId="4196ee29-df64-45e8-8fee-fb83309efd7e" providerId="ADAL" clId="{4B7D02FE-7DF9-4F81-956D-FCF237B048C7}" dt="2023-05-01T14:03:57.116" v="808" actId="478"/>
          <ac:spMkLst>
            <pc:docMk/>
            <pc:sldMk cId="0" sldId="257"/>
            <ac:spMk id="424" creationId="{00000000-0000-0000-0000-000000000000}"/>
          </ac:spMkLst>
        </pc:spChg>
        <pc:grpChg chg="del">
          <ac:chgData name="Faley Bill" userId="4196ee29-df64-45e8-8fee-fb83309efd7e" providerId="ADAL" clId="{4B7D02FE-7DF9-4F81-956D-FCF237B048C7}" dt="2023-05-01T14:03:44.422" v="805" actId="478"/>
          <ac:grpSpMkLst>
            <pc:docMk/>
            <pc:sldMk cId="0" sldId="257"/>
            <ac:grpSpMk id="415" creationId="{00000000-0000-0000-0000-000000000000}"/>
          </ac:grpSpMkLst>
        </pc:grpChg>
        <pc:grpChg chg="del">
          <ac:chgData name="Faley Bill" userId="4196ee29-df64-45e8-8fee-fb83309efd7e" providerId="ADAL" clId="{4B7D02FE-7DF9-4F81-956D-FCF237B048C7}" dt="2023-05-01T14:03:50.745" v="806" actId="478"/>
          <ac:grpSpMkLst>
            <pc:docMk/>
            <pc:sldMk cId="0" sldId="257"/>
            <ac:grpSpMk id="418" creationId="{00000000-0000-0000-0000-000000000000}"/>
          </ac:grpSpMkLst>
        </pc:grpChg>
        <pc:grpChg chg="del">
          <ac:chgData name="Faley Bill" userId="4196ee29-df64-45e8-8fee-fb83309efd7e" providerId="ADAL" clId="{4B7D02FE-7DF9-4F81-956D-FCF237B048C7}" dt="2023-05-01T14:03:57.116" v="808" actId="478"/>
          <ac:grpSpMkLst>
            <pc:docMk/>
            <pc:sldMk cId="0" sldId="257"/>
            <ac:grpSpMk id="423" creationId="{00000000-0000-0000-0000-000000000000}"/>
          </ac:grpSpMkLst>
        </pc:grpChg>
        <pc:picChg chg="del topLvl">
          <ac:chgData name="Faley Bill" userId="4196ee29-df64-45e8-8fee-fb83309efd7e" providerId="ADAL" clId="{4B7D02FE-7DF9-4F81-956D-FCF237B048C7}" dt="2023-05-01T14:03:44.422" v="805" actId="478"/>
          <ac:picMkLst>
            <pc:docMk/>
            <pc:sldMk cId="0" sldId="257"/>
            <ac:picMk id="417" creationId="{00000000-0000-0000-0000-000000000000}"/>
          </ac:picMkLst>
        </pc:picChg>
        <pc:picChg chg="del">
          <ac:chgData name="Faley Bill" userId="4196ee29-df64-45e8-8fee-fb83309efd7e" providerId="ADAL" clId="{4B7D02FE-7DF9-4F81-956D-FCF237B048C7}" dt="2023-05-01T14:03:54.312" v="807" actId="478"/>
          <ac:picMkLst>
            <pc:docMk/>
            <pc:sldMk cId="0" sldId="257"/>
            <ac:picMk id="422" creationId="{00000000-0000-0000-0000-000000000000}"/>
          </ac:picMkLst>
        </pc:picChg>
        <pc:picChg chg="del topLvl">
          <ac:chgData name="Faley Bill" userId="4196ee29-df64-45e8-8fee-fb83309efd7e" providerId="ADAL" clId="{4B7D02FE-7DF9-4F81-956D-FCF237B048C7}" dt="2023-05-01T14:03:57.116" v="808" actId="478"/>
          <ac:picMkLst>
            <pc:docMk/>
            <pc:sldMk cId="0" sldId="257"/>
            <ac:picMk id="425" creationId="{00000000-0000-0000-0000-000000000000}"/>
          </ac:picMkLst>
        </pc:picChg>
        <pc:cxnChg chg="mod">
          <ac:chgData name="Faley Bill" userId="4196ee29-df64-45e8-8fee-fb83309efd7e" providerId="ADAL" clId="{4B7D02FE-7DF9-4F81-956D-FCF237B048C7}" dt="2023-05-01T14:03:07.795" v="804" actId="1036"/>
          <ac:cxnSpMkLst>
            <pc:docMk/>
            <pc:sldMk cId="0" sldId="257"/>
            <ac:cxnSpMk id="54" creationId="{3EC403AF-A975-4421-9C2E-E3C02C812BA6}"/>
          </ac:cxnSpMkLst>
        </pc:cxnChg>
        <pc:cxnChg chg="mod">
          <ac:chgData name="Faley Bill" userId="4196ee29-df64-45e8-8fee-fb83309efd7e" providerId="ADAL" clId="{4B7D02FE-7DF9-4F81-956D-FCF237B048C7}" dt="2023-05-01T14:03:07.795" v="804" actId="1036"/>
          <ac:cxnSpMkLst>
            <pc:docMk/>
            <pc:sldMk cId="0" sldId="257"/>
            <ac:cxnSpMk id="57" creationId="{3212C7A9-965D-4518-9D3E-0EAA401D6F10}"/>
          </ac:cxnSpMkLst>
        </pc:cxnChg>
        <pc:cxnChg chg="mod">
          <ac:chgData name="Faley Bill" userId="4196ee29-df64-45e8-8fee-fb83309efd7e" providerId="ADAL" clId="{4B7D02FE-7DF9-4F81-956D-FCF237B048C7}" dt="2023-05-01T14:03:07.795" v="804" actId="1036"/>
          <ac:cxnSpMkLst>
            <pc:docMk/>
            <pc:sldMk cId="0" sldId="257"/>
            <ac:cxnSpMk id="431" creationId="{00000000-0000-0000-0000-000000000000}"/>
          </ac:cxnSpMkLst>
        </pc:cxnChg>
      </pc:sldChg>
      <pc:sldChg chg="addSp delSp modSp">
        <pc:chgData name="Faley Bill" userId="4196ee29-df64-45e8-8fee-fb83309efd7e" providerId="ADAL" clId="{4B7D02FE-7DF9-4F81-956D-FCF237B048C7}" dt="2023-05-01T15:14:47.019" v="1299" actId="478"/>
        <pc:sldMkLst>
          <pc:docMk/>
          <pc:sldMk cId="1418251149" sldId="258"/>
        </pc:sldMkLst>
        <pc:spChg chg="add mod">
          <ac:chgData name="Faley Bill" userId="4196ee29-df64-45e8-8fee-fb83309efd7e" providerId="ADAL" clId="{4B7D02FE-7DF9-4F81-956D-FCF237B048C7}" dt="2023-05-01T15:06:39.093" v="918" actId="1035"/>
          <ac:spMkLst>
            <pc:docMk/>
            <pc:sldMk cId="1418251149" sldId="258"/>
            <ac:spMk id="6" creationId="{867BAF6D-AC0C-4360-AB61-70FA804CD080}"/>
          </ac:spMkLst>
        </pc:spChg>
        <pc:spChg chg="add mod">
          <ac:chgData name="Faley Bill" userId="4196ee29-df64-45e8-8fee-fb83309efd7e" providerId="ADAL" clId="{4B7D02FE-7DF9-4F81-956D-FCF237B048C7}" dt="2023-05-01T13:30:56.749" v="55" actId="404"/>
          <ac:spMkLst>
            <pc:docMk/>
            <pc:sldMk cId="1418251149" sldId="258"/>
            <ac:spMk id="7" creationId="{BA27AFBA-6609-4063-9C56-F13A266A122A}"/>
          </ac:spMkLst>
        </pc:spChg>
        <pc:spChg chg="add del mod">
          <ac:chgData name="Faley Bill" userId="4196ee29-df64-45e8-8fee-fb83309efd7e" providerId="ADAL" clId="{4B7D02FE-7DF9-4F81-956D-FCF237B048C7}" dt="2023-05-01T15:10:27.708" v="960" actId="14100"/>
          <ac:spMkLst>
            <pc:docMk/>
            <pc:sldMk cId="1418251149" sldId="258"/>
            <ac:spMk id="8" creationId="{193922A0-0E37-41F1-8BB9-1716E5F57BCA}"/>
          </ac:spMkLst>
        </pc:spChg>
        <pc:spChg chg="add mod">
          <ac:chgData name="Faley Bill" userId="4196ee29-df64-45e8-8fee-fb83309efd7e" providerId="ADAL" clId="{4B7D02FE-7DF9-4F81-956D-FCF237B048C7}" dt="2023-05-01T15:10:17.009" v="958" actId="1036"/>
          <ac:spMkLst>
            <pc:docMk/>
            <pc:sldMk cId="1418251149" sldId="258"/>
            <ac:spMk id="9" creationId="{99692210-F899-4DBE-AD23-14AE110B7448}"/>
          </ac:spMkLst>
        </pc:spChg>
        <pc:spChg chg="add mod">
          <ac:chgData name="Faley Bill" userId="4196ee29-df64-45e8-8fee-fb83309efd7e" providerId="ADAL" clId="{4B7D02FE-7DF9-4F81-956D-FCF237B048C7}" dt="2023-05-01T13:37:33.736" v="313" actId="14100"/>
          <ac:spMkLst>
            <pc:docMk/>
            <pc:sldMk cId="1418251149" sldId="258"/>
            <ac:spMk id="10" creationId="{0F1DE43A-FB39-4920-B491-737BB6795736}"/>
          </ac:spMkLst>
        </pc:spChg>
        <pc:spChg chg="add mod">
          <ac:chgData name="Faley Bill" userId="4196ee29-df64-45e8-8fee-fb83309efd7e" providerId="ADAL" clId="{4B7D02FE-7DF9-4F81-956D-FCF237B048C7}" dt="2023-05-01T15:08:34.991" v="942" actId="1037"/>
          <ac:spMkLst>
            <pc:docMk/>
            <pc:sldMk cId="1418251149" sldId="258"/>
            <ac:spMk id="11" creationId="{98038A15-5C43-4FC3-913C-E652609F9912}"/>
          </ac:spMkLst>
        </pc:spChg>
        <pc:spChg chg="add mod">
          <ac:chgData name="Faley Bill" userId="4196ee29-df64-45e8-8fee-fb83309efd7e" providerId="ADAL" clId="{4B7D02FE-7DF9-4F81-956D-FCF237B048C7}" dt="2023-05-01T13:38:31.139" v="325" actId="14100"/>
          <ac:spMkLst>
            <pc:docMk/>
            <pc:sldMk cId="1418251149" sldId="258"/>
            <ac:spMk id="12" creationId="{E34835FA-7BC6-4542-A36E-544B9F8BCC79}"/>
          </ac:spMkLst>
        </pc:spChg>
        <pc:spChg chg="add mod ord">
          <ac:chgData name="Faley Bill" userId="4196ee29-df64-45e8-8fee-fb83309efd7e" providerId="ADAL" clId="{4B7D02FE-7DF9-4F81-956D-FCF237B048C7}" dt="2023-05-01T14:40:33.619" v="887" actId="14100"/>
          <ac:spMkLst>
            <pc:docMk/>
            <pc:sldMk cId="1418251149" sldId="258"/>
            <ac:spMk id="13" creationId="{04A980F1-9055-4280-8D01-5EA1CFDFF570}"/>
          </ac:spMkLst>
        </pc:spChg>
        <pc:spChg chg="add mod ord">
          <ac:chgData name="Faley Bill" userId="4196ee29-df64-45e8-8fee-fb83309efd7e" providerId="ADAL" clId="{4B7D02FE-7DF9-4F81-956D-FCF237B048C7}" dt="2023-05-01T15:07:20.011" v="930" actId="1038"/>
          <ac:spMkLst>
            <pc:docMk/>
            <pc:sldMk cId="1418251149" sldId="258"/>
            <ac:spMk id="14" creationId="{78B105D4-6564-4258-BC08-4E5EA7C6309D}"/>
          </ac:spMkLst>
        </pc:spChg>
        <pc:spChg chg="add mod ord">
          <ac:chgData name="Faley Bill" userId="4196ee29-df64-45e8-8fee-fb83309efd7e" providerId="ADAL" clId="{4B7D02FE-7DF9-4F81-956D-FCF237B048C7}" dt="2023-05-01T14:40:33.619" v="887" actId="14100"/>
          <ac:spMkLst>
            <pc:docMk/>
            <pc:sldMk cId="1418251149" sldId="258"/>
            <ac:spMk id="15" creationId="{59316292-3860-4A99-B606-B620742359C4}"/>
          </ac:spMkLst>
        </pc:spChg>
        <pc:spChg chg="add mod ord">
          <ac:chgData name="Faley Bill" userId="4196ee29-df64-45e8-8fee-fb83309efd7e" providerId="ADAL" clId="{4B7D02FE-7DF9-4F81-956D-FCF237B048C7}" dt="2023-05-01T13:37:15.275" v="307" actId="166"/>
          <ac:spMkLst>
            <pc:docMk/>
            <pc:sldMk cId="1418251149" sldId="258"/>
            <ac:spMk id="16" creationId="{BC92AE97-7313-49D9-AD55-8CC0B9C6A3C5}"/>
          </ac:spMkLst>
        </pc:spChg>
        <pc:spChg chg="add mod">
          <ac:chgData name="Faley Bill" userId="4196ee29-df64-45e8-8fee-fb83309efd7e" providerId="ADAL" clId="{4B7D02FE-7DF9-4F81-956D-FCF237B048C7}" dt="2023-05-01T13:35:35.624" v="282" actId="164"/>
          <ac:spMkLst>
            <pc:docMk/>
            <pc:sldMk cId="1418251149" sldId="258"/>
            <ac:spMk id="18" creationId="{16B02708-7202-4E7C-80E4-F8C38B822075}"/>
          </ac:spMkLst>
        </pc:spChg>
        <pc:spChg chg="add mod">
          <ac:chgData name="Faley Bill" userId="4196ee29-df64-45e8-8fee-fb83309efd7e" providerId="ADAL" clId="{4B7D02FE-7DF9-4F81-956D-FCF237B048C7}" dt="2023-05-01T13:35:44.508" v="286" actId="164"/>
          <ac:spMkLst>
            <pc:docMk/>
            <pc:sldMk cId="1418251149" sldId="258"/>
            <ac:spMk id="20" creationId="{FA7377A2-7E33-4464-93F0-60A20F005D41}"/>
          </ac:spMkLst>
        </pc:spChg>
        <pc:spChg chg="add mod">
          <ac:chgData name="Faley Bill" userId="4196ee29-df64-45e8-8fee-fb83309efd7e" providerId="ADAL" clId="{4B7D02FE-7DF9-4F81-956D-FCF237B048C7}" dt="2023-05-01T15:13:11.816" v="1192" actId="1036"/>
          <ac:spMkLst>
            <pc:docMk/>
            <pc:sldMk cId="1418251149" sldId="258"/>
            <ac:spMk id="22" creationId="{561EF768-2085-45E3-AC0A-E9A8628A221D}"/>
          </ac:spMkLst>
        </pc:spChg>
        <pc:spChg chg="add del mod">
          <ac:chgData name="Faley Bill" userId="4196ee29-df64-45e8-8fee-fb83309efd7e" providerId="ADAL" clId="{4B7D02FE-7DF9-4F81-956D-FCF237B048C7}" dt="2023-05-01T13:46:56.529" v="594" actId="478"/>
          <ac:spMkLst>
            <pc:docMk/>
            <pc:sldMk cId="1418251149" sldId="258"/>
            <ac:spMk id="23" creationId="{C93C8F4E-DC02-4B26-8BC2-C21B23400FF6}"/>
          </ac:spMkLst>
        </pc:spChg>
        <pc:spChg chg="add mod ord">
          <ac:chgData name="Faley Bill" userId="4196ee29-df64-45e8-8fee-fb83309efd7e" providerId="ADAL" clId="{4B7D02FE-7DF9-4F81-956D-FCF237B048C7}" dt="2023-05-01T13:58:14.279" v="785" actId="1037"/>
          <ac:spMkLst>
            <pc:docMk/>
            <pc:sldMk cId="1418251149" sldId="258"/>
            <ac:spMk id="24" creationId="{CBE76038-8C46-4A3F-8624-7912CE6BBE23}"/>
          </ac:spMkLst>
        </pc:spChg>
        <pc:spChg chg="add mod">
          <ac:chgData name="Faley Bill" userId="4196ee29-df64-45e8-8fee-fb83309efd7e" providerId="ADAL" clId="{4B7D02FE-7DF9-4F81-956D-FCF237B048C7}" dt="2023-05-01T15:05:45.752" v="897" actId="14100"/>
          <ac:spMkLst>
            <pc:docMk/>
            <pc:sldMk cId="1418251149" sldId="258"/>
            <ac:spMk id="29" creationId="{E450D8E6-AA1F-4FA4-8E21-22633389A9DB}"/>
          </ac:spMkLst>
        </pc:spChg>
        <pc:spChg chg="add mod">
          <ac:chgData name="Faley Bill" userId="4196ee29-df64-45e8-8fee-fb83309efd7e" providerId="ADAL" clId="{4B7D02FE-7DF9-4F81-956D-FCF237B048C7}" dt="2023-05-01T15:08:24.221" v="937" actId="1037"/>
          <ac:spMkLst>
            <pc:docMk/>
            <pc:sldMk cId="1418251149" sldId="258"/>
            <ac:spMk id="30" creationId="{3455C5F1-2CF3-4885-864B-83D12DB9D43D}"/>
          </ac:spMkLst>
        </pc:spChg>
        <pc:spChg chg="add mod">
          <ac:chgData name="Faley Bill" userId="4196ee29-df64-45e8-8fee-fb83309efd7e" providerId="ADAL" clId="{4B7D02FE-7DF9-4F81-956D-FCF237B048C7}" dt="2023-05-01T15:05:45.752" v="897" actId="14100"/>
          <ac:spMkLst>
            <pc:docMk/>
            <pc:sldMk cId="1418251149" sldId="258"/>
            <ac:spMk id="31" creationId="{B3A8CD1D-F3EC-426F-9576-E5E7B896A3CC}"/>
          </ac:spMkLst>
        </pc:spChg>
        <pc:spChg chg="add mod">
          <ac:chgData name="Faley Bill" userId="4196ee29-df64-45e8-8fee-fb83309efd7e" providerId="ADAL" clId="{4B7D02FE-7DF9-4F81-956D-FCF237B048C7}" dt="2023-05-01T15:07:28.749" v="932" actId="14100"/>
          <ac:spMkLst>
            <pc:docMk/>
            <pc:sldMk cId="1418251149" sldId="258"/>
            <ac:spMk id="32" creationId="{E99567F2-AEA6-400D-820C-E38ED55B80BD}"/>
          </ac:spMkLst>
        </pc:spChg>
        <pc:spChg chg="add mod">
          <ac:chgData name="Faley Bill" userId="4196ee29-df64-45e8-8fee-fb83309efd7e" providerId="ADAL" clId="{4B7D02FE-7DF9-4F81-956D-FCF237B048C7}" dt="2023-05-01T13:40:09.016" v="427" actId="20577"/>
          <ac:spMkLst>
            <pc:docMk/>
            <pc:sldMk cId="1418251149" sldId="258"/>
            <ac:spMk id="33" creationId="{651A34C4-F532-4C46-A1C5-C1D6B15106C2}"/>
          </ac:spMkLst>
        </pc:spChg>
        <pc:spChg chg="add mod">
          <ac:chgData name="Faley Bill" userId="4196ee29-df64-45e8-8fee-fb83309efd7e" providerId="ADAL" clId="{4B7D02FE-7DF9-4F81-956D-FCF237B048C7}" dt="2023-05-01T15:10:56.561" v="980" actId="12789"/>
          <ac:spMkLst>
            <pc:docMk/>
            <pc:sldMk cId="1418251149" sldId="258"/>
            <ac:spMk id="34" creationId="{73AA269D-6ACC-4FF4-A67D-590FB33A113B}"/>
          </ac:spMkLst>
        </pc:spChg>
        <pc:spChg chg="mod topLvl">
          <ac:chgData name="Faley Bill" userId="4196ee29-df64-45e8-8fee-fb83309efd7e" providerId="ADAL" clId="{4B7D02FE-7DF9-4F81-956D-FCF237B048C7}" dt="2023-05-01T15:05:58.472" v="899" actId="14100"/>
          <ac:spMkLst>
            <pc:docMk/>
            <pc:sldMk cId="1418251149" sldId="258"/>
            <ac:spMk id="36" creationId="{9A654759-AB6E-4110-A36A-110332FFA29D}"/>
          </ac:spMkLst>
        </pc:spChg>
        <pc:spChg chg="add mod">
          <ac:chgData name="Faley Bill" userId="4196ee29-df64-45e8-8fee-fb83309efd7e" providerId="ADAL" clId="{4B7D02FE-7DF9-4F81-956D-FCF237B048C7}" dt="2023-05-01T13:47:36.348" v="634" actId="20577"/>
          <ac:spMkLst>
            <pc:docMk/>
            <pc:sldMk cId="1418251149" sldId="258"/>
            <ac:spMk id="38" creationId="{0FBF63ED-E336-450E-8EFD-3B7D64921E7B}"/>
          </ac:spMkLst>
        </pc:spChg>
        <pc:spChg chg="add mod">
          <ac:chgData name="Faley Bill" userId="4196ee29-df64-45e8-8fee-fb83309efd7e" providerId="ADAL" clId="{4B7D02FE-7DF9-4F81-956D-FCF237B048C7}" dt="2023-05-01T15:12:02.048" v="984" actId="14100"/>
          <ac:spMkLst>
            <pc:docMk/>
            <pc:sldMk cId="1418251149" sldId="258"/>
            <ac:spMk id="40" creationId="{13FF2DAD-BCED-4876-AA55-98DF562698D3}"/>
          </ac:spMkLst>
        </pc:spChg>
        <pc:spChg chg="add mod">
          <ac:chgData name="Faley Bill" userId="4196ee29-df64-45e8-8fee-fb83309efd7e" providerId="ADAL" clId="{4B7D02FE-7DF9-4F81-956D-FCF237B048C7}" dt="2023-05-01T15:11:21.010" v="983" actId="1076"/>
          <ac:spMkLst>
            <pc:docMk/>
            <pc:sldMk cId="1418251149" sldId="258"/>
            <ac:spMk id="41" creationId="{5FE3EC39-5053-4654-B951-F02C1BDD5807}"/>
          </ac:spMkLst>
        </pc:spChg>
        <pc:spChg chg="add mod">
          <ac:chgData name="Faley Bill" userId="4196ee29-df64-45e8-8fee-fb83309efd7e" providerId="ADAL" clId="{4B7D02FE-7DF9-4F81-956D-FCF237B048C7}" dt="2023-05-01T15:13:53.115" v="1233" actId="20577"/>
          <ac:spMkLst>
            <pc:docMk/>
            <pc:sldMk cId="1418251149" sldId="258"/>
            <ac:spMk id="43" creationId="{9DB7EFA7-65CB-43FD-A889-DB777F00A3FA}"/>
          </ac:spMkLst>
        </pc:spChg>
        <pc:spChg chg="add mod">
          <ac:chgData name="Faley Bill" userId="4196ee29-df64-45e8-8fee-fb83309efd7e" providerId="ADAL" clId="{4B7D02FE-7DF9-4F81-956D-FCF237B048C7}" dt="2023-05-01T15:13:31.545" v="1210" actId="20577"/>
          <ac:spMkLst>
            <pc:docMk/>
            <pc:sldMk cId="1418251149" sldId="258"/>
            <ac:spMk id="44" creationId="{65AD92F4-261E-42A7-9309-988B0056C0A6}"/>
          </ac:spMkLst>
        </pc:spChg>
        <pc:spChg chg="add mod">
          <ac:chgData name="Faley Bill" userId="4196ee29-df64-45e8-8fee-fb83309efd7e" providerId="ADAL" clId="{4B7D02FE-7DF9-4F81-956D-FCF237B048C7}" dt="2023-05-01T13:49:10.207" v="650" actId="14100"/>
          <ac:spMkLst>
            <pc:docMk/>
            <pc:sldMk cId="1418251149" sldId="258"/>
            <ac:spMk id="45" creationId="{00C41690-E9C0-42D8-BB85-15F3ECC28E92}"/>
          </ac:spMkLst>
        </pc:spChg>
        <pc:spChg chg="add mod">
          <ac:chgData name="Faley Bill" userId="4196ee29-df64-45e8-8fee-fb83309efd7e" providerId="ADAL" clId="{4B7D02FE-7DF9-4F81-956D-FCF237B048C7}" dt="2023-05-01T13:46:30.375" v="592" actId="20577"/>
          <ac:spMkLst>
            <pc:docMk/>
            <pc:sldMk cId="1418251149" sldId="258"/>
            <ac:spMk id="46" creationId="{E08311A9-6030-4033-A05E-A60DAADDAEA0}"/>
          </ac:spMkLst>
        </pc:spChg>
        <pc:spChg chg="mod">
          <ac:chgData name="Faley Bill" userId="4196ee29-df64-45e8-8fee-fb83309efd7e" providerId="ADAL" clId="{4B7D02FE-7DF9-4F81-956D-FCF237B048C7}" dt="2023-05-01T13:57:44.877" v="778" actId="1035"/>
          <ac:spMkLst>
            <pc:docMk/>
            <pc:sldMk cId="1418251149" sldId="258"/>
            <ac:spMk id="50" creationId="{AC825F18-791C-4B29-A0C5-CB53E593AA7B}"/>
          </ac:spMkLst>
        </pc:spChg>
        <pc:spChg chg="add del">
          <ac:chgData name="Faley Bill" userId="4196ee29-df64-45e8-8fee-fb83309efd7e" providerId="ADAL" clId="{4B7D02FE-7DF9-4F81-956D-FCF237B048C7}" dt="2023-05-01T13:49:03.096" v="647"/>
          <ac:spMkLst>
            <pc:docMk/>
            <pc:sldMk cId="1418251149" sldId="258"/>
            <ac:spMk id="57" creationId="{7D8C4947-C9B9-499F-9F6F-6D6F7BA4F1D8}"/>
          </ac:spMkLst>
        </pc:spChg>
        <pc:spChg chg="add del">
          <ac:chgData name="Faley Bill" userId="4196ee29-df64-45e8-8fee-fb83309efd7e" providerId="ADAL" clId="{4B7D02FE-7DF9-4F81-956D-FCF237B048C7}" dt="2023-05-01T13:49:03.096" v="647"/>
          <ac:spMkLst>
            <pc:docMk/>
            <pc:sldMk cId="1418251149" sldId="258"/>
            <ac:spMk id="58" creationId="{1670A88C-2DA8-413E-9529-CEF3DAF722C6}"/>
          </ac:spMkLst>
        </pc:spChg>
        <pc:spChg chg="add mod">
          <ac:chgData name="Faley Bill" userId="4196ee29-df64-45e8-8fee-fb83309efd7e" providerId="ADAL" clId="{4B7D02FE-7DF9-4F81-956D-FCF237B048C7}" dt="2023-05-01T13:51:26.613" v="727" actId="1035"/>
          <ac:spMkLst>
            <pc:docMk/>
            <pc:sldMk cId="1418251149" sldId="258"/>
            <ac:spMk id="62" creationId="{751858EA-5E54-497E-8E50-843FD9C41A74}"/>
          </ac:spMkLst>
        </pc:spChg>
        <pc:spChg chg="add mod">
          <ac:chgData name="Faley Bill" userId="4196ee29-df64-45e8-8fee-fb83309efd7e" providerId="ADAL" clId="{4B7D02FE-7DF9-4F81-956D-FCF237B048C7}" dt="2023-05-01T13:51:26.613" v="727" actId="1035"/>
          <ac:spMkLst>
            <pc:docMk/>
            <pc:sldMk cId="1418251149" sldId="258"/>
            <ac:spMk id="63" creationId="{99D3FEC8-4385-4791-A546-E8F9C3FBF94A}"/>
          </ac:spMkLst>
        </pc:spChg>
        <pc:spChg chg="add mod">
          <ac:chgData name="Faley Bill" userId="4196ee29-df64-45e8-8fee-fb83309efd7e" providerId="ADAL" clId="{4B7D02FE-7DF9-4F81-956D-FCF237B048C7}" dt="2023-05-01T14:10:05.615" v="847" actId="20577"/>
          <ac:spMkLst>
            <pc:docMk/>
            <pc:sldMk cId="1418251149" sldId="258"/>
            <ac:spMk id="64" creationId="{83FFED25-17A7-4C01-BA76-31855E48E27F}"/>
          </ac:spMkLst>
        </pc:spChg>
        <pc:spChg chg="add mod">
          <ac:chgData name="Faley Bill" userId="4196ee29-df64-45e8-8fee-fb83309efd7e" providerId="ADAL" clId="{4B7D02FE-7DF9-4F81-956D-FCF237B048C7}" dt="2023-05-01T15:10:56.561" v="980" actId="12789"/>
          <ac:spMkLst>
            <pc:docMk/>
            <pc:sldMk cId="1418251149" sldId="258"/>
            <ac:spMk id="71" creationId="{5BBAE7B3-3930-4D4F-A4BA-C53881BEEE1E}"/>
          </ac:spMkLst>
        </pc:spChg>
        <pc:spChg chg="add del mod">
          <ac:chgData name="Faley Bill" userId="4196ee29-df64-45e8-8fee-fb83309efd7e" providerId="ADAL" clId="{4B7D02FE-7DF9-4F81-956D-FCF237B048C7}" dt="2023-05-01T13:52:01.848" v="754" actId="478"/>
          <ac:spMkLst>
            <pc:docMk/>
            <pc:sldMk cId="1418251149" sldId="258"/>
            <ac:spMk id="72" creationId="{498B10C9-295D-44EE-9EDB-48DBA1CB38F4}"/>
          </ac:spMkLst>
        </pc:spChg>
        <pc:spChg chg="add mod">
          <ac:chgData name="Faley Bill" userId="4196ee29-df64-45e8-8fee-fb83309efd7e" providerId="ADAL" clId="{4B7D02FE-7DF9-4F81-956D-FCF237B048C7}" dt="2023-05-01T15:13:41.715" v="1225" actId="20577"/>
          <ac:spMkLst>
            <pc:docMk/>
            <pc:sldMk cId="1418251149" sldId="258"/>
            <ac:spMk id="105" creationId="{6F1A9AD1-C2D2-44C9-8B0C-4516FB4C711F}"/>
          </ac:spMkLst>
        </pc:spChg>
        <pc:spChg chg="add mod">
          <ac:chgData name="Faley Bill" userId="4196ee29-df64-45e8-8fee-fb83309efd7e" providerId="ADAL" clId="{4B7D02FE-7DF9-4F81-956D-FCF237B048C7}" dt="2023-05-01T15:14:03.624" v="1241" actId="20577"/>
          <ac:spMkLst>
            <pc:docMk/>
            <pc:sldMk cId="1418251149" sldId="258"/>
            <ac:spMk id="106" creationId="{E06D92AF-701D-4ABA-B436-D213559996FF}"/>
          </ac:spMkLst>
        </pc:spChg>
        <pc:spChg chg="add mod">
          <ac:chgData name="Faley Bill" userId="4196ee29-df64-45e8-8fee-fb83309efd7e" providerId="ADAL" clId="{4B7D02FE-7DF9-4F81-956D-FCF237B048C7}" dt="2023-05-01T15:14:13.990" v="1255" actId="20577"/>
          <ac:spMkLst>
            <pc:docMk/>
            <pc:sldMk cId="1418251149" sldId="258"/>
            <ac:spMk id="107" creationId="{E4D4C80E-98C5-4183-8349-C2080729A57A}"/>
          </ac:spMkLst>
        </pc:spChg>
        <pc:spChg chg="add mod">
          <ac:chgData name="Faley Bill" userId="4196ee29-df64-45e8-8fee-fb83309efd7e" providerId="ADAL" clId="{4B7D02FE-7DF9-4F81-956D-FCF237B048C7}" dt="2023-05-01T15:14:29.958" v="1281" actId="20577"/>
          <ac:spMkLst>
            <pc:docMk/>
            <pc:sldMk cId="1418251149" sldId="258"/>
            <ac:spMk id="108" creationId="{A6F3F3A6-0DC6-428C-8B4C-C1D4B0D494D7}"/>
          </ac:spMkLst>
        </pc:spChg>
        <pc:spChg chg="add mod">
          <ac:chgData name="Faley Bill" userId="4196ee29-df64-45e8-8fee-fb83309efd7e" providerId="ADAL" clId="{4B7D02FE-7DF9-4F81-956D-FCF237B048C7}" dt="2023-05-01T15:14:39.117" v="1298" actId="20577"/>
          <ac:spMkLst>
            <pc:docMk/>
            <pc:sldMk cId="1418251149" sldId="258"/>
            <ac:spMk id="109" creationId="{29C3BC61-ED65-40D5-A41E-6E69435EF95E}"/>
          </ac:spMkLst>
        </pc:spChg>
        <pc:spChg chg="add del mod">
          <ac:chgData name="Faley Bill" userId="4196ee29-df64-45e8-8fee-fb83309efd7e" providerId="ADAL" clId="{4B7D02FE-7DF9-4F81-956D-FCF237B048C7}" dt="2023-05-01T15:14:47.019" v="1299" actId="478"/>
          <ac:spMkLst>
            <pc:docMk/>
            <pc:sldMk cId="1418251149" sldId="258"/>
            <ac:spMk id="110" creationId="{D32972A7-B155-4666-AD15-AB3104C97075}"/>
          </ac:spMkLst>
        </pc:spChg>
        <pc:spChg chg="mod">
          <ac:chgData name="Faley Bill" userId="4196ee29-df64-45e8-8fee-fb83309efd7e" providerId="ADAL" clId="{4B7D02FE-7DF9-4F81-956D-FCF237B048C7}" dt="2023-05-01T13:49:05.529" v="649" actId="1076"/>
          <ac:spMkLst>
            <pc:docMk/>
            <pc:sldMk cId="1418251149" sldId="258"/>
            <ac:spMk id="406" creationId="{00000000-0000-0000-0000-000000000000}"/>
          </ac:spMkLst>
        </pc:spChg>
        <pc:grpChg chg="add mod ord">
          <ac:chgData name="Faley Bill" userId="4196ee29-df64-45e8-8fee-fb83309efd7e" providerId="ADAL" clId="{4B7D02FE-7DF9-4F81-956D-FCF237B048C7}" dt="2023-05-01T15:07:20.011" v="930" actId="1038"/>
          <ac:grpSpMkLst>
            <pc:docMk/>
            <pc:sldMk cId="1418251149" sldId="258"/>
            <ac:grpSpMk id="2" creationId="{332D48E1-66E6-46DB-804B-54D185FC60AB}"/>
          </ac:grpSpMkLst>
        </pc:grpChg>
        <pc:grpChg chg="add mod ord">
          <ac:chgData name="Faley Bill" userId="4196ee29-df64-45e8-8fee-fb83309efd7e" providerId="ADAL" clId="{4B7D02FE-7DF9-4F81-956D-FCF237B048C7}" dt="2023-05-01T15:07:20.011" v="930" actId="1038"/>
          <ac:grpSpMkLst>
            <pc:docMk/>
            <pc:sldMk cId="1418251149" sldId="258"/>
            <ac:grpSpMk id="3" creationId="{597B76E1-98C4-4A69-89FF-0C565C144616}"/>
          </ac:grpSpMkLst>
        </pc:grpChg>
        <pc:grpChg chg="add mod">
          <ac:chgData name="Faley Bill" userId="4196ee29-df64-45e8-8fee-fb83309efd7e" providerId="ADAL" clId="{4B7D02FE-7DF9-4F81-956D-FCF237B048C7}" dt="2023-05-01T15:07:20.011" v="930" actId="1038"/>
          <ac:grpSpMkLst>
            <pc:docMk/>
            <pc:sldMk cId="1418251149" sldId="258"/>
            <ac:grpSpMk id="5" creationId="{D175E225-EE52-4D2F-8088-297EA9B1ADE2}"/>
          </ac:grpSpMkLst>
        </pc:grpChg>
        <pc:grpChg chg="add mod ord">
          <ac:chgData name="Faley Bill" userId="4196ee29-df64-45e8-8fee-fb83309efd7e" providerId="ADAL" clId="{4B7D02FE-7DF9-4F81-956D-FCF237B048C7}" dt="2023-05-01T13:37:15.275" v="307" actId="166"/>
          <ac:grpSpMkLst>
            <pc:docMk/>
            <pc:sldMk cId="1418251149" sldId="258"/>
            <ac:grpSpMk id="26" creationId="{9AF85B86-E8DC-4F10-9D29-75D8C4AE40E2}"/>
          </ac:grpSpMkLst>
        </pc:grpChg>
        <pc:grpChg chg="add del mod">
          <ac:chgData name="Faley Bill" userId="4196ee29-df64-45e8-8fee-fb83309efd7e" providerId="ADAL" clId="{4B7D02FE-7DF9-4F81-956D-FCF237B048C7}" dt="2023-05-01T13:40:56.653" v="478" actId="478"/>
          <ac:grpSpMkLst>
            <pc:docMk/>
            <pc:sldMk cId="1418251149" sldId="258"/>
            <ac:grpSpMk id="35" creationId="{C5FDB3C9-00C4-49E4-B168-AF617F670F0D}"/>
          </ac:grpSpMkLst>
        </pc:grpChg>
        <pc:picChg chg="add mod">
          <ac:chgData name="Faley Bill" userId="4196ee29-df64-45e8-8fee-fb83309efd7e" providerId="ADAL" clId="{4B7D02FE-7DF9-4F81-956D-FCF237B048C7}" dt="2023-05-01T13:41:52.379" v="482" actId="164"/>
          <ac:picMkLst>
            <pc:docMk/>
            <pc:sldMk cId="1418251149" sldId="258"/>
            <ac:picMk id="4" creationId="{B2978EE1-BDE4-44CA-8AC6-134B11B405DD}"/>
          </ac:picMkLst>
        </pc:picChg>
        <pc:picChg chg="add mod ord">
          <ac:chgData name="Faley Bill" userId="4196ee29-df64-45e8-8fee-fb83309efd7e" providerId="ADAL" clId="{4B7D02FE-7DF9-4F81-956D-FCF237B048C7}" dt="2023-05-01T13:37:15.275" v="307" actId="166"/>
          <ac:picMkLst>
            <pc:docMk/>
            <pc:sldMk cId="1418251149" sldId="258"/>
            <ac:picMk id="17" creationId="{997AE690-6691-4B38-BAAC-6F824DDE2DFA}"/>
          </ac:picMkLst>
        </pc:picChg>
        <pc:picChg chg="add mod">
          <ac:chgData name="Faley Bill" userId="4196ee29-df64-45e8-8fee-fb83309efd7e" providerId="ADAL" clId="{4B7D02FE-7DF9-4F81-956D-FCF237B048C7}" dt="2023-05-01T13:35:35.624" v="282" actId="164"/>
          <ac:picMkLst>
            <pc:docMk/>
            <pc:sldMk cId="1418251149" sldId="258"/>
            <ac:picMk id="19" creationId="{60046DA2-CA47-46ED-AEF4-75EF7124967A}"/>
          </ac:picMkLst>
        </pc:picChg>
        <pc:picChg chg="add mod">
          <ac:chgData name="Faley Bill" userId="4196ee29-df64-45e8-8fee-fb83309efd7e" providerId="ADAL" clId="{4B7D02FE-7DF9-4F81-956D-FCF237B048C7}" dt="2023-05-01T13:35:44.508" v="286" actId="164"/>
          <ac:picMkLst>
            <pc:docMk/>
            <pc:sldMk cId="1418251149" sldId="258"/>
            <ac:picMk id="21" creationId="{5F9118B5-0F77-45B5-BE17-E51E2844D2D3}"/>
          </ac:picMkLst>
        </pc:picChg>
        <pc:picChg chg="add mod ord">
          <ac:chgData name="Faley Bill" userId="4196ee29-df64-45e8-8fee-fb83309efd7e" providerId="ADAL" clId="{4B7D02FE-7DF9-4F81-956D-FCF237B048C7}" dt="2023-05-01T13:58:14.279" v="785" actId="1037"/>
          <ac:picMkLst>
            <pc:docMk/>
            <pc:sldMk cId="1418251149" sldId="258"/>
            <ac:picMk id="25" creationId="{8DA55885-FFD2-4051-8259-6B7480BA4811}"/>
          </ac:picMkLst>
        </pc:picChg>
        <pc:picChg chg="del topLvl">
          <ac:chgData name="Faley Bill" userId="4196ee29-df64-45e8-8fee-fb83309efd7e" providerId="ADAL" clId="{4B7D02FE-7DF9-4F81-956D-FCF237B048C7}" dt="2023-05-01T13:40:56.653" v="478" actId="478"/>
          <ac:picMkLst>
            <pc:docMk/>
            <pc:sldMk cId="1418251149" sldId="258"/>
            <ac:picMk id="37" creationId="{D8D362AE-E323-4537-850F-2B457F45E4EB}"/>
          </ac:picMkLst>
        </pc:picChg>
        <pc:picChg chg="mod ord">
          <ac:chgData name="Faley Bill" userId="4196ee29-df64-45e8-8fee-fb83309efd7e" providerId="ADAL" clId="{4B7D02FE-7DF9-4F81-956D-FCF237B048C7}" dt="2023-05-01T13:30:25.825" v="50" actId="1076"/>
          <ac:picMkLst>
            <pc:docMk/>
            <pc:sldMk cId="1418251149" sldId="258"/>
            <ac:picMk id="414" creationId="{00000000-0000-0000-0000-000000000000}"/>
          </ac:picMkLst>
        </pc:picChg>
        <pc:picChg chg="ord">
          <ac:chgData name="Faley Bill" userId="4196ee29-df64-45e8-8fee-fb83309efd7e" providerId="ADAL" clId="{4B7D02FE-7DF9-4F81-956D-FCF237B048C7}" dt="2023-05-01T13:29:43.461" v="41" actId="167"/>
          <ac:picMkLst>
            <pc:docMk/>
            <pc:sldMk cId="1418251149" sldId="258"/>
            <ac:picMk id="434" creationId="{00000000-0000-0000-0000-000000000000}"/>
          </ac:picMkLst>
        </pc:picChg>
        <pc:cxnChg chg="add mod">
          <ac:chgData name="Faley Bill" userId="4196ee29-df64-45e8-8fee-fb83309efd7e" providerId="ADAL" clId="{4B7D02FE-7DF9-4F81-956D-FCF237B048C7}" dt="2023-05-01T15:12:02.048" v="984" actId="14100"/>
          <ac:cxnSpMkLst>
            <pc:docMk/>
            <pc:sldMk cId="1418251149" sldId="258"/>
            <ac:cxnSpMk id="49" creationId="{EFE63C94-E61E-41E9-AE6E-74CB51A00DBF}"/>
          </ac:cxnSpMkLst>
        </pc:cxnChg>
        <pc:cxnChg chg="add mod">
          <ac:chgData name="Faley Bill" userId="4196ee29-df64-45e8-8fee-fb83309efd7e" providerId="ADAL" clId="{4B7D02FE-7DF9-4F81-956D-FCF237B048C7}" dt="2023-05-01T15:11:15.046" v="982" actId="14100"/>
          <ac:cxnSpMkLst>
            <pc:docMk/>
            <pc:sldMk cId="1418251149" sldId="258"/>
            <ac:cxnSpMk id="52" creationId="{7CE44556-091D-476B-AE78-C244464EB7A3}"/>
          </ac:cxnSpMkLst>
        </pc:cxnChg>
        <pc:cxnChg chg="add mod">
          <ac:chgData name="Faley Bill" userId="4196ee29-df64-45e8-8fee-fb83309efd7e" providerId="ADAL" clId="{4B7D02FE-7DF9-4F81-956D-FCF237B048C7}" dt="2023-05-01T15:11:08.134" v="981" actId="14100"/>
          <ac:cxnSpMkLst>
            <pc:docMk/>
            <pc:sldMk cId="1418251149" sldId="258"/>
            <ac:cxnSpMk id="65" creationId="{3E8860B2-41E9-4402-813D-9AC476EA813C}"/>
          </ac:cxnSpMkLst>
        </pc:cxnChg>
        <pc:cxnChg chg="add mod">
          <ac:chgData name="Faley Bill" userId="4196ee29-df64-45e8-8fee-fb83309efd7e" providerId="ADAL" clId="{4B7D02FE-7DF9-4F81-956D-FCF237B048C7}" dt="2023-05-01T15:10:56.561" v="980" actId="12789"/>
          <ac:cxnSpMkLst>
            <pc:docMk/>
            <pc:sldMk cId="1418251149" sldId="258"/>
            <ac:cxnSpMk id="73" creationId="{F740D8C1-EE70-4B83-80A9-4494817EFBEB}"/>
          </ac:cxnSpMkLst>
        </pc:cxnChg>
        <pc:cxnChg chg="add mod">
          <ac:chgData name="Faley Bill" userId="4196ee29-df64-45e8-8fee-fb83309efd7e" providerId="ADAL" clId="{4B7D02FE-7DF9-4F81-956D-FCF237B048C7}" dt="2023-05-01T15:07:28.749" v="932" actId="14100"/>
          <ac:cxnSpMkLst>
            <pc:docMk/>
            <pc:sldMk cId="1418251149" sldId="258"/>
            <ac:cxnSpMk id="81" creationId="{07798BD0-D948-4096-80F5-B21735861D72}"/>
          </ac:cxnSpMkLst>
        </pc:cxnChg>
        <pc:cxnChg chg="add mod">
          <ac:chgData name="Faley Bill" userId="4196ee29-df64-45e8-8fee-fb83309efd7e" providerId="ADAL" clId="{4B7D02FE-7DF9-4F81-956D-FCF237B048C7}" dt="2023-05-01T15:07:28.749" v="932" actId="14100"/>
          <ac:cxnSpMkLst>
            <pc:docMk/>
            <pc:sldMk cId="1418251149" sldId="258"/>
            <ac:cxnSpMk id="84" creationId="{36B977B0-D13D-4A46-ABD1-658B4D0305D0}"/>
          </ac:cxnSpMkLst>
        </pc:cxnChg>
        <pc:cxnChg chg="add mod">
          <ac:chgData name="Faley Bill" userId="4196ee29-df64-45e8-8fee-fb83309efd7e" providerId="ADAL" clId="{4B7D02FE-7DF9-4F81-956D-FCF237B048C7}" dt="2023-05-01T15:08:24.221" v="937" actId="1037"/>
          <ac:cxnSpMkLst>
            <pc:docMk/>
            <pc:sldMk cId="1418251149" sldId="258"/>
            <ac:cxnSpMk id="87" creationId="{25459BCF-CBC6-429D-8824-FD0D087C6E1B}"/>
          </ac:cxnSpMkLst>
        </pc:cxnChg>
      </pc:sldChg>
    </pc:docChg>
  </pc:docChgLst>
  <pc:docChgLst>
    <pc:chgData name="Baranski Daniel" userId="S::qbe3925@hca.corpad.net::4bb4b184-9a04-486f-8ff1-3c2b0b0b6625" providerId="AD" clId="Web-{8487748B-C325-D8A2-A354-180664F0558D}"/>
    <pc:docChg chg="modSld">
      <pc:chgData name="Baranski Daniel" userId="S::qbe3925@hca.corpad.net::4bb4b184-9a04-486f-8ff1-3c2b0b0b6625" providerId="AD" clId="Web-{8487748B-C325-D8A2-A354-180664F0558D}" dt="2024-03-19T12:34:31.378" v="73"/>
      <pc:docMkLst>
        <pc:docMk/>
      </pc:docMkLst>
      <pc:sldChg chg="addSp delSp modSp">
        <pc:chgData name="Baranski Daniel" userId="S::qbe3925@hca.corpad.net::4bb4b184-9a04-486f-8ff1-3c2b0b0b6625" providerId="AD" clId="Web-{8487748B-C325-D8A2-A354-180664F0558D}" dt="2024-03-18T17:34:06.732" v="72" actId="1076"/>
        <pc:sldMkLst>
          <pc:docMk/>
          <pc:sldMk cId="1655514458" sldId="281"/>
        </pc:sldMkLst>
        <pc:spChg chg="mod topLvl">
          <ac:chgData name="Baranski Daniel" userId="S::qbe3925@hca.corpad.net::4bb4b184-9a04-486f-8ff1-3c2b0b0b6625" providerId="AD" clId="Web-{8487748B-C325-D8A2-A354-180664F0558D}" dt="2024-03-18T17:34:06.732" v="72" actId="1076"/>
          <ac:spMkLst>
            <pc:docMk/>
            <pc:sldMk cId="1655514458" sldId="281"/>
            <ac:spMk id="13" creationId="{B9783D05-F07B-72AA-9734-C6DB9D8910B2}"/>
          </ac:spMkLst>
        </pc:spChg>
        <pc:grpChg chg="add del mod">
          <ac:chgData name="Baranski Daniel" userId="S::qbe3925@hca.corpad.net::4bb4b184-9a04-486f-8ff1-3c2b0b0b6625" providerId="AD" clId="Web-{8487748B-C325-D8A2-A354-180664F0558D}" dt="2024-03-18T14:19:24.227" v="53"/>
          <ac:grpSpMkLst>
            <pc:docMk/>
            <pc:sldMk cId="1655514458" sldId="281"/>
            <ac:grpSpMk id="7" creationId="{6A7220DD-5748-71E5-27B6-2887B5963429}"/>
          </ac:grpSpMkLst>
        </pc:grpChg>
        <pc:picChg chg="del topLvl">
          <ac:chgData name="Baranski Daniel" userId="S::qbe3925@hca.corpad.net::4bb4b184-9a04-486f-8ff1-3c2b0b0b6625" providerId="AD" clId="Web-{8487748B-C325-D8A2-A354-180664F0558D}" dt="2024-03-18T14:19:24.227" v="53"/>
          <ac:picMkLst>
            <pc:docMk/>
            <pc:sldMk cId="1655514458" sldId="281"/>
            <ac:picMk id="25" creationId="{6541FB60-1D47-B7FB-66F0-ABBF9907B05E}"/>
          </ac:picMkLst>
        </pc:picChg>
      </pc:sldChg>
      <pc:sldChg chg="modSp">
        <pc:chgData name="Baranski Daniel" userId="S::qbe3925@hca.corpad.net::4bb4b184-9a04-486f-8ff1-3c2b0b0b6625" providerId="AD" clId="Web-{8487748B-C325-D8A2-A354-180664F0558D}" dt="2024-03-19T12:34:31.378" v="73"/>
        <pc:sldMkLst>
          <pc:docMk/>
          <pc:sldMk cId="3046352614" sldId="286"/>
        </pc:sldMkLst>
        <pc:graphicFrameChg chg="modGraphic">
          <ac:chgData name="Baranski Daniel" userId="S::qbe3925@hca.corpad.net::4bb4b184-9a04-486f-8ff1-3c2b0b0b6625" providerId="AD" clId="Web-{8487748B-C325-D8A2-A354-180664F0558D}" dt="2024-03-19T12:34:31.378" v="73"/>
          <ac:graphicFrameMkLst>
            <pc:docMk/>
            <pc:sldMk cId="3046352614" sldId="286"/>
            <ac:graphicFrameMk id="4" creationId="{95A99DC4-A74E-649A-CD9E-D23B213BD846}"/>
          </ac:graphicFrameMkLst>
        </pc:graphicFrameChg>
      </pc:sldChg>
      <pc:sldChg chg="addSp modSp">
        <pc:chgData name="Baranski Daniel" userId="S::qbe3925@hca.corpad.net::4bb4b184-9a04-486f-8ff1-3c2b0b0b6625" providerId="AD" clId="Web-{8487748B-C325-D8A2-A354-180664F0558D}" dt="2024-03-18T13:41:02.635" v="50" actId="20577"/>
        <pc:sldMkLst>
          <pc:docMk/>
          <pc:sldMk cId="661428433" sldId="293"/>
        </pc:sldMkLst>
        <pc:spChg chg="add mod">
          <ac:chgData name="Baranski Daniel" userId="S::qbe3925@hca.corpad.net::4bb4b184-9a04-486f-8ff1-3c2b0b0b6625" providerId="AD" clId="Web-{8487748B-C325-D8A2-A354-180664F0558D}" dt="2024-03-18T13:40:58.901" v="49" actId="20577"/>
          <ac:spMkLst>
            <pc:docMk/>
            <pc:sldMk cId="661428433" sldId="293"/>
            <ac:spMk id="3" creationId="{E38C25F7-E8F1-E701-0B9A-10E4C2E6E1F9}"/>
          </ac:spMkLst>
        </pc:spChg>
        <pc:spChg chg="add mod">
          <ac:chgData name="Baranski Daniel" userId="S::qbe3925@hca.corpad.net::4bb4b184-9a04-486f-8ff1-3c2b0b0b6625" providerId="AD" clId="Web-{8487748B-C325-D8A2-A354-180664F0558D}" dt="2024-03-18T13:41:02.635" v="50" actId="20577"/>
          <ac:spMkLst>
            <pc:docMk/>
            <pc:sldMk cId="661428433" sldId="293"/>
            <ac:spMk id="9" creationId="{3963C520-B9DF-E42B-7852-B6A815C4F625}"/>
          </ac:spMkLst>
        </pc:spChg>
      </pc:sldChg>
      <pc:sldChg chg="modSp">
        <pc:chgData name="Baranski Daniel" userId="S::qbe3925@hca.corpad.net::4bb4b184-9a04-486f-8ff1-3c2b0b0b6625" providerId="AD" clId="Web-{8487748B-C325-D8A2-A354-180664F0558D}" dt="2024-03-18T13:39:17.209" v="32"/>
        <pc:sldMkLst>
          <pc:docMk/>
          <pc:sldMk cId="1881994668" sldId="294"/>
        </pc:sldMkLst>
        <pc:graphicFrameChg chg="mod modGraphic">
          <ac:chgData name="Baranski Daniel" userId="S::qbe3925@hca.corpad.net::4bb4b184-9a04-486f-8ff1-3c2b0b0b6625" providerId="AD" clId="Web-{8487748B-C325-D8A2-A354-180664F0558D}" dt="2024-03-18T13:39:17.209" v="32"/>
          <ac:graphicFrameMkLst>
            <pc:docMk/>
            <pc:sldMk cId="1881994668" sldId="294"/>
            <ac:graphicFrameMk id="4" creationId="{95A99DC4-A74E-649A-CD9E-D23B213BD846}"/>
          </ac:graphicFrameMkLst>
        </pc:graphicFrameChg>
      </pc:sldChg>
    </pc:docChg>
  </pc:docChgLst>
  <pc:docChgLst>
    <pc:chgData name="Baranski Daniel" userId="S::qbe3925@hca.corpad.net::4bb4b184-9a04-486f-8ff1-3c2b0b0b6625" providerId="AD" clId="Web-{B6393146-5D28-697B-1A72-7475FB45197F}"/>
    <pc:docChg chg="modSld">
      <pc:chgData name="Baranski Daniel" userId="S::qbe3925@hca.corpad.net::4bb4b184-9a04-486f-8ff1-3c2b0b0b6625" providerId="AD" clId="Web-{B6393146-5D28-697B-1A72-7475FB45197F}" dt="2024-03-27T19:26:16.750" v="805"/>
      <pc:docMkLst>
        <pc:docMk/>
      </pc:docMkLst>
      <pc:sldChg chg="addSp delSp modSp">
        <pc:chgData name="Baranski Daniel" userId="S::qbe3925@hca.corpad.net::4bb4b184-9a04-486f-8ff1-3c2b0b0b6625" providerId="AD" clId="Web-{B6393146-5D28-697B-1A72-7475FB45197F}" dt="2024-03-27T17:47:33.374" v="18"/>
        <pc:sldMkLst>
          <pc:docMk/>
          <pc:sldMk cId="1655514458" sldId="281"/>
        </pc:sldMkLst>
        <pc:spChg chg="add del">
          <ac:chgData name="Baranski Daniel" userId="S::qbe3925@hca.corpad.net::4bb4b184-9a04-486f-8ff1-3c2b0b0b6625" providerId="AD" clId="Web-{B6393146-5D28-697B-1A72-7475FB45197F}" dt="2024-03-27T17:47:33.374" v="18"/>
          <ac:spMkLst>
            <pc:docMk/>
            <pc:sldMk cId="1655514458" sldId="281"/>
            <ac:spMk id="14" creationId="{2FFF646B-34C1-D6CA-B3AE-4913DB792872}"/>
          </ac:spMkLst>
        </pc:spChg>
        <pc:cxnChg chg="add mod">
          <ac:chgData name="Baranski Daniel" userId="S::qbe3925@hca.corpad.net::4bb4b184-9a04-486f-8ff1-3c2b0b0b6625" providerId="AD" clId="Web-{B6393146-5D28-697B-1A72-7475FB45197F}" dt="2024-03-27T17:46:10.731" v="9" actId="1076"/>
          <ac:cxnSpMkLst>
            <pc:docMk/>
            <pc:sldMk cId="1655514458" sldId="281"/>
            <ac:cxnSpMk id="5" creationId="{E39D21EF-EB69-4BE6-3FDC-F0CE25F4A7B6}"/>
          </ac:cxnSpMkLst>
        </pc:cxnChg>
        <pc:cxnChg chg="add mod">
          <ac:chgData name="Baranski Daniel" userId="S::qbe3925@hca.corpad.net::4bb4b184-9a04-486f-8ff1-3c2b0b0b6625" providerId="AD" clId="Web-{B6393146-5D28-697B-1A72-7475FB45197F}" dt="2024-03-27T17:46:50.513" v="16"/>
          <ac:cxnSpMkLst>
            <pc:docMk/>
            <pc:sldMk cId="1655514458" sldId="281"/>
            <ac:cxnSpMk id="7" creationId="{04B82595-4077-DF03-BA0A-476B83C5BE38}"/>
          </ac:cxnSpMkLst>
        </pc:cxnChg>
        <pc:cxnChg chg="mod">
          <ac:chgData name="Baranski Daniel" userId="S::qbe3925@hca.corpad.net::4bb4b184-9a04-486f-8ff1-3c2b0b0b6625" providerId="AD" clId="Web-{B6393146-5D28-697B-1A72-7475FB45197F}" dt="2024-03-27T17:46:02.761" v="8" actId="1076"/>
          <ac:cxnSpMkLst>
            <pc:docMk/>
            <pc:sldMk cId="1655514458" sldId="281"/>
            <ac:cxnSpMk id="11" creationId="{F36AC15E-2ED2-926B-14DB-0CA07D98613C}"/>
          </ac:cxnSpMkLst>
        </pc:cxnChg>
        <pc:cxnChg chg="del">
          <ac:chgData name="Baranski Daniel" userId="S::qbe3925@hca.corpad.net::4bb4b184-9a04-486f-8ff1-3c2b0b0b6625" providerId="AD" clId="Web-{B6393146-5D28-697B-1A72-7475FB45197F}" dt="2024-03-27T17:45:19.588" v="0"/>
          <ac:cxnSpMkLst>
            <pc:docMk/>
            <pc:sldMk cId="1655514458" sldId="281"/>
            <ac:cxnSpMk id="33" creationId="{70C0F9B0-99BE-4387-1C55-30A0F54C74FF}"/>
          </ac:cxnSpMkLst>
        </pc:cxnChg>
        <pc:cxnChg chg="del">
          <ac:chgData name="Baranski Daniel" userId="S::qbe3925@hca.corpad.net::4bb4b184-9a04-486f-8ff1-3c2b0b0b6625" providerId="AD" clId="Web-{B6393146-5D28-697B-1A72-7475FB45197F}" dt="2024-03-27T17:45:21.744" v="1"/>
          <ac:cxnSpMkLst>
            <pc:docMk/>
            <pc:sldMk cId="1655514458" sldId="281"/>
            <ac:cxnSpMk id="43" creationId="{3EA28064-F8CC-1AB4-41F5-A6061FFCDF84}"/>
          </ac:cxnSpMkLst>
        </pc:cxnChg>
        <pc:cxnChg chg="mod">
          <ac:chgData name="Baranski Daniel" userId="S::qbe3925@hca.corpad.net::4bb4b184-9a04-486f-8ff1-3c2b0b0b6625" providerId="AD" clId="Web-{B6393146-5D28-697B-1A72-7475FB45197F}" dt="2024-03-27T17:45:24.057" v="2" actId="1076"/>
          <ac:cxnSpMkLst>
            <pc:docMk/>
            <pc:sldMk cId="1655514458" sldId="281"/>
            <ac:cxnSpMk id="45" creationId="{8C54A2CD-E25D-0216-EEBF-04DD58EAF2C9}"/>
          </ac:cxnSpMkLst>
        </pc:cxnChg>
        <pc:cxnChg chg="del">
          <ac:chgData name="Baranski Daniel" userId="S::qbe3925@hca.corpad.net::4bb4b184-9a04-486f-8ff1-3c2b0b0b6625" providerId="AD" clId="Web-{B6393146-5D28-697B-1A72-7475FB45197F}" dt="2024-03-27T17:45:26.010" v="3"/>
          <ac:cxnSpMkLst>
            <pc:docMk/>
            <pc:sldMk cId="1655514458" sldId="281"/>
            <ac:cxnSpMk id="82" creationId="{64D8E729-746E-9747-9521-BB981BC3F8B2}"/>
          </ac:cxnSpMkLst>
        </pc:cxnChg>
      </pc:sldChg>
      <pc:sldChg chg="addSp modSp">
        <pc:chgData name="Baranski Daniel" userId="S::qbe3925@hca.corpad.net::4bb4b184-9a04-486f-8ff1-3c2b0b0b6625" providerId="AD" clId="Web-{B6393146-5D28-697B-1A72-7475FB45197F}" dt="2024-03-27T19:25:41.092" v="738"/>
        <pc:sldMkLst>
          <pc:docMk/>
          <pc:sldMk cId="3046352614" sldId="286"/>
        </pc:sldMkLst>
        <pc:spChg chg="add mod">
          <ac:chgData name="Baranski Daniel" userId="S::qbe3925@hca.corpad.net::4bb4b184-9a04-486f-8ff1-3c2b0b0b6625" providerId="AD" clId="Web-{B6393146-5D28-697B-1A72-7475FB45197F}" dt="2024-03-27T17:48:45.924" v="105"/>
          <ac:spMkLst>
            <pc:docMk/>
            <pc:sldMk cId="3046352614" sldId="286"/>
            <ac:spMk id="5" creationId="{C97AE627-A3ED-7A6B-3646-99FF15BCEF32}"/>
          </ac:spMkLst>
        </pc:spChg>
        <pc:graphicFrameChg chg="mod modGraphic">
          <ac:chgData name="Baranski Daniel" userId="S::qbe3925@hca.corpad.net::4bb4b184-9a04-486f-8ff1-3c2b0b0b6625" providerId="AD" clId="Web-{B6393146-5D28-697B-1A72-7475FB45197F}" dt="2024-03-27T19:25:41.092" v="738"/>
          <ac:graphicFrameMkLst>
            <pc:docMk/>
            <pc:sldMk cId="3046352614" sldId="286"/>
            <ac:graphicFrameMk id="4" creationId="{95A99DC4-A74E-649A-CD9E-D23B213BD846}"/>
          </ac:graphicFrameMkLst>
        </pc:graphicFrameChg>
      </pc:sldChg>
      <pc:sldChg chg="modSp">
        <pc:chgData name="Baranski Daniel" userId="S::qbe3925@hca.corpad.net::4bb4b184-9a04-486f-8ff1-3c2b0b0b6625" providerId="AD" clId="Web-{B6393146-5D28-697B-1A72-7475FB45197F}" dt="2024-03-27T19:26:16.750" v="805"/>
        <pc:sldMkLst>
          <pc:docMk/>
          <pc:sldMk cId="1881994668" sldId="294"/>
        </pc:sldMkLst>
        <pc:graphicFrameChg chg="mod modGraphic">
          <ac:chgData name="Baranski Daniel" userId="S::qbe3925@hca.corpad.net::4bb4b184-9a04-486f-8ff1-3c2b0b0b6625" providerId="AD" clId="Web-{B6393146-5D28-697B-1A72-7475FB45197F}" dt="2024-03-27T19:26:16.750" v="805"/>
          <ac:graphicFrameMkLst>
            <pc:docMk/>
            <pc:sldMk cId="1881994668" sldId="294"/>
            <ac:graphicFrameMk id="4" creationId="{95A99DC4-A74E-649A-CD9E-D23B213BD846}"/>
          </ac:graphicFrameMkLst>
        </pc:graphicFrameChg>
      </pc:sldChg>
    </pc:docChg>
  </pc:docChgLst>
  <pc:docChgLst>
    <pc:chgData name="Baranski Daniel" userId="S::qbe3925@hca.corpad.net::4bb4b184-9a04-486f-8ff1-3c2b0b0b6625" providerId="AD" clId="Web-{579CEC93-27B4-4FDD-66E7-9EC9D567ED4A}"/>
    <pc:docChg chg="modSld">
      <pc:chgData name="Baranski Daniel" userId="S::qbe3925@hca.corpad.net::4bb4b184-9a04-486f-8ff1-3c2b0b0b6625" providerId="AD" clId="Web-{579CEC93-27B4-4FDD-66E7-9EC9D567ED4A}" dt="2024-03-27T17:45:06.513" v="70" actId="1076"/>
      <pc:docMkLst>
        <pc:docMk/>
      </pc:docMkLst>
      <pc:sldChg chg="addSp delSp modSp">
        <pc:chgData name="Baranski Daniel" userId="S::qbe3925@hca.corpad.net::4bb4b184-9a04-486f-8ff1-3c2b0b0b6625" providerId="AD" clId="Web-{579CEC93-27B4-4FDD-66E7-9EC9D567ED4A}" dt="2024-03-27T17:45:06.513" v="70" actId="1076"/>
        <pc:sldMkLst>
          <pc:docMk/>
          <pc:sldMk cId="1655514458" sldId="281"/>
        </pc:sldMkLst>
        <pc:spChg chg="del">
          <ac:chgData name="Baranski Daniel" userId="S::qbe3925@hca.corpad.net::4bb4b184-9a04-486f-8ff1-3c2b0b0b6625" providerId="AD" clId="Web-{579CEC93-27B4-4FDD-66E7-9EC9D567ED4A}" dt="2024-03-27T17:41:32.094" v="13"/>
          <ac:spMkLst>
            <pc:docMk/>
            <pc:sldMk cId="1655514458" sldId="281"/>
            <ac:spMk id="7" creationId="{E095EB24-67E9-DCBD-6A3E-48F06294638A}"/>
          </ac:spMkLst>
        </pc:spChg>
        <pc:spChg chg="mod">
          <ac:chgData name="Baranski Daniel" userId="S::qbe3925@hca.corpad.net::4bb4b184-9a04-486f-8ff1-3c2b0b0b6625" providerId="AD" clId="Web-{579CEC93-27B4-4FDD-66E7-9EC9D567ED4A}" dt="2024-03-27T17:36:03.386" v="2" actId="1076"/>
          <ac:spMkLst>
            <pc:docMk/>
            <pc:sldMk cId="1655514458" sldId="281"/>
            <ac:spMk id="24" creationId="{493559E4-83CF-83C5-DD47-BB33C580A75A}"/>
          </ac:spMkLst>
        </pc:spChg>
        <pc:spChg chg="del mod">
          <ac:chgData name="Baranski Daniel" userId="S::qbe3925@hca.corpad.net::4bb4b184-9a04-486f-8ff1-3c2b0b0b6625" providerId="AD" clId="Web-{579CEC93-27B4-4FDD-66E7-9EC9D567ED4A}" dt="2024-03-27T17:41:31.125" v="12"/>
          <ac:spMkLst>
            <pc:docMk/>
            <pc:sldMk cId="1655514458" sldId="281"/>
            <ac:spMk id="25" creationId="{E9C2799B-8006-B1F2-0598-4ADFE059FA6E}"/>
          </ac:spMkLst>
        </pc:spChg>
        <pc:spChg chg="mod">
          <ac:chgData name="Baranski Daniel" userId="S::qbe3925@hca.corpad.net::4bb4b184-9a04-486f-8ff1-3c2b0b0b6625" providerId="AD" clId="Web-{579CEC93-27B4-4FDD-66E7-9EC9D567ED4A}" dt="2024-03-27T17:41:47.094" v="24" actId="20577"/>
          <ac:spMkLst>
            <pc:docMk/>
            <pc:sldMk cId="1655514458" sldId="281"/>
            <ac:spMk id="41" creationId="{2E6C9AB5-67CD-8A47-E5DC-3D79DD6FA583}"/>
          </ac:spMkLst>
        </pc:spChg>
        <pc:spChg chg="mod">
          <ac:chgData name="Baranski Daniel" userId="S::qbe3925@hca.corpad.net::4bb4b184-9a04-486f-8ff1-3c2b0b0b6625" providerId="AD" clId="Web-{579CEC93-27B4-4FDD-66E7-9EC9D567ED4A}" dt="2024-03-27T17:44:18.010" v="61" actId="1076"/>
          <ac:spMkLst>
            <pc:docMk/>
            <pc:sldMk cId="1655514458" sldId="281"/>
            <ac:spMk id="64" creationId="{0E6BEF34-F05C-45E7-EDF5-6ADEDE7D0DD9}"/>
          </ac:spMkLst>
        </pc:spChg>
        <pc:grpChg chg="mod">
          <ac:chgData name="Baranski Daniel" userId="S::qbe3925@hca.corpad.net::4bb4b184-9a04-486f-8ff1-3c2b0b0b6625" providerId="AD" clId="Web-{579CEC93-27B4-4FDD-66E7-9EC9D567ED4A}" dt="2024-03-27T17:36:14.105" v="7" actId="1076"/>
          <ac:grpSpMkLst>
            <pc:docMk/>
            <pc:sldMk cId="1655514458" sldId="281"/>
            <ac:grpSpMk id="22" creationId="{888F64D1-3F67-AF6E-1FCB-93C1104943F4}"/>
          </ac:grpSpMkLst>
        </pc:grpChg>
        <pc:grpChg chg="mod">
          <ac:chgData name="Baranski Daniel" userId="S::qbe3925@hca.corpad.net::4bb4b184-9a04-486f-8ff1-3c2b0b0b6625" providerId="AD" clId="Web-{579CEC93-27B4-4FDD-66E7-9EC9D567ED4A}" dt="2024-03-27T17:36:23.153" v="9" actId="1076"/>
          <ac:grpSpMkLst>
            <pc:docMk/>
            <pc:sldMk cId="1655514458" sldId="281"/>
            <ac:grpSpMk id="50" creationId="{822DC883-2D6C-004F-B16B-EB518FDB3743}"/>
          </ac:grpSpMkLst>
        </pc:grpChg>
        <pc:grpChg chg="mod">
          <ac:chgData name="Baranski Daniel" userId="S::qbe3925@hca.corpad.net::4bb4b184-9a04-486f-8ff1-3c2b0b0b6625" providerId="AD" clId="Web-{579CEC93-27B4-4FDD-66E7-9EC9D567ED4A}" dt="2024-03-27T17:36:23.121" v="8" actId="1076"/>
          <ac:grpSpMkLst>
            <pc:docMk/>
            <pc:sldMk cId="1655514458" sldId="281"/>
            <ac:grpSpMk id="56" creationId="{BE7DDEC8-BE0F-E5FE-198B-2376B135F3A3}"/>
          </ac:grpSpMkLst>
        </pc:grpChg>
        <pc:grpChg chg="mod">
          <ac:chgData name="Baranski Daniel" userId="S::qbe3925@hca.corpad.net::4bb4b184-9a04-486f-8ff1-3c2b0b0b6625" providerId="AD" clId="Web-{579CEC93-27B4-4FDD-66E7-9EC9D567ED4A}" dt="2024-03-27T17:36:06.886" v="4" actId="1076"/>
          <ac:grpSpMkLst>
            <pc:docMk/>
            <pc:sldMk cId="1655514458" sldId="281"/>
            <ac:grpSpMk id="62" creationId="{C69F7004-5090-A714-6035-DF52A8F85E2C}"/>
          </ac:grpSpMkLst>
        </pc:grpChg>
        <pc:picChg chg="mod">
          <ac:chgData name="Baranski Daniel" userId="S::qbe3925@hca.corpad.net::4bb4b184-9a04-486f-8ff1-3c2b0b0b6625" providerId="AD" clId="Web-{579CEC93-27B4-4FDD-66E7-9EC9D567ED4A}" dt="2024-03-27T17:36:03.401" v="3" actId="1076"/>
          <ac:picMkLst>
            <pc:docMk/>
            <pc:sldMk cId="1655514458" sldId="281"/>
            <ac:picMk id="34" creationId="{9030A6B1-AB0A-F16C-F846-82DA2E4E2A85}"/>
          </ac:picMkLst>
        </pc:picChg>
        <pc:cxnChg chg="add del mod">
          <ac:chgData name="Baranski Daniel" userId="S::qbe3925@hca.corpad.net::4bb4b184-9a04-486f-8ff1-3c2b0b0b6625" providerId="AD" clId="Web-{579CEC93-27B4-4FDD-66E7-9EC9D567ED4A}" dt="2024-03-27T17:42:08.799" v="28"/>
          <ac:cxnSpMkLst>
            <pc:docMk/>
            <pc:sldMk cId="1655514458" sldId="281"/>
            <ac:cxnSpMk id="5" creationId="{303D65F0-4BF2-BB92-7D6C-EC7727811571}"/>
          </ac:cxnSpMkLst>
        </pc:cxnChg>
        <pc:cxnChg chg="add mod">
          <ac:chgData name="Baranski Daniel" userId="S::qbe3925@hca.corpad.net::4bb4b184-9a04-486f-8ff1-3c2b0b0b6625" providerId="AD" clId="Web-{579CEC93-27B4-4FDD-66E7-9EC9D567ED4A}" dt="2024-03-27T17:44:10.978" v="58" actId="1076"/>
          <ac:cxnSpMkLst>
            <pc:docMk/>
            <pc:sldMk cId="1655514458" sldId="281"/>
            <ac:cxnSpMk id="11" creationId="{F36AC15E-2ED2-926B-14DB-0CA07D98613C}"/>
          </ac:cxnSpMkLst>
        </pc:cxnChg>
        <pc:cxnChg chg="add del mod">
          <ac:chgData name="Baranski Daniel" userId="S::qbe3925@hca.corpad.net::4bb4b184-9a04-486f-8ff1-3c2b0b0b6625" providerId="AD" clId="Web-{579CEC93-27B4-4FDD-66E7-9EC9D567ED4A}" dt="2024-03-27T17:43:23.069" v="46"/>
          <ac:cxnSpMkLst>
            <pc:docMk/>
            <pc:sldMk cId="1655514458" sldId="281"/>
            <ac:cxnSpMk id="13" creationId="{33B14FDE-54EE-6CB6-0C63-A8B34EE67B92}"/>
          </ac:cxnSpMkLst>
        </pc:cxnChg>
        <pc:cxnChg chg="add del mod">
          <ac:chgData name="Baranski Daniel" userId="S::qbe3925@hca.corpad.net::4bb4b184-9a04-486f-8ff1-3c2b0b0b6625" providerId="AD" clId="Web-{579CEC93-27B4-4FDD-66E7-9EC9D567ED4A}" dt="2024-03-27T17:43:21.788" v="45"/>
          <ac:cxnSpMkLst>
            <pc:docMk/>
            <pc:sldMk cId="1655514458" sldId="281"/>
            <ac:cxnSpMk id="14" creationId="{6330AE50-43F0-1B58-E182-4032023B68E6}"/>
          </ac:cxnSpMkLst>
        </pc:cxnChg>
        <pc:cxnChg chg="add del mod">
          <ac:chgData name="Baranski Daniel" userId="S::qbe3925@hca.corpad.net::4bb4b184-9a04-486f-8ff1-3c2b0b0b6625" providerId="AD" clId="Web-{579CEC93-27B4-4FDD-66E7-9EC9D567ED4A}" dt="2024-03-27T17:43:24.632" v="47"/>
          <ac:cxnSpMkLst>
            <pc:docMk/>
            <pc:sldMk cId="1655514458" sldId="281"/>
            <ac:cxnSpMk id="15" creationId="{9DCD1C52-CD2A-6654-2A30-4899ACEF7A16}"/>
          </ac:cxnSpMkLst>
        </pc:cxnChg>
        <pc:cxnChg chg="add mod">
          <ac:chgData name="Baranski Daniel" userId="S::qbe3925@hca.corpad.net::4bb4b184-9a04-486f-8ff1-3c2b0b0b6625" providerId="AD" clId="Web-{579CEC93-27B4-4FDD-66E7-9EC9D567ED4A}" dt="2024-03-27T17:44:04.994" v="55"/>
          <ac:cxnSpMkLst>
            <pc:docMk/>
            <pc:sldMk cId="1655514458" sldId="281"/>
            <ac:cxnSpMk id="20" creationId="{55B22A2F-83D1-05F3-9904-F94177AA2D39}"/>
          </ac:cxnSpMkLst>
        </pc:cxnChg>
        <pc:cxnChg chg="add del mod">
          <ac:chgData name="Baranski Daniel" userId="S::qbe3925@hca.corpad.net::4bb4b184-9a04-486f-8ff1-3c2b0b0b6625" providerId="AD" clId="Web-{579CEC93-27B4-4FDD-66E7-9EC9D567ED4A}" dt="2024-03-27T17:44:00.775" v="54"/>
          <ac:cxnSpMkLst>
            <pc:docMk/>
            <pc:sldMk cId="1655514458" sldId="281"/>
            <ac:cxnSpMk id="23" creationId="{99785DF4-09F6-C201-9AEE-27DE1391FB6B}"/>
          </ac:cxnSpMkLst>
        </pc:cxnChg>
        <pc:cxnChg chg="add mod">
          <ac:chgData name="Baranski Daniel" userId="S::qbe3925@hca.corpad.net::4bb4b184-9a04-486f-8ff1-3c2b0b0b6625" providerId="AD" clId="Web-{579CEC93-27B4-4FDD-66E7-9EC9D567ED4A}" dt="2024-03-27T17:45:06.513" v="70" actId="1076"/>
          <ac:cxnSpMkLst>
            <pc:docMk/>
            <pc:sldMk cId="1655514458" sldId="281"/>
            <ac:cxnSpMk id="33" creationId="{70C0F9B0-99BE-4387-1C55-30A0F54C74FF}"/>
          </ac:cxnSpMkLst>
        </pc:cxnChg>
        <pc:cxnChg chg="add mod">
          <ac:chgData name="Baranski Daniel" userId="S::qbe3925@hca.corpad.net::4bb4b184-9a04-486f-8ff1-3c2b0b0b6625" providerId="AD" clId="Web-{579CEC93-27B4-4FDD-66E7-9EC9D567ED4A}" dt="2024-03-27T17:44:15.182" v="59"/>
          <ac:cxnSpMkLst>
            <pc:docMk/>
            <pc:sldMk cId="1655514458" sldId="281"/>
            <ac:cxnSpMk id="43" creationId="{3EA28064-F8CC-1AB4-41F5-A6061FFCDF84}"/>
          </ac:cxnSpMkLst>
        </pc:cxnChg>
        <pc:cxnChg chg="add mod">
          <ac:chgData name="Baranski Daniel" userId="S::qbe3925@hca.corpad.net::4bb4b184-9a04-486f-8ff1-3c2b0b0b6625" providerId="AD" clId="Web-{579CEC93-27B4-4FDD-66E7-9EC9D567ED4A}" dt="2024-03-27T17:44:23.651" v="62"/>
          <ac:cxnSpMkLst>
            <pc:docMk/>
            <pc:sldMk cId="1655514458" sldId="281"/>
            <ac:cxnSpMk id="45" creationId="{8C54A2CD-E25D-0216-EEBF-04DD58EAF2C9}"/>
          </ac:cxnSpMkLst>
        </pc:cxnChg>
        <pc:cxnChg chg="add mod">
          <ac:chgData name="Baranski Daniel" userId="S::qbe3925@hca.corpad.net::4bb4b184-9a04-486f-8ff1-3c2b0b0b6625" providerId="AD" clId="Web-{579CEC93-27B4-4FDD-66E7-9EC9D567ED4A}" dt="2024-03-27T17:44:31.683" v="63"/>
          <ac:cxnSpMkLst>
            <pc:docMk/>
            <pc:sldMk cId="1655514458" sldId="281"/>
            <ac:cxnSpMk id="46" creationId="{D40FDDB1-AD57-C584-8645-C6BF1DFB5A38}"/>
          </ac:cxnSpMkLst>
        </pc:cxnChg>
        <pc:cxnChg chg="add del mod">
          <ac:chgData name="Baranski Daniel" userId="S::qbe3925@hca.corpad.net::4bb4b184-9a04-486f-8ff1-3c2b0b0b6625" providerId="AD" clId="Web-{579CEC93-27B4-4FDD-66E7-9EC9D567ED4A}" dt="2024-03-27T17:44:48.887" v="65"/>
          <ac:cxnSpMkLst>
            <pc:docMk/>
            <pc:sldMk cId="1655514458" sldId="281"/>
            <ac:cxnSpMk id="80" creationId="{180F9B3C-FB4F-DF2D-62F8-D19C0C66AB2A}"/>
          </ac:cxnSpMkLst>
        </pc:cxnChg>
        <pc:cxnChg chg="add mod">
          <ac:chgData name="Baranski Daniel" userId="S::qbe3925@hca.corpad.net::4bb4b184-9a04-486f-8ff1-3c2b0b0b6625" providerId="AD" clId="Web-{579CEC93-27B4-4FDD-66E7-9EC9D567ED4A}" dt="2024-03-27T17:44:54.606" v="67"/>
          <ac:cxnSpMkLst>
            <pc:docMk/>
            <pc:sldMk cId="1655514458" sldId="281"/>
            <ac:cxnSpMk id="82" creationId="{64D8E729-746E-9747-9521-BB981BC3F8B2}"/>
          </ac:cxnSpMkLst>
        </pc:cxnChg>
      </pc:sldChg>
    </pc:docChg>
  </pc:docChgLst>
  <pc:docChgLst>
    <pc:chgData name="Baranski Daniel" userId="S::qbe3925@hca.corpad.net::4bb4b184-9a04-486f-8ff1-3c2b0b0b6625" providerId="AD" clId="Web-{DBBC3928-DDF4-9839-73EF-43FD02078C95}"/>
    <pc:docChg chg="modSld">
      <pc:chgData name="Baranski Daniel" userId="S::qbe3925@hca.corpad.net::4bb4b184-9a04-486f-8ff1-3c2b0b0b6625" providerId="AD" clId="Web-{DBBC3928-DDF4-9839-73EF-43FD02078C95}" dt="2024-03-08T20:17:01.096" v="56"/>
      <pc:docMkLst>
        <pc:docMk/>
      </pc:docMkLst>
      <pc:sldChg chg="addSp delSp modSp">
        <pc:chgData name="Baranski Daniel" userId="S::qbe3925@hca.corpad.net::4bb4b184-9a04-486f-8ff1-3c2b0b0b6625" providerId="AD" clId="Web-{DBBC3928-DDF4-9839-73EF-43FD02078C95}" dt="2024-03-08T14:14:02.118" v="52" actId="1076"/>
        <pc:sldMkLst>
          <pc:docMk/>
          <pc:sldMk cId="1655514458" sldId="281"/>
        </pc:sldMkLst>
        <pc:spChg chg="mod">
          <ac:chgData name="Baranski Daniel" userId="S::qbe3925@hca.corpad.net::4bb4b184-9a04-486f-8ff1-3c2b0b0b6625" providerId="AD" clId="Web-{DBBC3928-DDF4-9839-73EF-43FD02078C95}" dt="2024-03-08T14:14:01.915" v="45" actId="1076"/>
          <ac:spMkLst>
            <pc:docMk/>
            <pc:sldMk cId="1655514458" sldId="281"/>
            <ac:spMk id="2" creationId="{4F0CDD25-F363-4F9D-A790-73EA4F2E2570}"/>
          </ac:spMkLst>
        </pc:spChg>
        <pc:spChg chg="del mod">
          <ac:chgData name="Baranski Daniel" userId="S::qbe3925@hca.corpad.net::4bb4b184-9a04-486f-8ff1-3c2b0b0b6625" providerId="AD" clId="Web-{DBBC3928-DDF4-9839-73EF-43FD02078C95}" dt="2024-03-08T14:12:57.209" v="26"/>
          <ac:spMkLst>
            <pc:docMk/>
            <pc:sldMk cId="1655514458" sldId="281"/>
            <ac:spMk id="11" creationId="{FCDAA9C2-1CC4-4B06-A02C-E9F1D855868B}"/>
          </ac:spMkLst>
        </pc:spChg>
        <pc:spChg chg="mod">
          <ac:chgData name="Baranski Daniel" userId="S::qbe3925@hca.corpad.net::4bb4b184-9a04-486f-8ff1-3c2b0b0b6625" providerId="AD" clId="Web-{DBBC3928-DDF4-9839-73EF-43FD02078C95}" dt="2024-03-08T14:14:01.946" v="46" actId="1076"/>
          <ac:spMkLst>
            <pc:docMk/>
            <pc:sldMk cId="1655514458" sldId="281"/>
            <ac:spMk id="12" creationId="{92FDE270-44BA-4C81-BB8F-49AC4AF9394B}"/>
          </ac:spMkLst>
        </pc:spChg>
        <pc:spChg chg="mod ord topLvl">
          <ac:chgData name="Baranski Daniel" userId="S::qbe3925@hca.corpad.net::4bb4b184-9a04-486f-8ff1-3c2b0b0b6625" providerId="AD" clId="Web-{DBBC3928-DDF4-9839-73EF-43FD02078C95}" dt="2024-03-08T14:14:02.103" v="51" actId="1076"/>
          <ac:spMkLst>
            <pc:docMk/>
            <pc:sldMk cId="1655514458" sldId="281"/>
            <ac:spMk id="14" creationId="{74A0561C-575B-7226-C1FD-0D21C310019A}"/>
          </ac:spMkLst>
        </pc:spChg>
        <pc:spChg chg="del">
          <ac:chgData name="Baranski Daniel" userId="S::qbe3925@hca.corpad.net::4bb4b184-9a04-486f-8ff1-3c2b0b0b6625" providerId="AD" clId="Web-{DBBC3928-DDF4-9839-73EF-43FD02078C95}" dt="2024-03-08T14:11:39.706" v="2"/>
          <ac:spMkLst>
            <pc:docMk/>
            <pc:sldMk cId="1655514458" sldId="281"/>
            <ac:spMk id="25" creationId="{4730CAF4-AFE9-FBFA-A3B8-7698304501B8}"/>
          </ac:spMkLst>
        </pc:spChg>
        <pc:grpChg chg="add del mod">
          <ac:chgData name="Baranski Daniel" userId="S::qbe3925@hca.corpad.net::4bb4b184-9a04-486f-8ff1-3c2b0b0b6625" providerId="AD" clId="Web-{DBBC3928-DDF4-9839-73EF-43FD02078C95}" dt="2024-03-08T14:12:31.458" v="19"/>
          <ac:grpSpMkLst>
            <pc:docMk/>
            <pc:sldMk cId="1655514458" sldId="281"/>
            <ac:grpSpMk id="7" creationId="{4299FCA6-C382-C11A-8B31-80A1D8493BB2}"/>
          </ac:grpSpMkLst>
        </pc:grpChg>
        <pc:grpChg chg="mod">
          <ac:chgData name="Baranski Daniel" userId="S::qbe3925@hca.corpad.net::4bb4b184-9a04-486f-8ff1-3c2b0b0b6625" providerId="AD" clId="Web-{DBBC3928-DDF4-9839-73EF-43FD02078C95}" dt="2024-03-08T14:14:01.993" v="47" actId="1076"/>
          <ac:grpSpMkLst>
            <pc:docMk/>
            <pc:sldMk cId="1655514458" sldId="281"/>
            <ac:grpSpMk id="22" creationId="{888F64D1-3F67-AF6E-1FCB-93C1104943F4}"/>
          </ac:grpSpMkLst>
        </pc:grpChg>
        <pc:grpChg chg="mod">
          <ac:chgData name="Baranski Daniel" userId="S::qbe3925@hca.corpad.net::4bb4b184-9a04-486f-8ff1-3c2b0b0b6625" providerId="AD" clId="Web-{DBBC3928-DDF4-9839-73EF-43FD02078C95}" dt="2024-03-08T14:14:02.024" v="48" actId="1076"/>
          <ac:grpSpMkLst>
            <pc:docMk/>
            <pc:sldMk cId="1655514458" sldId="281"/>
            <ac:grpSpMk id="50" creationId="{822DC883-2D6C-004F-B16B-EB518FDB3743}"/>
          </ac:grpSpMkLst>
        </pc:grpChg>
        <pc:grpChg chg="mod">
          <ac:chgData name="Baranski Daniel" userId="S::qbe3925@hca.corpad.net::4bb4b184-9a04-486f-8ff1-3c2b0b0b6625" providerId="AD" clId="Web-{DBBC3928-DDF4-9839-73EF-43FD02078C95}" dt="2024-03-08T14:14:02.056" v="49" actId="1076"/>
          <ac:grpSpMkLst>
            <pc:docMk/>
            <pc:sldMk cId="1655514458" sldId="281"/>
            <ac:grpSpMk id="56" creationId="{BE7DDEC8-BE0F-E5FE-198B-2376B135F3A3}"/>
          </ac:grpSpMkLst>
        </pc:grpChg>
        <pc:grpChg chg="mod">
          <ac:chgData name="Baranski Daniel" userId="S::qbe3925@hca.corpad.net::4bb4b184-9a04-486f-8ff1-3c2b0b0b6625" providerId="AD" clId="Web-{DBBC3928-DDF4-9839-73EF-43FD02078C95}" dt="2024-03-08T14:14:02.071" v="50" actId="1076"/>
          <ac:grpSpMkLst>
            <pc:docMk/>
            <pc:sldMk cId="1655514458" sldId="281"/>
            <ac:grpSpMk id="62" creationId="{C69F7004-5090-A714-6035-DF52A8F85E2C}"/>
          </ac:grpSpMkLst>
        </pc:grpChg>
        <pc:picChg chg="add mod">
          <ac:chgData name="Baranski Daniel" userId="S::qbe3925@hca.corpad.net::4bb4b184-9a04-486f-8ff1-3c2b0b0b6625" providerId="AD" clId="Web-{DBBC3928-DDF4-9839-73EF-43FD02078C95}" dt="2024-03-08T14:14:02.118" v="52" actId="1076"/>
          <ac:picMkLst>
            <pc:docMk/>
            <pc:sldMk cId="1655514458" sldId="281"/>
            <ac:picMk id="5" creationId="{FA982B22-7799-90FB-C7F3-87CDDC2E8E43}"/>
          </ac:picMkLst>
        </pc:picChg>
        <pc:picChg chg="del">
          <ac:chgData name="Baranski Daniel" userId="S::qbe3925@hca.corpad.net::4bb4b184-9a04-486f-8ff1-3c2b0b0b6625" providerId="AD" clId="Web-{DBBC3928-DDF4-9839-73EF-43FD02078C95}" dt="2024-03-08T14:11:55.504" v="7"/>
          <ac:picMkLst>
            <pc:docMk/>
            <pc:sldMk cId="1655514458" sldId="281"/>
            <ac:picMk id="13" creationId="{689F5EB1-6C11-B450-DFA3-878E7677BF5B}"/>
          </ac:picMkLst>
        </pc:picChg>
        <pc:picChg chg="del topLvl">
          <ac:chgData name="Baranski Daniel" userId="S::qbe3925@hca.corpad.net::4bb4b184-9a04-486f-8ff1-3c2b0b0b6625" providerId="AD" clId="Web-{DBBC3928-DDF4-9839-73EF-43FD02078C95}" dt="2024-03-08T14:12:31.458" v="19"/>
          <ac:picMkLst>
            <pc:docMk/>
            <pc:sldMk cId="1655514458" sldId="281"/>
            <ac:picMk id="15" creationId="{C970C79F-1562-DAE4-51DF-71AD6643A785}"/>
          </ac:picMkLst>
        </pc:picChg>
        <pc:cxnChg chg="mod">
          <ac:chgData name="Baranski Daniel" userId="S::qbe3925@hca.corpad.net::4bb4b184-9a04-486f-8ff1-3c2b0b0b6625" providerId="AD" clId="Web-{DBBC3928-DDF4-9839-73EF-43FD02078C95}" dt="2024-03-08T14:13:53.383" v="41" actId="1076"/>
          <ac:cxnSpMkLst>
            <pc:docMk/>
            <pc:sldMk cId="1655514458" sldId="281"/>
            <ac:cxnSpMk id="20" creationId="{E7B7195B-8721-75DC-68A2-15F4C7F43AF7}"/>
          </ac:cxnSpMkLst>
        </pc:cxnChg>
      </pc:sldChg>
      <pc:sldChg chg="modSp">
        <pc:chgData name="Baranski Daniel" userId="S::qbe3925@hca.corpad.net::4bb4b184-9a04-486f-8ff1-3c2b0b0b6625" providerId="AD" clId="Web-{DBBC3928-DDF4-9839-73EF-43FD02078C95}" dt="2024-03-08T20:17:01.096" v="56"/>
        <pc:sldMkLst>
          <pc:docMk/>
          <pc:sldMk cId="3046352614" sldId="286"/>
        </pc:sldMkLst>
        <pc:graphicFrameChg chg="mod modGraphic">
          <ac:chgData name="Baranski Daniel" userId="S::qbe3925@hca.corpad.net::4bb4b184-9a04-486f-8ff1-3c2b0b0b6625" providerId="AD" clId="Web-{DBBC3928-DDF4-9839-73EF-43FD02078C95}" dt="2024-03-08T20:17:01.096" v="56"/>
          <ac:graphicFrameMkLst>
            <pc:docMk/>
            <pc:sldMk cId="3046352614" sldId="286"/>
            <ac:graphicFrameMk id="4" creationId="{95A99DC4-A74E-649A-CD9E-D23B213BD846}"/>
          </ac:graphicFrameMkLst>
        </pc:graphicFrameChg>
      </pc:sldChg>
    </pc:docChg>
  </pc:docChgLst>
  <pc:docChgLst>
    <pc:chgData name="Baranski Daniel" userId="S::qbe3925@hca.corpad.net::4bb4b184-9a04-486f-8ff1-3c2b0b0b6625" providerId="AD" clId="Web-{CC77C85D-6652-2F91-4B01-DD71C4F5CE5A}"/>
    <pc:docChg chg="modSld">
      <pc:chgData name="Baranski Daniel" userId="S::qbe3925@hca.corpad.net::4bb4b184-9a04-486f-8ff1-3c2b0b0b6625" providerId="AD" clId="Web-{CC77C85D-6652-2F91-4B01-DD71C4F5CE5A}" dt="2024-03-20T13:10:59.799" v="422" actId="14100"/>
      <pc:docMkLst>
        <pc:docMk/>
      </pc:docMkLst>
      <pc:sldChg chg="addSp delSp modSp">
        <pc:chgData name="Baranski Daniel" userId="S::qbe3925@hca.corpad.net::4bb4b184-9a04-486f-8ff1-3c2b0b0b6625" providerId="AD" clId="Web-{CC77C85D-6652-2F91-4B01-DD71C4F5CE5A}" dt="2024-03-20T13:10:59.799" v="422" actId="14100"/>
        <pc:sldMkLst>
          <pc:docMk/>
          <pc:sldMk cId="1655514458" sldId="281"/>
        </pc:sldMkLst>
        <pc:spChg chg="mod">
          <ac:chgData name="Baranski Daniel" userId="S::qbe3925@hca.corpad.net::4bb4b184-9a04-486f-8ff1-3c2b0b0b6625" providerId="AD" clId="Web-{CC77C85D-6652-2F91-4B01-DD71C4F5CE5A}" dt="2024-03-20T12:51:00.399" v="318" actId="1076"/>
          <ac:spMkLst>
            <pc:docMk/>
            <pc:sldMk cId="1655514458" sldId="281"/>
            <ac:spMk id="2" creationId="{4F0CDD25-F363-4F9D-A790-73EA4F2E2570}"/>
          </ac:spMkLst>
        </pc:spChg>
        <pc:spChg chg="add mod ord">
          <ac:chgData name="Baranski Daniel" userId="S::qbe3925@hca.corpad.net::4bb4b184-9a04-486f-8ff1-3c2b0b0b6625" providerId="AD" clId="Web-{CC77C85D-6652-2F91-4B01-DD71C4F5CE5A}" dt="2024-03-20T12:40:24.753" v="251" actId="14100"/>
          <ac:spMkLst>
            <pc:docMk/>
            <pc:sldMk cId="1655514458" sldId="281"/>
            <ac:spMk id="7" creationId="{E095EB24-67E9-DCBD-6A3E-48F06294638A}"/>
          </ac:spMkLst>
        </pc:spChg>
        <pc:spChg chg="mod">
          <ac:chgData name="Baranski Daniel" userId="S::qbe3925@hca.corpad.net::4bb4b184-9a04-486f-8ff1-3c2b0b0b6625" providerId="AD" clId="Web-{CC77C85D-6652-2F91-4B01-DD71C4F5CE5A}" dt="2024-03-20T13:10:59.799" v="422" actId="14100"/>
          <ac:spMkLst>
            <pc:docMk/>
            <pc:sldMk cId="1655514458" sldId="281"/>
            <ac:spMk id="12" creationId="{92FDE270-44BA-4C81-BB8F-49AC4AF9394B}"/>
          </ac:spMkLst>
        </pc:spChg>
        <pc:spChg chg="mod">
          <ac:chgData name="Baranski Daniel" userId="S::qbe3925@hca.corpad.net::4bb4b184-9a04-486f-8ff1-3c2b0b0b6625" providerId="AD" clId="Web-{CC77C85D-6652-2F91-4B01-DD71C4F5CE5A}" dt="2024-03-20T12:45:01.934" v="280" actId="1076"/>
          <ac:spMkLst>
            <pc:docMk/>
            <pc:sldMk cId="1655514458" sldId="281"/>
            <ac:spMk id="14" creationId="{74A0561C-575B-7226-C1FD-0D21C310019A}"/>
          </ac:spMkLst>
        </pc:spChg>
        <pc:spChg chg="mod ord">
          <ac:chgData name="Baranski Daniel" userId="S::qbe3925@hca.corpad.net::4bb4b184-9a04-486f-8ff1-3c2b0b0b6625" providerId="AD" clId="Web-{CC77C85D-6652-2F91-4B01-DD71C4F5CE5A}" dt="2024-03-20T12:42:23.194" v="270"/>
          <ac:spMkLst>
            <pc:docMk/>
            <pc:sldMk cId="1655514458" sldId="281"/>
            <ac:spMk id="17" creationId="{41155639-58A5-0422-F8AD-7940D912446D}"/>
          </ac:spMkLst>
        </pc:spChg>
        <pc:spChg chg="mod">
          <ac:chgData name="Baranski Daniel" userId="S::qbe3925@hca.corpad.net::4bb4b184-9a04-486f-8ff1-3c2b0b0b6625" providerId="AD" clId="Web-{CC77C85D-6652-2F91-4B01-DD71C4F5CE5A}" dt="2024-03-20T12:39:52.986" v="243" actId="14100"/>
          <ac:spMkLst>
            <pc:docMk/>
            <pc:sldMk cId="1655514458" sldId="281"/>
            <ac:spMk id="18" creationId="{BC199D95-114C-C847-6A02-BB9822F9321A}"/>
          </ac:spMkLst>
        </pc:spChg>
        <pc:spChg chg="add mod ord">
          <ac:chgData name="Baranski Daniel" userId="S::qbe3925@hca.corpad.net::4bb4b184-9a04-486f-8ff1-3c2b0b0b6625" providerId="AD" clId="Web-{CC77C85D-6652-2F91-4B01-DD71C4F5CE5A}" dt="2024-03-20T12:36:39.105" v="223"/>
          <ac:spMkLst>
            <pc:docMk/>
            <pc:sldMk cId="1655514458" sldId="281"/>
            <ac:spMk id="25" creationId="{E9C2799B-8006-B1F2-0598-4ADFE059FA6E}"/>
          </ac:spMkLst>
        </pc:spChg>
        <pc:spChg chg="mod ord">
          <ac:chgData name="Baranski Daniel" userId="S::qbe3925@hca.corpad.net::4bb4b184-9a04-486f-8ff1-3c2b0b0b6625" providerId="AD" clId="Web-{CC77C85D-6652-2F91-4B01-DD71C4F5CE5A}" dt="2024-03-20T12:40:27.206" v="252" actId="14100"/>
          <ac:spMkLst>
            <pc:docMk/>
            <pc:sldMk cId="1655514458" sldId="281"/>
            <ac:spMk id="27" creationId="{7DE604AC-0959-D908-7FBE-2EA67B4E3384}"/>
          </ac:spMkLst>
        </pc:spChg>
        <pc:spChg chg="mod">
          <ac:chgData name="Baranski Daniel" userId="S::qbe3925@hca.corpad.net::4bb4b184-9a04-486f-8ff1-3c2b0b0b6625" providerId="AD" clId="Web-{CC77C85D-6652-2F91-4B01-DD71C4F5CE5A}" dt="2024-03-20T12:39:52.986" v="245" actId="14100"/>
          <ac:spMkLst>
            <pc:docMk/>
            <pc:sldMk cId="1655514458" sldId="281"/>
            <ac:spMk id="29" creationId="{E05FB2D4-ADC3-A927-C20C-6D5271CF8BB0}"/>
          </ac:spMkLst>
        </pc:spChg>
        <pc:spChg chg="mod">
          <ac:chgData name="Baranski Daniel" userId="S::qbe3925@hca.corpad.net::4bb4b184-9a04-486f-8ff1-3c2b0b0b6625" providerId="AD" clId="Web-{CC77C85D-6652-2F91-4B01-DD71C4F5CE5A}" dt="2024-03-20T12:41:41.693" v="262" actId="14100"/>
          <ac:spMkLst>
            <pc:docMk/>
            <pc:sldMk cId="1655514458" sldId="281"/>
            <ac:spMk id="30" creationId="{C973A380-FFF6-9B55-314C-F58052EAE098}"/>
          </ac:spMkLst>
        </pc:spChg>
        <pc:spChg chg="mod">
          <ac:chgData name="Baranski Daniel" userId="S::qbe3925@hca.corpad.net::4bb4b184-9a04-486f-8ff1-3c2b0b0b6625" providerId="AD" clId="Web-{CC77C85D-6652-2F91-4B01-DD71C4F5CE5A}" dt="2024-03-20T12:39:52.986" v="247" actId="14100"/>
          <ac:spMkLst>
            <pc:docMk/>
            <pc:sldMk cId="1655514458" sldId="281"/>
            <ac:spMk id="31" creationId="{357A3093-440C-A8B4-BBD1-6431F02560F3}"/>
          </ac:spMkLst>
        </pc:spChg>
        <pc:spChg chg="mod">
          <ac:chgData name="Baranski Daniel" userId="S::qbe3925@hca.corpad.net::4bb4b184-9a04-486f-8ff1-3c2b0b0b6625" providerId="AD" clId="Web-{CC77C85D-6652-2F91-4B01-DD71C4F5CE5A}" dt="2024-03-20T12:41:30.067" v="260" actId="20577"/>
          <ac:spMkLst>
            <pc:docMk/>
            <pc:sldMk cId="1655514458" sldId="281"/>
            <ac:spMk id="38" creationId="{DC171CFD-A33D-D168-3A1C-E936A44B9651}"/>
          </ac:spMkLst>
        </pc:spChg>
        <pc:spChg chg="ord">
          <ac:chgData name="Baranski Daniel" userId="S::qbe3925@hca.corpad.net::4bb4b184-9a04-486f-8ff1-3c2b0b0b6625" providerId="AD" clId="Web-{CC77C85D-6652-2F91-4B01-DD71C4F5CE5A}" dt="2024-03-20T12:36:24.823" v="221"/>
          <ac:spMkLst>
            <pc:docMk/>
            <pc:sldMk cId="1655514458" sldId="281"/>
            <ac:spMk id="41" creationId="{2E6C9AB5-67CD-8A47-E5DC-3D79DD6FA583}"/>
          </ac:spMkLst>
        </pc:spChg>
        <pc:spChg chg="mod">
          <ac:chgData name="Baranski Daniel" userId="S::qbe3925@hca.corpad.net::4bb4b184-9a04-486f-8ff1-3c2b0b0b6625" providerId="AD" clId="Web-{CC77C85D-6652-2F91-4B01-DD71C4F5CE5A}" dt="2024-03-20T12:46:37.421" v="298" actId="1076"/>
          <ac:spMkLst>
            <pc:docMk/>
            <pc:sldMk cId="1655514458" sldId="281"/>
            <ac:spMk id="73" creationId="{B7846EE1-89F9-B037-CB06-D7D52A1C6474}"/>
          </ac:spMkLst>
        </pc:spChg>
        <pc:spChg chg="add">
          <ac:chgData name="Baranski Daniel" userId="S::qbe3925@hca.corpad.net::4bb4b184-9a04-486f-8ff1-3c2b0b0b6625" providerId="AD" clId="Web-{CC77C85D-6652-2F91-4B01-DD71C4F5CE5A}" dt="2024-03-20T12:28:22.354" v="0"/>
          <ac:spMkLst>
            <pc:docMk/>
            <pc:sldMk cId="1655514458" sldId="281"/>
            <ac:spMk id="75" creationId="{1EEE6F32-37C4-EC1C-0812-B3450D11F863}"/>
          </ac:spMkLst>
        </pc:spChg>
        <pc:grpChg chg="mod">
          <ac:chgData name="Baranski Daniel" userId="S::qbe3925@hca.corpad.net::4bb4b184-9a04-486f-8ff1-3c2b0b0b6625" providerId="AD" clId="Web-{CC77C85D-6652-2F91-4B01-DD71C4F5CE5A}" dt="2024-03-20T12:51:00.446" v="320" actId="1076"/>
          <ac:grpSpMkLst>
            <pc:docMk/>
            <pc:sldMk cId="1655514458" sldId="281"/>
            <ac:grpSpMk id="22" creationId="{888F64D1-3F67-AF6E-1FCB-93C1104943F4}"/>
          </ac:grpSpMkLst>
        </pc:grpChg>
        <pc:grpChg chg="mod">
          <ac:chgData name="Baranski Daniel" userId="S::qbe3925@hca.corpad.net::4bb4b184-9a04-486f-8ff1-3c2b0b0b6625" providerId="AD" clId="Web-{CC77C85D-6652-2F91-4B01-DD71C4F5CE5A}" dt="2024-03-20T12:41:54.100" v="263" actId="1076"/>
          <ac:grpSpMkLst>
            <pc:docMk/>
            <pc:sldMk cId="1655514458" sldId="281"/>
            <ac:grpSpMk id="36" creationId="{E2050AF5-9219-022F-65AE-4B1B444AA763}"/>
          </ac:grpSpMkLst>
        </pc:grpChg>
        <pc:grpChg chg="del mod">
          <ac:chgData name="Baranski Daniel" userId="S::qbe3925@hca.corpad.net::4bb4b184-9a04-486f-8ff1-3c2b0b0b6625" providerId="AD" clId="Web-{CC77C85D-6652-2F91-4B01-DD71C4F5CE5A}" dt="2024-03-20T12:32:07.752" v="198"/>
          <ac:grpSpMkLst>
            <pc:docMk/>
            <pc:sldMk cId="1655514458" sldId="281"/>
            <ac:grpSpMk id="46" creationId="{6A07236E-636B-1FAE-9DAB-095BD193128E}"/>
          </ac:grpSpMkLst>
        </pc:grpChg>
        <pc:grpChg chg="add mod">
          <ac:chgData name="Baranski Daniel" userId="S::qbe3925@hca.corpad.net::4bb4b184-9a04-486f-8ff1-3c2b0b0b6625" providerId="AD" clId="Web-{CC77C85D-6652-2F91-4B01-DD71C4F5CE5A}" dt="2024-03-20T12:32:34.237" v="203" actId="1076"/>
          <ac:grpSpMkLst>
            <pc:docMk/>
            <pc:sldMk cId="1655514458" sldId="281"/>
            <ac:grpSpMk id="49" creationId="{9DF3B036-0A7F-F13A-1291-AE75B736B0E4}"/>
          </ac:grpSpMkLst>
        </pc:grpChg>
        <pc:grpChg chg="mod">
          <ac:chgData name="Baranski Daniel" userId="S::qbe3925@hca.corpad.net::4bb4b184-9a04-486f-8ff1-3c2b0b0b6625" providerId="AD" clId="Web-{CC77C85D-6652-2F91-4B01-DD71C4F5CE5A}" dt="2024-03-20T12:51:00.477" v="321" actId="1076"/>
          <ac:grpSpMkLst>
            <pc:docMk/>
            <pc:sldMk cId="1655514458" sldId="281"/>
            <ac:grpSpMk id="50" creationId="{822DC883-2D6C-004F-B16B-EB518FDB3743}"/>
          </ac:grpSpMkLst>
        </pc:grpChg>
        <pc:grpChg chg="mod">
          <ac:chgData name="Baranski Daniel" userId="S::qbe3925@hca.corpad.net::4bb4b184-9a04-486f-8ff1-3c2b0b0b6625" providerId="AD" clId="Web-{CC77C85D-6652-2F91-4B01-DD71C4F5CE5A}" dt="2024-03-20T12:51:00.508" v="322" actId="1076"/>
          <ac:grpSpMkLst>
            <pc:docMk/>
            <pc:sldMk cId="1655514458" sldId="281"/>
            <ac:grpSpMk id="56" creationId="{BE7DDEC8-BE0F-E5FE-198B-2376B135F3A3}"/>
          </ac:grpSpMkLst>
        </pc:grpChg>
        <pc:grpChg chg="mod">
          <ac:chgData name="Baranski Daniel" userId="S::qbe3925@hca.corpad.net::4bb4b184-9a04-486f-8ff1-3c2b0b0b6625" providerId="AD" clId="Web-{CC77C85D-6652-2F91-4B01-DD71C4F5CE5A}" dt="2024-03-20T12:40:31.894" v="253" actId="1076"/>
          <ac:grpSpMkLst>
            <pc:docMk/>
            <pc:sldMk cId="1655514458" sldId="281"/>
            <ac:grpSpMk id="57" creationId="{EDA44ADD-DCCB-8975-D4F4-4811B21D6CE9}"/>
          </ac:grpSpMkLst>
        </pc:grpChg>
        <pc:grpChg chg="mod">
          <ac:chgData name="Baranski Daniel" userId="S::qbe3925@hca.corpad.net::4bb4b184-9a04-486f-8ff1-3c2b0b0b6625" providerId="AD" clId="Web-{CC77C85D-6652-2F91-4B01-DD71C4F5CE5A}" dt="2024-03-20T12:40:35.253" v="254" actId="1076"/>
          <ac:grpSpMkLst>
            <pc:docMk/>
            <pc:sldMk cId="1655514458" sldId="281"/>
            <ac:grpSpMk id="58" creationId="{806B8EF8-4467-A844-F40B-48D1ECBD3F4A}"/>
          </ac:grpSpMkLst>
        </pc:grpChg>
        <pc:grpChg chg="mod">
          <ac:chgData name="Baranski Daniel" userId="S::qbe3925@hca.corpad.net::4bb4b184-9a04-486f-8ff1-3c2b0b0b6625" providerId="AD" clId="Web-{CC77C85D-6652-2F91-4B01-DD71C4F5CE5A}" dt="2024-03-20T12:40:41.128" v="255" actId="1076"/>
          <ac:grpSpMkLst>
            <pc:docMk/>
            <pc:sldMk cId="1655514458" sldId="281"/>
            <ac:grpSpMk id="59" creationId="{C68C0D5F-8A93-95C3-9E98-3BD24BC0153E}"/>
          </ac:grpSpMkLst>
        </pc:grpChg>
        <pc:grpChg chg="mod">
          <ac:chgData name="Baranski Daniel" userId="S::qbe3925@hca.corpad.net::4bb4b184-9a04-486f-8ff1-3c2b0b0b6625" providerId="AD" clId="Web-{CC77C85D-6652-2F91-4B01-DD71C4F5CE5A}" dt="2024-03-20T12:51:00.540" v="323" actId="1076"/>
          <ac:grpSpMkLst>
            <pc:docMk/>
            <pc:sldMk cId="1655514458" sldId="281"/>
            <ac:grpSpMk id="62" creationId="{C69F7004-5090-A714-6035-DF52A8F85E2C}"/>
          </ac:grpSpMkLst>
        </pc:grpChg>
        <pc:grpChg chg="add mod">
          <ac:chgData name="Baranski Daniel" userId="S::qbe3925@hca.corpad.net::4bb4b184-9a04-486f-8ff1-3c2b0b0b6625" providerId="AD" clId="Web-{CC77C85D-6652-2F91-4B01-DD71C4F5CE5A}" dt="2024-03-20T12:51:00.571" v="324" actId="1076"/>
          <ac:grpSpMkLst>
            <pc:docMk/>
            <pc:sldMk cId="1655514458" sldId="281"/>
            <ac:grpSpMk id="88" creationId="{8ED0C49D-FF94-8712-66E5-D3284FB3EEC3}"/>
          </ac:grpSpMkLst>
        </pc:grpChg>
        <pc:picChg chg="mod">
          <ac:chgData name="Baranski Daniel" userId="S::qbe3925@hca.corpad.net::4bb4b184-9a04-486f-8ff1-3c2b0b0b6625" providerId="AD" clId="Web-{CC77C85D-6652-2F91-4B01-DD71C4F5CE5A}" dt="2024-03-20T12:45:52.139" v="288" actId="1076"/>
          <ac:picMkLst>
            <pc:docMk/>
            <pc:sldMk cId="1655514458" sldId="281"/>
            <ac:picMk id="5" creationId="{FA982B22-7799-90FB-C7F3-87CDDC2E8E43}"/>
          </ac:picMkLst>
        </pc:picChg>
        <pc:picChg chg="add">
          <ac:chgData name="Baranski Daniel" userId="S::qbe3925@hca.corpad.net::4bb4b184-9a04-486f-8ff1-3c2b0b0b6625" providerId="AD" clId="Web-{CC77C85D-6652-2F91-4B01-DD71C4F5CE5A}" dt="2024-03-20T12:28:22.354" v="0"/>
          <ac:picMkLst>
            <pc:docMk/>
            <pc:sldMk cId="1655514458" sldId="281"/>
            <ac:picMk id="76" creationId="{317418F2-8C4B-3576-E204-B2C06CAAA715}"/>
          </ac:picMkLst>
        </pc:picChg>
        <pc:cxnChg chg="del mod">
          <ac:chgData name="Baranski Daniel" userId="S::qbe3925@hca.corpad.net::4bb4b184-9a04-486f-8ff1-3c2b0b0b6625" providerId="AD" clId="Web-{CC77C85D-6652-2F91-4B01-DD71C4F5CE5A}" dt="2024-03-20T12:34:11.115" v="205"/>
          <ac:cxnSpMkLst>
            <pc:docMk/>
            <pc:sldMk cId="1655514458" sldId="281"/>
            <ac:cxnSpMk id="20" creationId="{E7B7195B-8721-75DC-68A2-15F4C7F43AF7}"/>
          </ac:cxnSpMkLst>
        </pc:cxnChg>
        <pc:cxnChg chg="mod">
          <ac:chgData name="Baranski Daniel" userId="S::qbe3925@hca.corpad.net::4bb4b184-9a04-486f-8ff1-3c2b0b0b6625" providerId="AD" clId="Web-{CC77C85D-6652-2F91-4B01-DD71C4F5CE5A}" dt="2024-03-20T12:30:00.357" v="9" actId="1076"/>
          <ac:cxnSpMkLst>
            <pc:docMk/>
            <pc:sldMk cId="1655514458" sldId="281"/>
            <ac:cxnSpMk id="39" creationId="{8170759D-2585-6050-3B0C-8A81C0D830AB}"/>
          </ac:cxnSpMkLst>
        </pc:cxnChg>
        <pc:cxnChg chg="mod">
          <ac:chgData name="Baranski Daniel" userId="S::qbe3925@hca.corpad.net::4bb4b184-9a04-486f-8ff1-3c2b0b0b6625" providerId="AD" clId="Web-{CC77C85D-6652-2F91-4B01-DD71C4F5CE5A}" dt="2024-03-20T12:42:14.288" v="268" actId="1076"/>
          <ac:cxnSpMkLst>
            <pc:docMk/>
            <pc:sldMk cId="1655514458" sldId="281"/>
            <ac:cxnSpMk id="47" creationId="{AC84D920-F2B2-3448-0588-0ADF85A96ECC}"/>
          </ac:cxnSpMkLst>
        </pc:cxnChg>
        <pc:cxnChg chg="add mod">
          <ac:chgData name="Baranski Daniel" userId="S::qbe3925@hca.corpad.net::4bb4b184-9a04-486f-8ff1-3c2b0b0b6625" providerId="AD" clId="Web-{CC77C85D-6652-2F91-4B01-DD71C4F5CE5A}" dt="2024-03-20T12:51:07.337" v="325" actId="14100"/>
          <ac:cxnSpMkLst>
            <pc:docMk/>
            <pc:sldMk cId="1655514458" sldId="281"/>
            <ac:cxnSpMk id="80" creationId="{9A28C628-0D99-68A3-E618-0EB0C14571FF}"/>
          </ac:cxnSpMkLst>
        </pc:cxnChg>
        <pc:cxnChg chg="del mod">
          <ac:chgData name="Baranski Daniel" userId="S::qbe3925@hca.corpad.net::4bb4b184-9a04-486f-8ff1-3c2b0b0b6625" providerId="AD" clId="Web-{CC77C85D-6652-2F91-4B01-DD71C4F5CE5A}" dt="2024-03-20T12:49:53.303" v="311"/>
          <ac:cxnSpMkLst>
            <pc:docMk/>
            <pc:sldMk cId="1655514458" sldId="281"/>
            <ac:cxnSpMk id="82" creationId="{285419EC-516D-B5B5-0BB3-DD9AA7F37995}"/>
          </ac:cxnSpMkLst>
        </pc:cxnChg>
        <pc:cxnChg chg="add del mod">
          <ac:chgData name="Baranski Daniel" userId="S::qbe3925@hca.corpad.net::4bb4b184-9a04-486f-8ff1-3c2b0b0b6625" providerId="AD" clId="Web-{CC77C85D-6652-2F91-4B01-DD71C4F5CE5A}" dt="2024-03-20T12:35:20.883" v="211"/>
          <ac:cxnSpMkLst>
            <pc:docMk/>
            <pc:sldMk cId="1655514458" sldId="281"/>
            <ac:cxnSpMk id="83" creationId="{EC51F567-4C39-F14B-63EA-B53025111ADA}"/>
          </ac:cxnSpMkLst>
        </pc:cxnChg>
        <pc:cxnChg chg="del mod">
          <ac:chgData name="Baranski Daniel" userId="S::qbe3925@hca.corpad.net::4bb4b184-9a04-486f-8ff1-3c2b0b0b6625" providerId="AD" clId="Web-{CC77C85D-6652-2F91-4B01-DD71C4F5CE5A}" dt="2024-03-20T12:49:54.506" v="312"/>
          <ac:cxnSpMkLst>
            <pc:docMk/>
            <pc:sldMk cId="1655514458" sldId="281"/>
            <ac:cxnSpMk id="84" creationId="{B9EF30E8-1B6E-BA1E-338F-47B7A4AA9A37}"/>
          </ac:cxnSpMkLst>
        </pc:cxnChg>
        <pc:cxnChg chg="del mod">
          <ac:chgData name="Baranski Daniel" userId="S::qbe3925@hca.corpad.net::4bb4b184-9a04-486f-8ff1-3c2b0b0b6625" providerId="AD" clId="Web-{CC77C85D-6652-2F91-4B01-DD71C4F5CE5A}" dt="2024-03-20T12:49:55.850" v="313"/>
          <ac:cxnSpMkLst>
            <pc:docMk/>
            <pc:sldMk cId="1655514458" sldId="281"/>
            <ac:cxnSpMk id="85" creationId="{A3F2D8E1-E6C3-2335-FA40-64DF8DB2DE3E}"/>
          </ac:cxnSpMkLst>
        </pc:cxnChg>
        <pc:cxnChg chg="add del mod">
          <ac:chgData name="Baranski Daniel" userId="S::qbe3925@hca.corpad.net::4bb4b184-9a04-486f-8ff1-3c2b0b0b6625" providerId="AD" clId="Web-{CC77C85D-6652-2F91-4B01-DD71C4F5CE5A}" dt="2024-03-20T12:37:31.981" v="228"/>
          <ac:cxnSpMkLst>
            <pc:docMk/>
            <pc:sldMk cId="1655514458" sldId="281"/>
            <ac:cxnSpMk id="87" creationId="{B03F2FAA-E94A-B48E-78C9-2802E953BF59}"/>
          </ac:cxnSpMkLst>
        </pc:cxnChg>
        <pc:cxnChg chg="add del mod">
          <ac:chgData name="Baranski Daniel" userId="S::qbe3925@hca.corpad.net::4bb4b184-9a04-486f-8ff1-3c2b0b0b6625" providerId="AD" clId="Web-{CC77C85D-6652-2F91-4B01-DD71C4F5CE5A}" dt="2024-03-20T12:50:20.601" v="317"/>
          <ac:cxnSpMkLst>
            <pc:docMk/>
            <pc:sldMk cId="1655514458" sldId="281"/>
            <ac:cxnSpMk id="89" creationId="{B6ED84B7-2D87-1145-4768-BF4C0CD784E4}"/>
          </ac:cxnSpMkLst>
        </pc:cxnChg>
        <pc:cxnChg chg="add del mod">
          <ac:chgData name="Baranski Daniel" userId="S::qbe3925@hca.corpad.net::4bb4b184-9a04-486f-8ff1-3c2b0b0b6625" providerId="AD" clId="Web-{CC77C85D-6652-2F91-4B01-DD71C4F5CE5A}" dt="2024-03-20T12:56:36.660" v="329"/>
          <ac:cxnSpMkLst>
            <pc:docMk/>
            <pc:sldMk cId="1655514458" sldId="281"/>
            <ac:cxnSpMk id="90" creationId="{2CC08700-850E-8F2A-59B2-E449507A4F0D}"/>
          </ac:cxnSpMkLst>
        </pc:cxnChg>
        <pc:cxnChg chg="add del">
          <ac:chgData name="Baranski Daniel" userId="S::qbe3925@hca.corpad.net::4bb4b184-9a04-486f-8ff1-3c2b0b0b6625" providerId="AD" clId="Web-{CC77C85D-6652-2F91-4B01-DD71C4F5CE5A}" dt="2024-03-20T12:57:07.724" v="331"/>
          <ac:cxnSpMkLst>
            <pc:docMk/>
            <pc:sldMk cId="1655514458" sldId="281"/>
            <ac:cxnSpMk id="91" creationId="{DA6F360B-FA38-B25A-B731-B7DE66895A6B}"/>
          </ac:cxnSpMkLst>
        </pc:cxnChg>
        <pc:cxnChg chg="add mod">
          <ac:chgData name="Baranski Daniel" userId="S::qbe3925@hca.corpad.net::4bb4b184-9a04-486f-8ff1-3c2b0b0b6625" providerId="AD" clId="Web-{CC77C85D-6652-2F91-4B01-DD71C4F5CE5A}" dt="2024-03-20T13:02:50.438" v="348" actId="14100"/>
          <ac:cxnSpMkLst>
            <pc:docMk/>
            <pc:sldMk cId="1655514458" sldId="281"/>
            <ac:cxnSpMk id="92" creationId="{630A19B4-A279-DF4C-C485-1A98CAD70EED}"/>
          </ac:cxnSpMkLst>
        </pc:cxnChg>
        <pc:cxnChg chg="add mod">
          <ac:chgData name="Baranski Daniel" userId="S::qbe3925@hca.corpad.net::4bb4b184-9a04-486f-8ff1-3c2b0b0b6625" providerId="AD" clId="Web-{CC77C85D-6652-2F91-4B01-DD71C4F5CE5A}" dt="2024-03-20T12:59:02.962" v="343" actId="14100"/>
          <ac:cxnSpMkLst>
            <pc:docMk/>
            <pc:sldMk cId="1655514458" sldId="281"/>
            <ac:cxnSpMk id="93" creationId="{A76522D8-9530-B78D-6F7F-32C7DD6CB864}"/>
          </ac:cxnSpMkLst>
        </pc:cxnChg>
        <pc:cxnChg chg="add mod">
          <ac:chgData name="Baranski Daniel" userId="S::qbe3925@hca.corpad.net::4bb4b184-9a04-486f-8ff1-3c2b0b0b6625" providerId="AD" clId="Web-{CC77C85D-6652-2F91-4B01-DD71C4F5CE5A}" dt="2024-03-20T12:59:39.135" v="347"/>
          <ac:cxnSpMkLst>
            <pc:docMk/>
            <pc:sldMk cId="1655514458" sldId="281"/>
            <ac:cxnSpMk id="94" creationId="{1C7452E5-C523-3C74-AE46-03EB4408DEA9}"/>
          </ac:cxnSpMkLst>
        </pc:cxnChg>
        <pc:cxnChg chg="add mod">
          <ac:chgData name="Baranski Daniel" userId="S::qbe3925@hca.corpad.net::4bb4b184-9a04-486f-8ff1-3c2b0b0b6625" providerId="AD" clId="Web-{CC77C85D-6652-2F91-4B01-DD71C4F5CE5A}" dt="2024-03-20T13:03:09.189" v="351" actId="14100"/>
          <ac:cxnSpMkLst>
            <pc:docMk/>
            <pc:sldMk cId="1655514458" sldId="281"/>
            <ac:cxnSpMk id="95" creationId="{42EEAC2B-2AFF-33A2-7941-75C12DF4A7BD}"/>
          </ac:cxnSpMkLst>
        </pc:cxnChg>
        <pc:cxnChg chg="add mod">
          <ac:chgData name="Baranski Daniel" userId="S::qbe3925@hca.corpad.net::4bb4b184-9a04-486f-8ff1-3c2b0b0b6625" providerId="AD" clId="Web-{CC77C85D-6652-2F91-4B01-DD71C4F5CE5A}" dt="2024-03-20T13:03:18.189" v="354" actId="14100"/>
          <ac:cxnSpMkLst>
            <pc:docMk/>
            <pc:sldMk cId="1655514458" sldId="281"/>
            <ac:cxnSpMk id="96" creationId="{EDBD7539-3223-0FB6-24B9-8FF8083EADFC}"/>
          </ac:cxnSpMkLst>
        </pc:cxnChg>
      </pc:sldChg>
      <pc:sldChg chg="modSp">
        <pc:chgData name="Baranski Daniel" userId="S::qbe3925@hca.corpad.net::4bb4b184-9a04-486f-8ff1-3c2b0b0b6625" providerId="AD" clId="Web-{CC77C85D-6652-2F91-4B01-DD71C4F5CE5A}" dt="2024-03-20T13:08:44.169" v="421"/>
        <pc:sldMkLst>
          <pc:docMk/>
          <pc:sldMk cId="3046352614" sldId="286"/>
        </pc:sldMkLst>
        <pc:graphicFrameChg chg="mod modGraphic">
          <ac:chgData name="Baranski Daniel" userId="S::qbe3925@hca.corpad.net::4bb4b184-9a04-486f-8ff1-3c2b0b0b6625" providerId="AD" clId="Web-{CC77C85D-6652-2F91-4B01-DD71C4F5CE5A}" dt="2024-03-20T13:08:44.169" v="421"/>
          <ac:graphicFrameMkLst>
            <pc:docMk/>
            <pc:sldMk cId="3046352614" sldId="286"/>
            <ac:graphicFrameMk id="4" creationId="{95A99DC4-A74E-649A-CD9E-D23B213BD846}"/>
          </ac:graphicFrameMkLst>
        </pc:graphicFrameChg>
      </pc:sldChg>
    </pc:docChg>
  </pc:docChgLst>
  <pc:docChgLst>
    <pc:chgData name="Baranski Daniel" userId="S::qbe3925@hca.corpad.net::4bb4b184-9a04-486f-8ff1-3c2b0b0b6625" providerId="AD" clId="Web-{22931B68-9B81-0923-41FA-D4771DC4FEE5}"/>
    <pc:docChg chg="modSld">
      <pc:chgData name="Baranski Daniel" userId="S::qbe3925@hca.corpad.net::4bb4b184-9a04-486f-8ff1-3c2b0b0b6625" providerId="AD" clId="Web-{22931B68-9B81-0923-41FA-D4771DC4FEE5}" dt="2024-03-27T17:35:33.562" v="26" actId="1076"/>
      <pc:docMkLst>
        <pc:docMk/>
      </pc:docMkLst>
      <pc:sldChg chg="delSp modSp">
        <pc:chgData name="Baranski Daniel" userId="S::qbe3925@hca.corpad.net::4bb4b184-9a04-486f-8ff1-3c2b0b0b6625" providerId="AD" clId="Web-{22931B68-9B81-0923-41FA-D4771DC4FEE5}" dt="2024-03-27T17:35:33.562" v="26" actId="1076"/>
        <pc:sldMkLst>
          <pc:docMk/>
          <pc:sldMk cId="1655514458" sldId="281"/>
        </pc:sldMkLst>
        <pc:spChg chg="del">
          <ac:chgData name="Baranski Daniel" userId="S::qbe3925@hca.corpad.net::4bb4b184-9a04-486f-8ff1-3c2b0b0b6625" providerId="AD" clId="Web-{22931B68-9B81-0923-41FA-D4771DC4FEE5}" dt="2024-03-27T17:34:48.170" v="15"/>
          <ac:spMkLst>
            <pc:docMk/>
            <pc:sldMk cId="1655514458" sldId="281"/>
            <ac:spMk id="13" creationId="{B9783D05-F07B-72AA-9734-C6DB9D8910B2}"/>
          </ac:spMkLst>
        </pc:spChg>
        <pc:spChg chg="del">
          <ac:chgData name="Baranski Daniel" userId="S::qbe3925@hca.corpad.net::4bb4b184-9a04-486f-8ff1-3c2b0b0b6625" providerId="AD" clId="Web-{22931B68-9B81-0923-41FA-D4771DC4FEE5}" dt="2024-03-27T17:34:51.264" v="17"/>
          <ac:spMkLst>
            <pc:docMk/>
            <pc:sldMk cId="1655514458" sldId="281"/>
            <ac:spMk id="15" creationId="{7F37C95F-7163-FB43-A408-0C94A765B1D2}"/>
          </ac:spMkLst>
        </pc:spChg>
        <pc:spChg chg="del">
          <ac:chgData name="Baranski Daniel" userId="S::qbe3925@hca.corpad.net::4bb4b184-9a04-486f-8ff1-3c2b0b0b6625" providerId="AD" clId="Web-{22931B68-9B81-0923-41FA-D4771DC4FEE5}" dt="2024-03-27T17:34:49.905" v="16"/>
          <ac:spMkLst>
            <pc:docMk/>
            <pc:sldMk cId="1655514458" sldId="281"/>
            <ac:spMk id="23" creationId="{5447D7BF-199A-08DE-C050-B8310ABF9F8B}"/>
          </ac:spMkLst>
        </pc:spChg>
        <pc:spChg chg="mod">
          <ac:chgData name="Baranski Daniel" userId="S::qbe3925@hca.corpad.net::4bb4b184-9a04-486f-8ff1-3c2b0b0b6625" providerId="AD" clId="Web-{22931B68-9B81-0923-41FA-D4771DC4FEE5}" dt="2024-03-27T17:35:01.218" v="20" actId="1076"/>
          <ac:spMkLst>
            <pc:docMk/>
            <pc:sldMk cId="1655514458" sldId="281"/>
            <ac:spMk id="24" creationId="{493559E4-83CF-83C5-DD47-BB33C580A75A}"/>
          </ac:spMkLst>
        </pc:spChg>
        <pc:grpChg chg="mod">
          <ac:chgData name="Baranski Daniel" userId="S::qbe3925@hca.corpad.net::4bb4b184-9a04-486f-8ff1-3c2b0b0b6625" providerId="AD" clId="Web-{22931B68-9B81-0923-41FA-D4771DC4FEE5}" dt="2024-03-27T17:34:42.717" v="11" actId="1076"/>
          <ac:grpSpMkLst>
            <pc:docMk/>
            <pc:sldMk cId="1655514458" sldId="281"/>
            <ac:grpSpMk id="22" creationId="{888F64D1-3F67-AF6E-1FCB-93C1104943F4}"/>
          </ac:grpSpMkLst>
        </pc:grpChg>
        <pc:grpChg chg="mod">
          <ac:chgData name="Baranski Daniel" userId="S::qbe3925@hca.corpad.net::4bb4b184-9a04-486f-8ff1-3c2b0b0b6625" providerId="AD" clId="Web-{22931B68-9B81-0923-41FA-D4771DC4FEE5}" dt="2024-03-27T17:35:33.531" v="25" actId="1076"/>
          <ac:grpSpMkLst>
            <pc:docMk/>
            <pc:sldMk cId="1655514458" sldId="281"/>
            <ac:grpSpMk id="50" creationId="{822DC883-2D6C-004F-B16B-EB518FDB3743}"/>
          </ac:grpSpMkLst>
        </pc:grpChg>
        <pc:grpChg chg="mod">
          <ac:chgData name="Baranski Daniel" userId="S::qbe3925@hca.corpad.net::4bb4b184-9a04-486f-8ff1-3c2b0b0b6625" providerId="AD" clId="Web-{22931B68-9B81-0923-41FA-D4771DC4FEE5}" dt="2024-03-27T17:35:33.562" v="26" actId="1076"/>
          <ac:grpSpMkLst>
            <pc:docMk/>
            <pc:sldMk cId="1655514458" sldId="281"/>
            <ac:grpSpMk id="56" creationId="{BE7DDEC8-BE0F-E5FE-198B-2376B135F3A3}"/>
          </ac:grpSpMkLst>
        </pc:grpChg>
        <pc:grpChg chg="mod">
          <ac:chgData name="Baranski Daniel" userId="S::qbe3925@hca.corpad.net::4bb4b184-9a04-486f-8ff1-3c2b0b0b6625" providerId="AD" clId="Web-{22931B68-9B81-0923-41FA-D4771DC4FEE5}" dt="2024-03-27T17:35:12.405" v="24" actId="1076"/>
          <ac:grpSpMkLst>
            <pc:docMk/>
            <pc:sldMk cId="1655514458" sldId="281"/>
            <ac:grpSpMk id="62" creationId="{C69F7004-5090-A714-6035-DF52A8F85E2C}"/>
          </ac:grpSpMkLst>
        </pc:grpChg>
        <pc:grpChg chg="del">
          <ac:chgData name="Baranski Daniel" userId="S::qbe3925@hca.corpad.net::4bb4b184-9a04-486f-8ff1-3c2b0b0b6625" providerId="AD" clId="Web-{22931B68-9B81-0923-41FA-D4771DC4FEE5}" dt="2024-03-27T17:34:13.950" v="0"/>
          <ac:grpSpMkLst>
            <pc:docMk/>
            <pc:sldMk cId="1655514458" sldId="281"/>
            <ac:grpSpMk id="88" creationId="{8ED0C49D-FF94-8712-66E5-D3284FB3EEC3}"/>
          </ac:grpSpMkLst>
        </pc:grpChg>
        <pc:picChg chg="del">
          <ac:chgData name="Baranski Daniel" userId="S::qbe3925@hca.corpad.net::4bb4b184-9a04-486f-8ff1-3c2b0b0b6625" providerId="AD" clId="Web-{22931B68-9B81-0923-41FA-D4771DC4FEE5}" dt="2024-03-27T17:34:53.389" v="19"/>
          <ac:picMkLst>
            <pc:docMk/>
            <pc:sldMk cId="1655514458" sldId="281"/>
            <ac:picMk id="11" creationId="{17B9B5C0-2B25-7E1B-F57B-51A167BDE32F}"/>
          </ac:picMkLst>
        </pc:picChg>
        <pc:picChg chg="del">
          <ac:chgData name="Baranski Daniel" userId="S::qbe3925@hca.corpad.net::4bb4b184-9a04-486f-8ff1-3c2b0b0b6625" providerId="AD" clId="Web-{22931B68-9B81-0923-41FA-D4771DC4FEE5}" dt="2024-03-27T17:34:52.780" v="18"/>
          <ac:picMkLst>
            <pc:docMk/>
            <pc:sldMk cId="1655514458" sldId="281"/>
            <ac:picMk id="33" creationId="{95E27549-9D2F-7C46-1640-5CBD23938047}"/>
          </ac:picMkLst>
        </pc:picChg>
        <pc:picChg chg="mod">
          <ac:chgData name="Baranski Daniel" userId="S::qbe3925@hca.corpad.net::4bb4b184-9a04-486f-8ff1-3c2b0b0b6625" providerId="AD" clId="Web-{22931B68-9B81-0923-41FA-D4771DC4FEE5}" dt="2024-03-27T17:35:01.249" v="21" actId="1076"/>
          <ac:picMkLst>
            <pc:docMk/>
            <pc:sldMk cId="1655514458" sldId="281"/>
            <ac:picMk id="34" creationId="{9030A6B1-AB0A-F16C-F846-82DA2E4E2A85}"/>
          </ac:picMkLst>
        </pc:picChg>
        <pc:cxnChg chg="del">
          <ac:chgData name="Baranski Daniel" userId="S::qbe3925@hca.corpad.net::4bb4b184-9a04-486f-8ff1-3c2b0b0b6625" providerId="AD" clId="Web-{22931B68-9B81-0923-41FA-D4771DC4FEE5}" dt="2024-03-27T17:34:26.576" v="5"/>
          <ac:cxnSpMkLst>
            <pc:docMk/>
            <pc:sldMk cId="1655514458" sldId="281"/>
            <ac:cxnSpMk id="80" creationId="{9A28C628-0D99-68A3-E618-0EB0C14571FF}"/>
          </ac:cxnSpMkLst>
        </pc:cxnChg>
        <pc:cxnChg chg="del">
          <ac:chgData name="Baranski Daniel" userId="S::qbe3925@hca.corpad.net::4bb4b184-9a04-486f-8ff1-3c2b0b0b6625" providerId="AD" clId="Web-{22931B68-9B81-0923-41FA-D4771DC4FEE5}" dt="2024-03-27T17:34:32.013" v="9"/>
          <ac:cxnSpMkLst>
            <pc:docMk/>
            <pc:sldMk cId="1655514458" sldId="281"/>
            <ac:cxnSpMk id="92" creationId="{630A19B4-A279-DF4C-C485-1A98CAD70EED}"/>
          </ac:cxnSpMkLst>
        </pc:cxnChg>
        <pc:cxnChg chg="del">
          <ac:chgData name="Baranski Daniel" userId="S::qbe3925@hca.corpad.net::4bb4b184-9a04-486f-8ff1-3c2b0b0b6625" providerId="AD" clId="Web-{22931B68-9B81-0923-41FA-D4771DC4FEE5}" dt="2024-03-27T17:34:33.795" v="10"/>
          <ac:cxnSpMkLst>
            <pc:docMk/>
            <pc:sldMk cId="1655514458" sldId="281"/>
            <ac:cxnSpMk id="93" creationId="{A76522D8-9530-B78D-6F7F-32C7DD6CB864}"/>
          </ac:cxnSpMkLst>
        </pc:cxnChg>
        <pc:cxnChg chg="del">
          <ac:chgData name="Baranski Daniel" userId="S::qbe3925@hca.corpad.net::4bb4b184-9a04-486f-8ff1-3c2b0b0b6625" providerId="AD" clId="Web-{22931B68-9B81-0923-41FA-D4771DC4FEE5}" dt="2024-03-27T17:34:29.420" v="6"/>
          <ac:cxnSpMkLst>
            <pc:docMk/>
            <pc:sldMk cId="1655514458" sldId="281"/>
            <ac:cxnSpMk id="94" creationId="{1C7452E5-C523-3C74-AE46-03EB4408DEA9}"/>
          </ac:cxnSpMkLst>
        </pc:cxnChg>
        <pc:cxnChg chg="del">
          <ac:chgData name="Baranski Daniel" userId="S::qbe3925@hca.corpad.net::4bb4b184-9a04-486f-8ff1-3c2b0b0b6625" providerId="AD" clId="Web-{22931B68-9B81-0923-41FA-D4771DC4FEE5}" dt="2024-03-27T17:34:30.201" v="7"/>
          <ac:cxnSpMkLst>
            <pc:docMk/>
            <pc:sldMk cId="1655514458" sldId="281"/>
            <ac:cxnSpMk id="95" creationId="{42EEAC2B-2AFF-33A2-7941-75C12DF4A7BD}"/>
          </ac:cxnSpMkLst>
        </pc:cxnChg>
        <pc:cxnChg chg="del">
          <ac:chgData name="Baranski Daniel" userId="S::qbe3925@hca.corpad.net::4bb4b184-9a04-486f-8ff1-3c2b0b0b6625" providerId="AD" clId="Web-{22931B68-9B81-0923-41FA-D4771DC4FEE5}" dt="2024-03-27T17:34:31.248" v="8"/>
          <ac:cxnSpMkLst>
            <pc:docMk/>
            <pc:sldMk cId="1655514458" sldId="281"/>
            <ac:cxnSpMk id="96" creationId="{EDBD7539-3223-0FB6-24B9-8FF8083EADFC}"/>
          </ac:cxnSpMkLst>
        </pc:cxnChg>
      </pc:sldChg>
    </pc:docChg>
  </pc:docChgLst>
  <pc:docChgLst>
    <pc:chgData name="Baranski Daniel" userId="S::qbe3925@hca.corpad.net::4bb4b184-9a04-486f-8ff1-3c2b0b0b6625" providerId="AD" clId="Web-{B7C4353A-6CDD-D2BD-1999-D1279F5EA6D3}"/>
    <pc:docChg chg="mod modSld">
      <pc:chgData name="Baranski Daniel" userId="S::qbe3925@hca.corpad.net::4bb4b184-9a04-486f-8ff1-3c2b0b0b6625" providerId="AD" clId="Web-{B7C4353A-6CDD-D2BD-1999-D1279F5EA6D3}" dt="2024-03-12T15:04:55.663" v="705"/>
      <pc:docMkLst>
        <pc:docMk/>
      </pc:docMkLst>
      <pc:sldChg chg="addSp modSp">
        <pc:chgData name="Baranski Daniel" userId="S::qbe3925@hca.corpad.net::4bb4b184-9a04-486f-8ff1-3c2b0b0b6625" providerId="AD" clId="Web-{B7C4353A-6CDD-D2BD-1999-D1279F5EA6D3}" dt="2024-03-12T15:04:09.443" v="682" actId="20577"/>
        <pc:sldMkLst>
          <pc:docMk/>
          <pc:sldMk cId="1655514458" sldId="281"/>
        </pc:sldMkLst>
        <pc:spChg chg="add mod">
          <ac:chgData name="Baranski Daniel" userId="S::qbe3925@hca.corpad.net::4bb4b184-9a04-486f-8ff1-3c2b0b0b6625" providerId="AD" clId="Web-{B7C4353A-6CDD-D2BD-1999-D1279F5EA6D3}" dt="2024-03-12T15:04:09.443" v="682" actId="20577"/>
          <ac:spMkLst>
            <pc:docMk/>
            <pc:sldMk cId="1655514458" sldId="281"/>
            <ac:spMk id="7" creationId="{9B058D7E-4369-E5D9-845D-DB04FAFF1B56}"/>
          </ac:spMkLst>
        </pc:spChg>
      </pc:sldChg>
      <pc:sldChg chg="modSp addCm">
        <pc:chgData name="Baranski Daniel" userId="S::qbe3925@hca.corpad.net::4bb4b184-9a04-486f-8ff1-3c2b0b0b6625" providerId="AD" clId="Web-{B7C4353A-6CDD-D2BD-1999-D1279F5EA6D3}" dt="2024-03-12T15:04:55.663" v="705"/>
        <pc:sldMkLst>
          <pc:docMk/>
          <pc:sldMk cId="3046352614" sldId="286"/>
        </pc:sldMkLst>
        <pc:graphicFrameChg chg="mod modGraphic">
          <ac:chgData name="Baranski Daniel" userId="S::qbe3925@hca.corpad.net::4bb4b184-9a04-486f-8ff1-3c2b0b0b6625" providerId="AD" clId="Web-{B7C4353A-6CDD-D2BD-1999-D1279F5EA6D3}" dt="2024-03-12T15:04:26.209" v="702"/>
          <ac:graphicFrameMkLst>
            <pc:docMk/>
            <pc:sldMk cId="3046352614" sldId="286"/>
            <ac:graphicFrameMk id="4" creationId="{95A99DC4-A74E-649A-CD9E-D23B213BD846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xmlns="" chg="add">
              <pc226:chgData name="Baranski Daniel" userId="S::qbe3925@hca.corpad.net::4bb4b184-9a04-486f-8ff1-3c2b0b0b6625" providerId="AD" clId="Web-{B7C4353A-6CDD-D2BD-1999-D1279F5EA6D3}" dt="2024-03-12T15:04:55.663" v="705"/>
              <pc2:cmMkLst xmlns:pc2="http://schemas.microsoft.com/office/powerpoint/2019/9/main/command">
                <pc:docMk/>
                <pc:sldMk cId="3046352614" sldId="286"/>
                <pc2:cmMk id="{A3FE2DD2-4A1B-45BA-9CE7-522CED9780C4}"/>
              </pc2:cmMkLst>
            </pc226:cmChg>
          </p:ext>
        </pc:extLst>
      </pc:sldChg>
    </pc:docChg>
  </pc:docChgLst>
  <pc:docChgLst>
    <pc:chgData name="Baranski Daniel" userId="S::qbe3925@hca.corpad.net::4bb4b184-9a04-486f-8ff1-3c2b0b0b6625" providerId="AD" clId="Web-{134FC1F0-3C27-A51B-A7EA-B5790AF1EEB9}"/>
    <pc:docChg chg="modSld">
      <pc:chgData name="Baranski Daniel" userId="S::qbe3925@hca.corpad.net::4bb4b184-9a04-486f-8ff1-3c2b0b0b6625" providerId="AD" clId="Web-{134FC1F0-3C27-A51B-A7EA-B5790AF1EEB9}" dt="2024-03-04T15:48:48.881" v="9" actId="1076"/>
      <pc:docMkLst>
        <pc:docMk/>
      </pc:docMkLst>
      <pc:sldChg chg="addSp modSp">
        <pc:chgData name="Baranski Daniel" userId="S::qbe3925@hca.corpad.net::4bb4b184-9a04-486f-8ff1-3c2b0b0b6625" providerId="AD" clId="Web-{134FC1F0-3C27-A51B-A7EA-B5790AF1EEB9}" dt="2024-03-04T15:48:48.881" v="9" actId="1076"/>
        <pc:sldMkLst>
          <pc:docMk/>
          <pc:sldMk cId="1418251149" sldId="258"/>
        </pc:sldMkLst>
        <pc:spChg chg="mod">
          <ac:chgData name="Baranski Daniel" userId="S::qbe3925@hca.corpad.net::4bb4b184-9a04-486f-8ff1-3c2b0b0b6625" providerId="AD" clId="Web-{134FC1F0-3C27-A51B-A7EA-B5790AF1EEB9}" dt="2024-03-04T15:48:38.146" v="1" actId="20577"/>
          <ac:spMkLst>
            <pc:docMk/>
            <pc:sldMk cId="1418251149" sldId="258"/>
            <ac:spMk id="22" creationId="{561EF768-2085-45E3-AC0A-E9A8628A221D}"/>
          </ac:spMkLst>
        </pc:spChg>
        <pc:spChg chg="add mod">
          <ac:chgData name="Baranski Daniel" userId="S::qbe3925@hca.corpad.net::4bb4b184-9a04-486f-8ff1-3c2b0b0b6625" providerId="AD" clId="Web-{134FC1F0-3C27-A51B-A7EA-B5790AF1EEB9}" dt="2024-03-04T15:48:40.802" v="3" actId="1076"/>
          <ac:spMkLst>
            <pc:docMk/>
            <pc:sldMk cId="1418251149" sldId="258"/>
            <ac:spMk id="23" creationId="{32874F6D-758F-4C88-882F-058B330DE832}"/>
          </ac:spMkLst>
        </pc:spChg>
        <pc:spChg chg="add mod">
          <ac:chgData name="Baranski Daniel" userId="S::qbe3925@hca.corpad.net::4bb4b184-9a04-486f-8ff1-3c2b0b0b6625" providerId="AD" clId="Web-{134FC1F0-3C27-A51B-A7EA-B5790AF1EEB9}" dt="2024-03-04T15:48:46.646" v="7" actId="1076"/>
          <ac:spMkLst>
            <pc:docMk/>
            <pc:sldMk cId="1418251149" sldId="258"/>
            <ac:spMk id="37" creationId="{C38CD7C1-CCB5-DC13-AE08-B7AD86243930}"/>
          </ac:spMkLst>
        </pc:spChg>
        <pc:spChg chg="add mod">
          <ac:chgData name="Baranski Daniel" userId="S::qbe3925@hca.corpad.net::4bb4b184-9a04-486f-8ff1-3c2b0b0b6625" providerId="AD" clId="Web-{134FC1F0-3C27-A51B-A7EA-B5790AF1EEB9}" dt="2024-03-04T15:48:48.881" v="9" actId="1076"/>
          <ac:spMkLst>
            <pc:docMk/>
            <pc:sldMk cId="1418251149" sldId="258"/>
            <ac:spMk id="39" creationId="{590E7CAE-3628-2962-1A59-9810EC11B17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3b08e291ec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g23b08e291ec_0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7" name="Google Shape;397;g23b08e291ec_0_392:notes"/>
          <p:cNvSpPr txBox="1">
            <a:spLocks noGrp="1"/>
          </p:cNvSpPr>
          <p:nvPr>
            <p:ph type="sldNum" idx="12"/>
          </p:nvPr>
        </p:nvSpPr>
        <p:spPr>
          <a:xfrm>
            <a:off x="6059767" y="8532440"/>
            <a:ext cx="624300" cy="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3b08e291ec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g23b08e291ec_0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7" name="Google Shape;397;g23b08e291ec_0_392:notes"/>
          <p:cNvSpPr txBox="1">
            <a:spLocks noGrp="1"/>
          </p:cNvSpPr>
          <p:nvPr>
            <p:ph type="sldNum" idx="12"/>
          </p:nvPr>
        </p:nvSpPr>
        <p:spPr>
          <a:xfrm>
            <a:off x="6059767" y="8532440"/>
            <a:ext cx="624300" cy="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3422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3b08e291ec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g23b08e291ec_0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7" name="Google Shape;397;g23b08e291ec_0_392:notes"/>
          <p:cNvSpPr txBox="1">
            <a:spLocks noGrp="1"/>
          </p:cNvSpPr>
          <p:nvPr>
            <p:ph type="sldNum" idx="12"/>
          </p:nvPr>
        </p:nvSpPr>
        <p:spPr>
          <a:xfrm>
            <a:off x="6059767" y="8532440"/>
            <a:ext cx="624300" cy="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514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>
          <a:extLst>
            <a:ext uri="{FF2B5EF4-FFF2-40B4-BE49-F238E27FC236}">
              <a16:creationId xmlns:a16="http://schemas.microsoft.com/office/drawing/2014/main" id="{AFA4AA50-90B7-F9FF-3FFB-3495BC1C0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3b08e291ec_0_398:notes">
            <a:extLst>
              <a:ext uri="{FF2B5EF4-FFF2-40B4-BE49-F238E27FC236}">
                <a16:creationId xmlns:a16="http://schemas.microsoft.com/office/drawing/2014/main" id="{336BCF6B-098C-49FB-D6CA-EB4FAA0041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3b08e291ec_0_398:notes">
            <a:extLst>
              <a:ext uri="{FF2B5EF4-FFF2-40B4-BE49-F238E27FC236}">
                <a16:creationId xmlns:a16="http://schemas.microsoft.com/office/drawing/2014/main" id="{F6199728-1E4E-8F85-A59B-B3688D991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6236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3b08e291ec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g23b08e291ec_0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7" name="Google Shape;397;g23b08e291ec_0_392:notes"/>
          <p:cNvSpPr txBox="1">
            <a:spLocks noGrp="1"/>
          </p:cNvSpPr>
          <p:nvPr>
            <p:ph type="sldNum" idx="12"/>
          </p:nvPr>
        </p:nvSpPr>
        <p:spPr>
          <a:xfrm>
            <a:off x="6059767" y="8532440"/>
            <a:ext cx="624300" cy="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3986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3b08e291ec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g23b08e291ec_0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7" name="Google Shape;397;g23b08e291ec_0_392:notes"/>
          <p:cNvSpPr txBox="1">
            <a:spLocks noGrp="1"/>
          </p:cNvSpPr>
          <p:nvPr>
            <p:ph type="sldNum" idx="12"/>
          </p:nvPr>
        </p:nvSpPr>
        <p:spPr>
          <a:xfrm>
            <a:off x="6059767" y="8532440"/>
            <a:ext cx="624300" cy="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4637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3b08e291ec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g23b08e291ec_0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7" name="Google Shape;397;g23b08e291ec_0_392:notes"/>
          <p:cNvSpPr txBox="1">
            <a:spLocks noGrp="1"/>
          </p:cNvSpPr>
          <p:nvPr>
            <p:ph type="sldNum" idx="12"/>
          </p:nvPr>
        </p:nvSpPr>
        <p:spPr>
          <a:xfrm>
            <a:off x="6059767" y="8532440"/>
            <a:ext cx="624300" cy="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9780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/>
          </a:blip>
          <a:srcRect l="13807" t="16888" b="20560"/>
          <a:stretch/>
        </p:blipFill>
        <p:spPr>
          <a:xfrm>
            <a:off x="1" y="0"/>
            <a:ext cx="7137449" cy="5143500"/>
          </a:xfrm>
          <a:custGeom>
            <a:avLst/>
            <a:gdLst/>
            <a:ahLst/>
            <a:cxnLst/>
            <a:rect l="l" t="t" r="r" b="b"/>
            <a:pathLst>
              <a:path w="7137449" h="5143500" extrusionOk="0">
                <a:moveTo>
                  <a:pt x="0" y="0"/>
                </a:moveTo>
                <a:lnTo>
                  <a:pt x="7137449" y="0"/>
                </a:lnTo>
                <a:lnTo>
                  <a:pt x="7137449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56" name="Google Shape;5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325" y="4723075"/>
            <a:ext cx="1635225" cy="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345153" y="1853604"/>
            <a:ext cx="8370000" cy="14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17187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4800"/>
              <a:buFont typeface="Verdana"/>
              <a:buNone/>
              <a:defRPr sz="4800" b="0" i="0">
                <a:solidFill>
                  <a:srgbClr val="0066A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8" name="Google Shape;5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82981" y="4372526"/>
            <a:ext cx="1334917" cy="436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240300" y="987574"/>
            <a:ext cx="8748000" cy="3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▶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240300" y="4744601"/>
            <a:ext cx="443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240300" y="123478"/>
            <a:ext cx="87243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400"/>
              <a:buFont typeface="Verdana"/>
              <a:buNone/>
              <a:defRPr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3" name="Google Shape;63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estions">
  <p:cSld name="Questions"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344322" y="2283718"/>
            <a:ext cx="5667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3000"/>
              <a:buFont typeface="Verdana"/>
              <a:buNone/>
              <a:defRPr sz="3000" b="0"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6084168" y="1"/>
            <a:ext cx="3059832" cy="5143498"/>
          </a:xfrm>
          <a:custGeom>
            <a:avLst/>
            <a:gdLst/>
            <a:ahLst/>
            <a:cxnLst/>
            <a:rect l="l" t="t" r="r" b="b"/>
            <a:pathLst>
              <a:path w="3059832" h="5143498" extrusionOk="0">
                <a:moveTo>
                  <a:pt x="0" y="0"/>
                </a:moveTo>
                <a:lnTo>
                  <a:pt x="3059832" y="0"/>
                </a:lnTo>
                <a:lnTo>
                  <a:pt x="3059832" y="5143498"/>
                </a:lnTo>
                <a:lnTo>
                  <a:pt x="0" y="5143498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 slide #4">
  <p:cSld name="Number slide #4"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/>
          <p:nvPr/>
        </p:nvSpPr>
        <p:spPr>
          <a:xfrm>
            <a:off x="5076056" y="0"/>
            <a:ext cx="4067944" cy="5143500"/>
          </a:xfrm>
          <a:custGeom>
            <a:avLst/>
            <a:gdLst/>
            <a:ahLst/>
            <a:cxnLst/>
            <a:rect l="l" t="t" r="r" b="b"/>
            <a:pathLst>
              <a:path w="4067944" h="5143500" extrusionOk="0">
                <a:moveTo>
                  <a:pt x="0" y="0"/>
                </a:moveTo>
                <a:lnTo>
                  <a:pt x="4067944" y="0"/>
                </a:lnTo>
                <a:lnTo>
                  <a:pt x="4067944" y="1563638"/>
                </a:lnTo>
                <a:lnTo>
                  <a:pt x="4067944" y="5143500"/>
                </a:lnTo>
                <a:lnTo>
                  <a:pt x="1368152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id="70" name="Google Shape;7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344322" y="2283718"/>
            <a:ext cx="5667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3000"/>
              <a:buFont typeface="Verdana"/>
              <a:buNone/>
              <a:defRPr sz="3000" b="0"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body" idx="1"/>
          </p:nvPr>
        </p:nvSpPr>
        <p:spPr>
          <a:xfrm>
            <a:off x="231233" y="987574"/>
            <a:ext cx="8573400" cy="3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▶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227661" y="123478"/>
            <a:ext cx="85770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SemiBold"/>
              <a:buNone/>
              <a:defRPr b="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SemiBold"/>
              <a:buNone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SemiBold"/>
              <a:buNone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SemiBold"/>
              <a:buNone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SemiBold"/>
              <a:buNone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SemiBold"/>
              <a:buNone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SemiBold"/>
              <a:buNone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SemiBold"/>
              <a:buNone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SemiBold"/>
              <a:buNone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body" idx="2"/>
          </p:nvPr>
        </p:nvSpPr>
        <p:spPr>
          <a:xfrm>
            <a:off x="227660" y="417457"/>
            <a:ext cx="8577000" cy="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None/>
              <a:defRPr sz="1600">
                <a:solidFill>
                  <a:srgbClr val="0596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marL="914400" lvl="1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aleway SemiBold"/>
              <a:buChar char="–"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marL="137160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aleway SemiBold"/>
              <a:buChar char="•"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marL="1828800" lvl="3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aleway SemiBold"/>
              <a:buChar char="–"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marL="228600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aleway SemiBold"/>
              <a:buChar char="»"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SemiBold"/>
              <a:buChar char="•"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SemiBold"/>
              <a:buChar char="•"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SemiBold"/>
              <a:buChar char="•"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SemiBold"/>
              <a:buChar char="•"/>
              <a:defRPr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>
            <a:endParaRPr/>
          </a:p>
        </p:txBody>
      </p:sp>
      <p:pic>
        <p:nvPicPr>
          <p:cNvPr id="76" name="Google Shape;76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 slide #3">
  <p:cSld name="Number slide #3"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/>
          <p:nvPr/>
        </p:nvSpPr>
        <p:spPr>
          <a:xfrm>
            <a:off x="5524278" y="0"/>
            <a:ext cx="3619721" cy="5143500"/>
          </a:xfrm>
          <a:custGeom>
            <a:avLst/>
            <a:gdLst/>
            <a:ahLst/>
            <a:cxnLst/>
            <a:rect l="l" t="t" r="r" b="b"/>
            <a:pathLst>
              <a:path w="3619721" h="5143500" extrusionOk="0">
                <a:moveTo>
                  <a:pt x="0" y="0"/>
                </a:moveTo>
                <a:lnTo>
                  <a:pt x="3619722" y="0"/>
                </a:lnTo>
                <a:lnTo>
                  <a:pt x="3619722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id="79" name="Google Shape;79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9"/>
          <p:cNvSpPr txBox="1">
            <a:spLocks noGrp="1"/>
          </p:cNvSpPr>
          <p:nvPr>
            <p:ph type="title"/>
          </p:nvPr>
        </p:nvSpPr>
        <p:spPr>
          <a:xfrm>
            <a:off x="344322" y="2283718"/>
            <a:ext cx="5667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3000"/>
              <a:buFont typeface="Verdana"/>
              <a:buNone/>
              <a:defRPr sz="3000" b="0"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- 3 column">
  <p:cSld name="Content Slide - 3 column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>
            <a:spLocks noGrp="1"/>
          </p:cNvSpPr>
          <p:nvPr>
            <p:ph type="body" idx="1"/>
          </p:nvPr>
        </p:nvSpPr>
        <p:spPr>
          <a:xfrm>
            <a:off x="240300" y="987574"/>
            <a:ext cx="2819400" cy="3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▶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240300" y="4744601"/>
            <a:ext cx="443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title"/>
          </p:nvPr>
        </p:nvSpPr>
        <p:spPr>
          <a:xfrm>
            <a:off x="240300" y="123478"/>
            <a:ext cx="87243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400"/>
              <a:buFont typeface="Verdana"/>
              <a:buNone/>
              <a:defRPr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5" name="Google Shape;8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0"/>
          <p:cNvSpPr txBox="1">
            <a:spLocks noGrp="1"/>
          </p:cNvSpPr>
          <p:nvPr>
            <p:ph type="body" idx="2"/>
          </p:nvPr>
        </p:nvSpPr>
        <p:spPr>
          <a:xfrm>
            <a:off x="3192628" y="987574"/>
            <a:ext cx="2819400" cy="3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▶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body" idx="3"/>
          </p:nvPr>
        </p:nvSpPr>
        <p:spPr>
          <a:xfrm>
            <a:off x="6144956" y="987574"/>
            <a:ext cx="2819400" cy="3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▶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/ introduction">
  <p:cSld name="Quote / introduction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>
            <a:spLocks noGrp="1"/>
          </p:cNvSpPr>
          <p:nvPr>
            <p:ph type="sldNum" idx="12"/>
          </p:nvPr>
        </p:nvSpPr>
        <p:spPr>
          <a:xfrm>
            <a:off x="240300" y="4744601"/>
            <a:ext cx="443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title"/>
          </p:nvPr>
        </p:nvSpPr>
        <p:spPr>
          <a:xfrm>
            <a:off x="240300" y="123478"/>
            <a:ext cx="87243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400"/>
              <a:buFont typeface="Verdana"/>
              <a:buNone/>
              <a:defRPr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1" name="Google Shape;91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1"/>
          <p:cNvSpPr/>
          <p:nvPr/>
        </p:nvSpPr>
        <p:spPr>
          <a:xfrm>
            <a:off x="683568" y="1275606"/>
            <a:ext cx="2800500" cy="28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1"/>
          <p:cNvSpPr>
            <a:spLocks noGrp="1"/>
          </p:cNvSpPr>
          <p:nvPr>
            <p:ph type="pic" idx="2"/>
          </p:nvPr>
        </p:nvSpPr>
        <p:spPr>
          <a:xfrm>
            <a:off x="1017852" y="1676835"/>
            <a:ext cx="2160300" cy="2191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4" name="Google Shape;94;p21"/>
          <p:cNvSpPr txBox="1">
            <a:spLocks noGrp="1"/>
          </p:cNvSpPr>
          <p:nvPr>
            <p:ph type="body" idx="1"/>
          </p:nvPr>
        </p:nvSpPr>
        <p:spPr>
          <a:xfrm>
            <a:off x="4643438" y="1275606"/>
            <a:ext cx="3744900" cy="28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0" i="1"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s only">
  <p:cSld name="Titles 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>
            <a:spLocks noGrp="1"/>
          </p:cNvSpPr>
          <p:nvPr>
            <p:ph type="title"/>
          </p:nvPr>
        </p:nvSpPr>
        <p:spPr>
          <a:xfrm>
            <a:off x="227661" y="123478"/>
            <a:ext cx="85770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body" idx="1"/>
          </p:nvPr>
        </p:nvSpPr>
        <p:spPr>
          <a:xfrm>
            <a:off x="227660" y="417457"/>
            <a:ext cx="8577000" cy="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0596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sldNum" idx="12"/>
          </p:nvPr>
        </p:nvSpPr>
        <p:spPr>
          <a:xfrm>
            <a:off x="4294563" y="4864226"/>
            <a:ext cx="443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9" name="Google Shape;9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 Slide">
  <p:cSld name="Closing Slid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3"/>
          <p:cNvPicPr preferRelativeResize="0"/>
          <p:nvPr/>
        </p:nvPicPr>
        <p:blipFill rotWithShape="1">
          <a:blip r:embed="rId2">
            <a:alphaModFix/>
          </a:blip>
          <a:srcRect l="13807" t="16888" b="20560"/>
          <a:stretch/>
        </p:blipFill>
        <p:spPr>
          <a:xfrm>
            <a:off x="1" y="0"/>
            <a:ext cx="7137449" cy="5143500"/>
          </a:xfrm>
          <a:custGeom>
            <a:avLst/>
            <a:gdLst/>
            <a:ahLst/>
            <a:cxnLst/>
            <a:rect l="l" t="t" r="r" b="b"/>
            <a:pathLst>
              <a:path w="7137449" h="5143500" extrusionOk="0">
                <a:moveTo>
                  <a:pt x="0" y="0"/>
                </a:moveTo>
                <a:lnTo>
                  <a:pt x="7137449" y="0"/>
                </a:lnTo>
                <a:lnTo>
                  <a:pt x="7137449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2" name="Google Shape;102;p23"/>
          <p:cNvSpPr txBox="1">
            <a:spLocks noGrp="1"/>
          </p:cNvSpPr>
          <p:nvPr>
            <p:ph type="ctrTitle"/>
          </p:nvPr>
        </p:nvSpPr>
        <p:spPr>
          <a:xfrm>
            <a:off x="215778" y="1203598"/>
            <a:ext cx="65166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4800"/>
              <a:buFont typeface="Verdana"/>
              <a:buNone/>
              <a:defRPr sz="4800" b="0">
                <a:solidFill>
                  <a:srgbClr val="0066A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/>
          <p:nvPr/>
        </p:nvSpPr>
        <p:spPr>
          <a:xfrm>
            <a:off x="234015" y="4208250"/>
            <a:ext cx="36900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7F7F7F"/>
                </a:solidFill>
                <a:latin typeface="Verdana"/>
                <a:ea typeface="Verdana"/>
                <a:cs typeface="Verdana"/>
                <a:sym typeface="Verdana"/>
              </a:rPr>
              <a:t>Atos, the Atos logo, Atos are registered trademarks of the Atos group. February 2021. © 2021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sz="600" b="0" i="0" u="none" strike="noStrike" cap="none">
              <a:solidFill>
                <a:srgbClr val="7F7F7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4" name="Google Shape;10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2981" y="4372526"/>
            <a:ext cx="1334917" cy="436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1-8 Sections">
  <p:cSld name="Agenda 1-8 Section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title"/>
          </p:nvPr>
        </p:nvSpPr>
        <p:spPr>
          <a:xfrm>
            <a:off x="240300" y="123478"/>
            <a:ext cx="87243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400"/>
              <a:buFont typeface="Verdana"/>
              <a:buNone/>
              <a:defRPr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7" name="Google Shape;107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4"/>
          <p:cNvSpPr txBox="1">
            <a:spLocks noGrp="1"/>
          </p:cNvSpPr>
          <p:nvPr>
            <p:ph type="body" idx="1"/>
          </p:nvPr>
        </p:nvSpPr>
        <p:spPr>
          <a:xfrm>
            <a:off x="1258888" y="1113797"/>
            <a:ext cx="31725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ucida Sans"/>
              <a:buNone/>
              <a:defRPr sz="1800"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body" idx="2"/>
          </p:nvPr>
        </p:nvSpPr>
        <p:spPr>
          <a:xfrm>
            <a:off x="1258888" y="2046357"/>
            <a:ext cx="31725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ucida Sans"/>
              <a:buNone/>
              <a:defRPr sz="1800"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body" idx="3"/>
          </p:nvPr>
        </p:nvSpPr>
        <p:spPr>
          <a:xfrm>
            <a:off x="1254713" y="2974128"/>
            <a:ext cx="31725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ucida Sans"/>
              <a:buNone/>
              <a:defRPr sz="1800"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body" idx="4"/>
          </p:nvPr>
        </p:nvSpPr>
        <p:spPr>
          <a:xfrm>
            <a:off x="1254713" y="3909574"/>
            <a:ext cx="31725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ucida Sans"/>
              <a:buNone/>
              <a:defRPr sz="1800"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body" idx="5"/>
          </p:nvPr>
        </p:nvSpPr>
        <p:spPr>
          <a:xfrm>
            <a:off x="5727653" y="1113797"/>
            <a:ext cx="31692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body" idx="6"/>
          </p:nvPr>
        </p:nvSpPr>
        <p:spPr>
          <a:xfrm>
            <a:off x="5724128" y="2046354"/>
            <a:ext cx="31725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body" idx="7"/>
          </p:nvPr>
        </p:nvSpPr>
        <p:spPr>
          <a:xfrm>
            <a:off x="5732820" y="2968357"/>
            <a:ext cx="31725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5" name="Google Shape;11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0270" y="3905235"/>
            <a:ext cx="459684" cy="59102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4"/>
          <p:cNvSpPr txBox="1">
            <a:spLocks noGrp="1"/>
          </p:cNvSpPr>
          <p:nvPr>
            <p:ph type="body" idx="8"/>
          </p:nvPr>
        </p:nvSpPr>
        <p:spPr>
          <a:xfrm>
            <a:off x="5724128" y="3905235"/>
            <a:ext cx="31725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7" name="Google Shape;11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5342" y="2997201"/>
            <a:ext cx="386977" cy="580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81785" y="1137940"/>
            <a:ext cx="443267" cy="591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7196" y="2069924"/>
            <a:ext cx="443268" cy="59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81785" y="2031884"/>
            <a:ext cx="434911" cy="652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4903" y="3909575"/>
            <a:ext cx="443267" cy="591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12122" y="2976125"/>
            <a:ext cx="443268" cy="591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>
            <a:spLocks noGrp="1"/>
          </p:cNvSpPr>
          <p:nvPr>
            <p:ph type="sldNum" idx="12"/>
          </p:nvPr>
        </p:nvSpPr>
        <p:spPr>
          <a:xfrm>
            <a:off x="240300" y="4744601"/>
            <a:ext cx="443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2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1077" y="1131590"/>
            <a:ext cx="295513" cy="5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9-16 Sections">
  <p:cSld name="Agenda 9-16 Sections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>
            <a:off x="240300" y="123478"/>
            <a:ext cx="87243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400"/>
              <a:buFont typeface="Verdana"/>
              <a:buNone/>
              <a:defRPr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7" name="Google Shape;127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5"/>
          <p:cNvSpPr txBox="1">
            <a:spLocks noGrp="1"/>
          </p:cNvSpPr>
          <p:nvPr>
            <p:ph type="body" idx="1"/>
          </p:nvPr>
        </p:nvSpPr>
        <p:spPr>
          <a:xfrm>
            <a:off x="1262412" y="1112885"/>
            <a:ext cx="31692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body" idx="2"/>
          </p:nvPr>
        </p:nvSpPr>
        <p:spPr>
          <a:xfrm>
            <a:off x="1262412" y="2045445"/>
            <a:ext cx="31692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body" idx="3"/>
          </p:nvPr>
        </p:nvSpPr>
        <p:spPr>
          <a:xfrm>
            <a:off x="1258237" y="2973216"/>
            <a:ext cx="31692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body" idx="4"/>
          </p:nvPr>
        </p:nvSpPr>
        <p:spPr>
          <a:xfrm>
            <a:off x="5727653" y="1110488"/>
            <a:ext cx="31692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body" idx="5"/>
          </p:nvPr>
        </p:nvSpPr>
        <p:spPr>
          <a:xfrm>
            <a:off x="5727652" y="2040656"/>
            <a:ext cx="31692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body" idx="6"/>
          </p:nvPr>
        </p:nvSpPr>
        <p:spPr>
          <a:xfrm>
            <a:off x="5729056" y="2970824"/>
            <a:ext cx="31692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5"/>
          <p:cNvSpPr txBox="1">
            <a:spLocks noGrp="1"/>
          </p:cNvSpPr>
          <p:nvPr>
            <p:ph type="body" idx="7"/>
          </p:nvPr>
        </p:nvSpPr>
        <p:spPr>
          <a:xfrm>
            <a:off x="1258237" y="3896927"/>
            <a:ext cx="31692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0398" y="1117365"/>
            <a:ext cx="738779" cy="664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0397" y="2042929"/>
            <a:ext cx="738780" cy="595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0429" y="1110488"/>
            <a:ext cx="434911" cy="652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7430" y="2056073"/>
            <a:ext cx="788031" cy="59102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5"/>
          <p:cNvSpPr/>
          <p:nvPr/>
        </p:nvSpPr>
        <p:spPr>
          <a:xfrm>
            <a:off x="357430" y="2973219"/>
            <a:ext cx="6648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7430" y="3902711"/>
            <a:ext cx="738779" cy="591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21918" y="2973219"/>
            <a:ext cx="715734" cy="591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21918" y="3891763"/>
            <a:ext cx="763406" cy="60098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5"/>
          <p:cNvSpPr txBox="1">
            <a:spLocks noGrp="1"/>
          </p:cNvSpPr>
          <p:nvPr>
            <p:ph type="body" idx="8"/>
          </p:nvPr>
        </p:nvSpPr>
        <p:spPr>
          <a:xfrm>
            <a:off x="5727651" y="3896927"/>
            <a:ext cx="31692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sldNum" idx="12"/>
          </p:nvPr>
        </p:nvSpPr>
        <p:spPr>
          <a:xfrm>
            <a:off x="240300" y="4744601"/>
            <a:ext cx="443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- 2 column">
  <p:cSld name="Content Slide - 2 column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>
            <a:spLocks noGrp="1"/>
          </p:cNvSpPr>
          <p:nvPr>
            <p:ph type="body" idx="1"/>
          </p:nvPr>
        </p:nvSpPr>
        <p:spPr>
          <a:xfrm>
            <a:off x="240300" y="987574"/>
            <a:ext cx="4239900" cy="3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▶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240300" y="4744601"/>
            <a:ext cx="443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240300" y="123478"/>
            <a:ext cx="87243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400"/>
              <a:buFont typeface="Verdana"/>
              <a:buNone/>
              <a:defRPr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9" name="Google Shape;149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6"/>
          <p:cNvSpPr txBox="1">
            <a:spLocks noGrp="1"/>
          </p:cNvSpPr>
          <p:nvPr>
            <p:ph type="body" idx="2"/>
          </p:nvPr>
        </p:nvSpPr>
        <p:spPr>
          <a:xfrm>
            <a:off x="4663811" y="987051"/>
            <a:ext cx="4300800" cy="3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▶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- table (coloured)">
  <p:cSld name="Content slide - table (coloured)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sldNum" idx="12"/>
          </p:nvPr>
        </p:nvSpPr>
        <p:spPr>
          <a:xfrm>
            <a:off x="240300" y="4744601"/>
            <a:ext cx="443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3375250" y="123478"/>
            <a:ext cx="55893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400"/>
              <a:buFont typeface="Verdana"/>
              <a:buNone/>
              <a:defRPr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/>
          <p:nvPr/>
        </p:nvSpPr>
        <p:spPr>
          <a:xfrm>
            <a:off x="8208115" y="4794219"/>
            <a:ext cx="624900" cy="2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8"/>
          <p:cNvSpPr/>
          <p:nvPr/>
        </p:nvSpPr>
        <p:spPr>
          <a:xfrm>
            <a:off x="0" y="0"/>
            <a:ext cx="3253558" cy="4594860"/>
          </a:xfrm>
          <a:custGeom>
            <a:avLst/>
            <a:gdLst/>
            <a:ahLst/>
            <a:cxnLst/>
            <a:rect l="l" t="t" r="r" b="b"/>
            <a:pathLst>
              <a:path w="2978085" h="6858000" extrusionOk="0">
                <a:moveTo>
                  <a:pt x="0" y="0"/>
                </a:moveTo>
                <a:lnTo>
                  <a:pt x="2139755" y="0"/>
                </a:lnTo>
                <a:lnTo>
                  <a:pt x="2152170" y="27460"/>
                </a:lnTo>
                <a:cubicBezTo>
                  <a:pt x="2683997" y="1284839"/>
                  <a:pt x="2978085" y="2667257"/>
                  <a:pt x="2978085" y="4118363"/>
                </a:cubicBezTo>
                <a:cubicBezTo>
                  <a:pt x="2978085" y="5025305"/>
                  <a:pt x="2863206" y="5905415"/>
                  <a:pt x="2647207" y="6744936"/>
                </a:cubicBezTo>
                <a:lnTo>
                  <a:pt x="2615101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0066A1"/>
              </a:gs>
              <a:gs pos="20000">
                <a:srgbClr val="0066A1"/>
              </a:gs>
              <a:gs pos="80000">
                <a:srgbClr val="0089C4"/>
              </a:gs>
              <a:gs pos="100000">
                <a:srgbClr val="0089C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3" name="Google Shape;163;p28"/>
          <p:cNvSpPr txBox="1">
            <a:spLocks noGrp="1"/>
          </p:cNvSpPr>
          <p:nvPr>
            <p:ph type="body" idx="1"/>
          </p:nvPr>
        </p:nvSpPr>
        <p:spPr>
          <a:xfrm>
            <a:off x="236055" y="1537913"/>
            <a:ext cx="26079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body" idx="2"/>
          </p:nvPr>
        </p:nvSpPr>
        <p:spPr>
          <a:xfrm>
            <a:off x="236055" y="2553644"/>
            <a:ext cx="26079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8"/>
          <p:cNvSpPr txBox="1">
            <a:spLocks noGrp="1"/>
          </p:cNvSpPr>
          <p:nvPr>
            <p:ph type="body" idx="3"/>
          </p:nvPr>
        </p:nvSpPr>
        <p:spPr>
          <a:xfrm>
            <a:off x="236056" y="3554138"/>
            <a:ext cx="26079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28"/>
          <p:cNvSpPr txBox="1">
            <a:spLocks noGrp="1"/>
          </p:cNvSpPr>
          <p:nvPr>
            <p:ph type="body" idx="4"/>
          </p:nvPr>
        </p:nvSpPr>
        <p:spPr>
          <a:xfrm>
            <a:off x="3375251" y="1537913"/>
            <a:ext cx="2781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body" idx="5"/>
          </p:nvPr>
        </p:nvSpPr>
        <p:spPr>
          <a:xfrm>
            <a:off x="3375252" y="2553643"/>
            <a:ext cx="2781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28"/>
          <p:cNvSpPr txBox="1">
            <a:spLocks noGrp="1"/>
          </p:cNvSpPr>
          <p:nvPr>
            <p:ph type="body" idx="6"/>
          </p:nvPr>
        </p:nvSpPr>
        <p:spPr>
          <a:xfrm>
            <a:off x="3375251" y="3579862"/>
            <a:ext cx="2781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28"/>
          <p:cNvSpPr txBox="1">
            <a:spLocks noGrp="1"/>
          </p:cNvSpPr>
          <p:nvPr>
            <p:ph type="body" idx="7"/>
          </p:nvPr>
        </p:nvSpPr>
        <p:spPr>
          <a:xfrm>
            <a:off x="6228184" y="1537913"/>
            <a:ext cx="2781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28"/>
          <p:cNvSpPr txBox="1">
            <a:spLocks noGrp="1"/>
          </p:cNvSpPr>
          <p:nvPr>
            <p:ph type="body" idx="8"/>
          </p:nvPr>
        </p:nvSpPr>
        <p:spPr>
          <a:xfrm>
            <a:off x="6228185" y="2553643"/>
            <a:ext cx="2781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28"/>
          <p:cNvSpPr txBox="1">
            <a:spLocks noGrp="1"/>
          </p:cNvSpPr>
          <p:nvPr>
            <p:ph type="body" idx="9"/>
          </p:nvPr>
        </p:nvSpPr>
        <p:spPr>
          <a:xfrm>
            <a:off x="6228184" y="3579862"/>
            <a:ext cx="2781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28"/>
          <p:cNvSpPr txBox="1">
            <a:spLocks noGrp="1"/>
          </p:cNvSpPr>
          <p:nvPr>
            <p:ph type="body" idx="13"/>
          </p:nvPr>
        </p:nvSpPr>
        <p:spPr>
          <a:xfrm>
            <a:off x="3375250" y="1024804"/>
            <a:ext cx="2781000" cy="322800"/>
          </a:xfrm>
          <a:prstGeom prst="rect">
            <a:avLst/>
          </a:prstGeom>
          <a:gradFill>
            <a:gsLst>
              <a:gs pos="0">
                <a:srgbClr val="0066A1"/>
              </a:gs>
              <a:gs pos="20000">
                <a:srgbClr val="0066A1"/>
              </a:gs>
              <a:gs pos="80000">
                <a:srgbClr val="0089C4"/>
              </a:gs>
              <a:gs pos="100000">
                <a:srgbClr val="0089C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28"/>
          <p:cNvSpPr txBox="1">
            <a:spLocks noGrp="1"/>
          </p:cNvSpPr>
          <p:nvPr>
            <p:ph type="body" idx="14"/>
          </p:nvPr>
        </p:nvSpPr>
        <p:spPr>
          <a:xfrm>
            <a:off x="6228184" y="1025436"/>
            <a:ext cx="2781000" cy="322800"/>
          </a:xfrm>
          <a:prstGeom prst="rect">
            <a:avLst/>
          </a:prstGeom>
          <a:gradFill>
            <a:gsLst>
              <a:gs pos="0">
                <a:srgbClr val="0066A1"/>
              </a:gs>
              <a:gs pos="20000">
                <a:srgbClr val="0066A1"/>
              </a:gs>
              <a:gs pos="80000">
                <a:srgbClr val="0089C4"/>
              </a:gs>
              <a:gs pos="100000">
                <a:srgbClr val="0089C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tions Layout">
  <p:cSld name="Options Layou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>
            <a:spLocks noGrp="1"/>
          </p:cNvSpPr>
          <p:nvPr>
            <p:ph type="sldNum" idx="12"/>
          </p:nvPr>
        </p:nvSpPr>
        <p:spPr>
          <a:xfrm>
            <a:off x="240300" y="4744601"/>
            <a:ext cx="443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29"/>
          <p:cNvSpPr txBox="1">
            <a:spLocks noGrp="1"/>
          </p:cNvSpPr>
          <p:nvPr>
            <p:ph type="title"/>
          </p:nvPr>
        </p:nvSpPr>
        <p:spPr>
          <a:xfrm>
            <a:off x="240300" y="123478"/>
            <a:ext cx="6924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400"/>
              <a:buFont typeface="Verdana"/>
              <a:buNone/>
              <a:defRPr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7" name="Google Shape;177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9"/>
          <p:cNvSpPr txBox="1">
            <a:spLocks noGrp="1"/>
          </p:cNvSpPr>
          <p:nvPr>
            <p:ph type="body" idx="1"/>
          </p:nvPr>
        </p:nvSpPr>
        <p:spPr>
          <a:xfrm>
            <a:off x="240300" y="1273480"/>
            <a:ext cx="55557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29"/>
          <p:cNvSpPr txBox="1">
            <a:spLocks noGrp="1"/>
          </p:cNvSpPr>
          <p:nvPr>
            <p:ph type="body" idx="2"/>
          </p:nvPr>
        </p:nvSpPr>
        <p:spPr>
          <a:xfrm>
            <a:off x="240300" y="2337652"/>
            <a:ext cx="53397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body" idx="3"/>
          </p:nvPr>
        </p:nvSpPr>
        <p:spPr>
          <a:xfrm>
            <a:off x="240300" y="3401824"/>
            <a:ext cx="5600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29"/>
          <p:cNvSpPr/>
          <p:nvPr/>
        </p:nvSpPr>
        <p:spPr>
          <a:xfrm rot="-9751057">
            <a:off x="6071308" y="773636"/>
            <a:ext cx="3732160" cy="3816571"/>
          </a:xfrm>
          <a:custGeom>
            <a:avLst/>
            <a:gdLst/>
            <a:ahLst/>
            <a:cxnLst/>
            <a:rect l="l" t="t" r="r" b="b"/>
            <a:pathLst>
              <a:path w="3737291" h="3821818" extrusionOk="0">
                <a:moveTo>
                  <a:pt x="3737291" y="3821819"/>
                </a:moveTo>
                <a:lnTo>
                  <a:pt x="1206621" y="3821819"/>
                </a:lnTo>
                <a:lnTo>
                  <a:pt x="0" y="0"/>
                </a:lnTo>
                <a:lnTo>
                  <a:pt x="3737291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29"/>
          <p:cNvSpPr/>
          <p:nvPr/>
        </p:nvSpPr>
        <p:spPr>
          <a:xfrm>
            <a:off x="6228184" y="1368394"/>
            <a:ext cx="530400" cy="530400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29"/>
          <p:cNvSpPr/>
          <p:nvPr/>
        </p:nvSpPr>
        <p:spPr>
          <a:xfrm>
            <a:off x="5963058" y="2419988"/>
            <a:ext cx="530400" cy="530400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4" name="Google Shape;184;p29"/>
          <p:cNvSpPr/>
          <p:nvPr/>
        </p:nvSpPr>
        <p:spPr>
          <a:xfrm>
            <a:off x="6268816" y="3471582"/>
            <a:ext cx="530400" cy="530400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s with image placeholders">
  <p:cSld name="Highlights with image placeholders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>
            <a:spLocks noGrp="1"/>
          </p:cNvSpPr>
          <p:nvPr>
            <p:ph type="sldNum" idx="12"/>
          </p:nvPr>
        </p:nvSpPr>
        <p:spPr>
          <a:xfrm>
            <a:off x="240300" y="4744601"/>
            <a:ext cx="443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30"/>
          <p:cNvSpPr txBox="1">
            <a:spLocks noGrp="1"/>
          </p:cNvSpPr>
          <p:nvPr>
            <p:ph type="title"/>
          </p:nvPr>
        </p:nvSpPr>
        <p:spPr>
          <a:xfrm>
            <a:off x="240300" y="123478"/>
            <a:ext cx="87243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400"/>
              <a:buFont typeface="Verdana"/>
              <a:buNone/>
              <a:defRPr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8" name="Google Shape;188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0"/>
          <p:cNvSpPr/>
          <p:nvPr/>
        </p:nvSpPr>
        <p:spPr>
          <a:xfrm rot="10800000">
            <a:off x="298269" y="1421994"/>
            <a:ext cx="1321500" cy="13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0"/>
          <p:cNvSpPr>
            <a:spLocks noGrp="1"/>
          </p:cNvSpPr>
          <p:nvPr>
            <p:ph type="pic" idx="2"/>
          </p:nvPr>
        </p:nvSpPr>
        <p:spPr>
          <a:xfrm>
            <a:off x="346836" y="1439459"/>
            <a:ext cx="1260000" cy="126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1" name="Google Shape;191;p30"/>
          <p:cNvSpPr/>
          <p:nvPr/>
        </p:nvSpPr>
        <p:spPr>
          <a:xfrm rot="10800000">
            <a:off x="293745" y="3051675"/>
            <a:ext cx="1321500" cy="13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0"/>
          <p:cNvSpPr>
            <a:spLocks noGrp="1"/>
          </p:cNvSpPr>
          <p:nvPr>
            <p:ph type="pic" idx="3"/>
          </p:nvPr>
        </p:nvSpPr>
        <p:spPr>
          <a:xfrm>
            <a:off x="342312" y="3069140"/>
            <a:ext cx="1260000" cy="126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3" name="Google Shape;193;p30"/>
          <p:cNvSpPr/>
          <p:nvPr/>
        </p:nvSpPr>
        <p:spPr>
          <a:xfrm>
            <a:off x="7403834" y="1422075"/>
            <a:ext cx="1321500" cy="13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0"/>
          <p:cNvSpPr>
            <a:spLocks noGrp="1"/>
          </p:cNvSpPr>
          <p:nvPr>
            <p:ph type="pic" idx="4"/>
          </p:nvPr>
        </p:nvSpPr>
        <p:spPr>
          <a:xfrm>
            <a:off x="7421100" y="1470679"/>
            <a:ext cx="1260000" cy="126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5" name="Google Shape;195;p30"/>
          <p:cNvSpPr/>
          <p:nvPr/>
        </p:nvSpPr>
        <p:spPr>
          <a:xfrm>
            <a:off x="7403834" y="3108625"/>
            <a:ext cx="1321500" cy="13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0"/>
          <p:cNvSpPr>
            <a:spLocks noGrp="1"/>
          </p:cNvSpPr>
          <p:nvPr>
            <p:ph type="pic" idx="5"/>
          </p:nvPr>
        </p:nvSpPr>
        <p:spPr>
          <a:xfrm>
            <a:off x="7421100" y="3152769"/>
            <a:ext cx="1260000" cy="126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7" name="Google Shape;197;p30"/>
          <p:cNvSpPr txBox="1">
            <a:spLocks noGrp="1"/>
          </p:cNvSpPr>
          <p:nvPr>
            <p:ph type="body" idx="1"/>
          </p:nvPr>
        </p:nvSpPr>
        <p:spPr>
          <a:xfrm>
            <a:off x="1821470" y="1422075"/>
            <a:ext cx="2534400" cy="13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30"/>
          <p:cNvSpPr txBox="1">
            <a:spLocks noGrp="1"/>
          </p:cNvSpPr>
          <p:nvPr>
            <p:ph type="body" idx="6"/>
          </p:nvPr>
        </p:nvSpPr>
        <p:spPr>
          <a:xfrm>
            <a:off x="4670910" y="1425131"/>
            <a:ext cx="2534400" cy="13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30"/>
          <p:cNvSpPr txBox="1">
            <a:spLocks noGrp="1"/>
          </p:cNvSpPr>
          <p:nvPr>
            <p:ph type="body" idx="7"/>
          </p:nvPr>
        </p:nvSpPr>
        <p:spPr>
          <a:xfrm>
            <a:off x="1830370" y="3051756"/>
            <a:ext cx="2534400" cy="13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8"/>
          </p:nvPr>
        </p:nvSpPr>
        <p:spPr>
          <a:xfrm>
            <a:off x="4672355" y="3051756"/>
            <a:ext cx="2534400" cy="13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s with image placeholders (extended)">
  <p:cSld name="Highlights with image placeholders (extended)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>
            <a:spLocks noGrp="1"/>
          </p:cNvSpPr>
          <p:nvPr>
            <p:ph type="sldNum" idx="12"/>
          </p:nvPr>
        </p:nvSpPr>
        <p:spPr>
          <a:xfrm>
            <a:off x="240300" y="4744601"/>
            <a:ext cx="443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31"/>
          <p:cNvSpPr txBox="1">
            <a:spLocks noGrp="1"/>
          </p:cNvSpPr>
          <p:nvPr>
            <p:ph type="title"/>
          </p:nvPr>
        </p:nvSpPr>
        <p:spPr>
          <a:xfrm>
            <a:off x="240300" y="123478"/>
            <a:ext cx="87243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400"/>
              <a:buFont typeface="Verdana"/>
              <a:buNone/>
              <a:defRPr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4" name="Google Shape;204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1"/>
          <p:cNvSpPr/>
          <p:nvPr/>
        </p:nvSpPr>
        <p:spPr>
          <a:xfrm rot="10800000">
            <a:off x="298269" y="1066050"/>
            <a:ext cx="1321500" cy="13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1"/>
          <p:cNvSpPr>
            <a:spLocks noGrp="1"/>
          </p:cNvSpPr>
          <p:nvPr>
            <p:ph type="pic" idx="2"/>
          </p:nvPr>
        </p:nvSpPr>
        <p:spPr>
          <a:xfrm>
            <a:off x="346836" y="1083515"/>
            <a:ext cx="1260000" cy="126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7" name="Google Shape;207;p31"/>
          <p:cNvSpPr/>
          <p:nvPr/>
        </p:nvSpPr>
        <p:spPr>
          <a:xfrm rot="10800000">
            <a:off x="5099497" y="1082608"/>
            <a:ext cx="1321500" cy="13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1"/>
          <p:cNvSpPr>
            <a:spLocks noGrp="1"/>
          </p:cNvSpPr>
          <p:nvPr>
            <p:ph type="pic" idx="3"/>
          </p:nvPr>
        </p:nvSpPr>
        <p:spPr>
          <a:xfrm>
            <a:off x="5148064" y="1100073"/>
            <a:ext cx="1260000" cy="126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9" name="Google Shape;209;p31"/>
          <p:cNvSpPr/>
          <p:nvPr/>
        </p:nvSpPr>
        <p:spPr>
          <a:xfrm>
            <a:off x="2681698" y="1054241"/>
            <a:ext cx="1321500" cy="13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1"/>
          <p:cNvSpPr>
            <a:spLocks noGrp="1"/>
          </p:cNvSpPr>
          <p:nvPr>
            <p:ph type="pic" idx="4"/>
          </p:nvPr>
        </p:nvSpPr>
        <p:spPr>
          <a:xfrm>
            <a:off x="2698964" y="1102845"/>
            <a:ext cx="1260000" cy="126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1" name="Google Shape;211;p31"/>
          <p:cNvSpPr/>
          <p:nvPr/>
        </p:nvSpPr>
        <p:spPr>
          <a:xfrm>
            <a:off x="7501068" y="1056716"/>
            <a:ext cx="1321500" cy="13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1"/>
          <p:cNvSpPr>
            <a:spLocks noGrp="1"/>
          </p:cNvSpPr>
          <p:nvPr>
            <p:ph type="pic" idx="5"/>
          </p:nvPr>
        </p:nvSpPr>
        <p:spPr>
          <a:xfrm>
            <a:off x="7518334" y="1100860"/>
            <a:ext cx="1260000" cy="126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3" name="Google Shape;213;p31"/>
          <p:cNvSpPr txBox="1">
            <a:spLocks noGrp="1"/>
          </p:cNvSpPr>
          <p:nvPr>
            <p:ph type="body" idx="1"/>
          </p:nvPr>
        </p:nvSpPr>
        <p:spPr>
          <a:xfrm>
            <a:off x="139869" y="3013596"/>
            <a:ext cx="1638300" cy="16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31"/>
          <p:cNvSpPr txBox="1">
            <a:spLocks noGrp="1"/>
          </p:cNvSpPr>
          <p:nvPr>
            <p:ph type="body" idx="6"/>
          </p:nvPr>
        </p:nvSpPr>
        <p:spPr>
          <a:xfrm>
            <a:off x="2509774" y="3013596"/>
            <a:ext cx="1638300" cy="16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31"/>
          <p:cNvSpPr txBox="1">
            <a:spLocks noGrp="1"/>
          </p:cNvSpPr>
          <p:nvPr>
            <p:ph type="body" idx="7"/>
          </p:nvPr>
        </p:nvSpPr>
        <p:spPr>
          <a:xfrm>
            <a:off x="4941097" y="3018937"/>
            <a:ext cx="1638300" cy="16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31"/>
          <p:cNvSpPr txBox="1">
            <a:spLocks noGrp="1"/>
          </p:cNvSpPr>
          <p:nvPr>
            <p:ph type="body" idx="8"/>
          </p:nvPr>
        </p:nvSpPr>
        <p:spPr>
          <a:xfrm>
            <a:off x="7351677" y="3010773"/>
            <a:ext cx="1638300" cy="16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31"/>
          <p:cNvSpPr txBox="1">
            <a:spLocks noGrp="1"/>
          </p:cNvSpPr>
          <p:nvPr>
            <p:ph type="body" idx="9"/>
          </p:nvPr>
        </p:nvSpPr>
        <p:spPr>
          <a:xfrm>
            <a:off x="272833" y="2529703"/>
            <a:ext cx="13794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0066A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31"/>
          <p:cNvSpPr txBox="1">
            <a:spLocks noGrp="1"/>
          </p:cNvSpPr>
          <p:nvPr>
            <p:ph type="body" idx="13"/>
          </p:nvPr>
        </p:nvSpPr>
        <p:spPr>
          <a:xfrm>
            <a:off x="2642738" y="2529703"/>
            <a:ext cx="13794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0066A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31"/>
          <p:cNvSpPr txBox="1">
            <a:spLocks noGrp="1"/>
          </p:cNvSpPr>
          <p:nvPr>
            <p:ph type="body" idx="14"/>
          </p:nvPr>
        </p:nvSpPr>
        <p:spPr>
          <a:xfrm>
            <a:off x="5074061" y="2535044"/>
            <a:ext cx="13794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0066A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31"/>
          <p:cNvSpPr txBox="1">
            <a:spLocks noGrp="1"/>
          </p:cNvSpPr>
          <p:nvPr>
            <p:ph type="body" idx="15"/>
          </p:nvPr>
        </p:nvSpPr>
        <p:spPr>
          <a:xfrm>
            <a:off x="7475551" y="2535044"/>
            <a:ext cx="13794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0066A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step approach">
  <p:cSld name="3-step approach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>
            <a:spLocks noGrp="1"/>
          </p:cNvSpPr>
          <p:nvPr>
            <p:ph type="sldNum" idx="12"/>
          </p:nvPr>
        </p:nvSpPr>
        <p:spPr>
          <a:xfrm>
            <a:off x="240300" y="4744601"/>
            <a:ext cx="443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32"/>
          <p:cNvSpPr txBox="1">
            <a:spLocks noGrp="1"/>
          </p:cNvSpPr>
          <p:nvPr>
            <p:ph type="title"/>
          </p:nvPr>
        </p:nvSpPr>
        <p:spPr>
          <a:xfrm>
            <a:off x="240300" y="123478"/>
            <a:ext cx="87243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400"/>
              <a:buFont typeface="Verdana"/>
              <a:buNone/>
              <a:defRPr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24" name="Google Shape;224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2"/>
          <p:cNvSpPr/>
          <p:nvPr/>
        </p:nvSpPr>
        <p:spPr>
          <a:xfrm>
            <a:off x="330121" y="1121718"/>
            <a:ext cx="2561681" cy="318820"/>
          </a:xfrm>
          <a:custGeom>
            <a:avLst/>
            <a:gdLst/>
            <a:ahLst/>
            <a:cxnLst/>
            <a:rect l="l" t="t" r="r" b="b"/>
            <a:pathLst>
              <a:path w="1944350" h="318820" extrusionOk="0">
                <a:moveTo>
                  <a:pt x="134" y="0"/>
                </a:moveTo>
                <a:lnTo>
                  <a:pt x="1784940" y="0"/>
                </a:lnTo>
                <a:lnTo>
                  <a:pt x="1944350" y="159410"/>
                </a:lnTo>
                <a:lnTo>
                  <a:pt x="1784940" y="318820"/>
                </a:lnTo>
                <a:lnTo>
                  <a:pt x="134" y="318820"/>
                </a:lnTo>
                <a:cubicBezTo>
                  <a:pt x="89" y="265683"/>
                  <a:pt x="45" y="212547"/>
                  <a:pt x="0" y="159410"/>
                </a:cubicBezTo>
                <a:cubicBezTo>
                  <a:pt x="45" y="106273"/>
                  <a:pt x="89" y="53137"/>
                  <a:pt x="134" y="0"/>
                </a:cubicBezTo>
                <a:close/>
              </a:path>
            </a:pathLst>
          </a:custGeom>
          <a:gradFill>
            <a:gsLst>
              <a:gs pos="0">
                <a:srgbClr val="0066A1"/>
              </a:gs>
              <a:gs pos="19000">
                <a:srgbClr val="0066A1"/>
              </a:gs>
              <a:gs pos="80000">
                <a:srgbClr val="0089C4"/>
              </a:gs>
              <a:gs pos="100000">
                <a:srgbClr val="0089C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6" name="Google Shape;226;p32"/>
          <p:cNvSpPr/>
          <p:nvPr/>
        </p:nvSpPr>
        <p:spPr>
          <a:xfrm>
            <a:off x="3315156" y="1121718"/>
            <a:ext cx="2562600" cy="3189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0066A1"/>
              </a:gs>
              <a:gs pos="19000">
                <a:srgbClr val="0066A1"/>
              </a:gs>
              <a:gs pos="80000">
                <a:srgbClr val="0089C4"/>
              </a:gs>
              <a:gs pos="100000">
                <a:srgbClr val="0089C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7" name="Google Shape;227;p32"/>
          <p:cNvSpPr/>
          <p:nvPr/>
        </p:nvSpPr>
        <p:spPr>
          <a:xfrm>
            <a:off x="6300192" y="1121718"/>
            <a:ext cx="2562600" cy="3189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0066A1"/>
              </a:gs>
              <a:gs pos="19000">
                <a:srgbClr val="0066A1"/>
              </a:gs>
              <a:gs pos="80000">
                <a:srgbClr val="0089C4"/>
              </a:gs>
              <a:gs pos="100000">
                <a:srgbClr val="0089C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8" name="Google Shape;228;p32"/>
          <p:cNvSpPr txBox="1">
            <a:spLocks noGrp="1"/>
          </p:cNvSpPr>
          <p:nvPr>
            <p:ph type="body" idx="1"/>
          </p:nvPr>
        </p:nvSpPr>
        <p:spPr>
          <a:xfrm>
            <a:off x="351389" y="1119407"/>
            <a:ext cx="23640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32"/>
          <p:cNvSpPr txBox="1">
            <a:spLocks noGrp="1"/>
          </p:cNvSpPr>
          <p:nvPr>
            <p:ph type="body" idx="2"/>
          </p:nvPr>
        </p:nvSpPr>
        <p:spPr>
          <a:xfrm>
            <a:off x="3491880" y="1128258"/>
            <a:ext cx="22323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32"/>
          <p:cNvSpPr txBox="1">
            <a:spLocks noGrp="1"/>
          </p:cNvSpPr>
          <p:nvPr>
            <p:ph type="body" idx="3"/>
          </p:nvPr>
        </p:nvSpPr>
        <p:spPr>
          <a:xfrm>
            <a:off x="6444208" y="1125513"/>
            <a:ext cx="22323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32"/>
          <p:cNvSpPr txBox="1">
            <a:spLocks noGrp="1"/>
          </p:cNvSpPr>
          <p:nvPr>
            <p:ph type="body" idx="4"/>
          </p:nvPr>
        </p:nvSpPr>
        <p:spPr>
          <a:xfrm>
            <a:off x="3315156" y="1700997"/>
            <a:ext cx="2409000" cy="23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32"/>
          <p:cNvSpPr txBox="1">
            <a:spLocks noGrp="1"/>
          </p:cNvSpPr>
          <p:nvPr>
            <p:ph type="body" idx="5"/>
          </p:nvPr>
        </p:nvSpPr>
        <p:spPr>
          <a:xfrm>
            <a:off x="351389" y="1700997"/>
            <a:ext cx="2364000" cy="23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32"/>
          <p:cNvSpPr txBox="1">
            <a:spLocks noGrp="1"/>
          </p:cNvSpPr>
          <p:nvPr>
            <p:ph type="body" idx="6"/>
          </p:nvPr>
        </p:nvSpPr>
        <p:spPr>
          <a:xfrm>
            <a:off x="6300192" y="1700997"/>
            <a:ext cx="2376300" cy="23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step approach">
  <p:cSld name="4-step approach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>
            <a:spLocks noGrp="1"/>
          </p:cNvSpPr>
          <p:nvPr>
            <p:ph type="sldNum" idx="12"/>
          </p:nvPr>
        </p:nvSpPr>
        <p:spPr>
          <a:xfrm>
            <a:off x="240300" y="4744601"/>
            <a:ext cx="443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33"/>
          <p:cNvSpPr txBox="1">
            <a:spLocks noGrp="1"/>
          </p:cNvSpPr>
          <p:nvPr>
            <p:ph type="title"/>
          </p:nvPr>
        </p:nvSpPr>
        <p:spPr>
          <a:xfrm>
            <a:off x="240300" y="123478"/>
            <a:ext cx="87243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400"/>
              <a:buFont typeface="Verdana"/>
              <a:buNone/>
              <a:defRPr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7" name="Google Shape;237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3"/>
          <p:cNvSpPr/>
          <p:nvPr/>
        </p:nvSpPr>
        <p:spPr>
          <a:xfrm>
            <a:off x="330121" y="1121718"/>
            <a:ext cx="1944350" cy="318820"/>
          </a:xfrm>
          <a:custGeom>
            <a:avLst/>
            <a:gdLst/>
            <a:ahLst/>
            <a:cxnLst/>
            <a:rect l="l" t="t" r="r" b="b"/>
            <a:pathLst>
              <a:path w="1944350" h="318820" extrusionOk="0">
                <a:moveTo>
                  <a:pt x="134" y="0"/>
                </a:moveTo>
                <a:lnTo>
                  <a:pt x="1784940" y="0"/>
                </a:lnTo>
                <a:lnTo>
                  <a:pt x="1944350" y="159410"/>
                </a:lnTo>
                <a:lnTo>
                  <a:pt x="1784940" y="318820"/>
                </a:lnTo>
                <a:lnTo>
                  <a:pt x="134" y="318820"/>
                </a:lnTo>
                <a:cubicBezTo>
                  <a:pt x="89" y="265683"/>
                  <a:pt x="45" y="212547"/>
                  <a:pt x="0" y="159410"/>
                </a:cubicBezTo>
                <a:cubicBezTo>
                  <a:pt x="45" y="106273"/>
                  <a:pt x="89" y="53137"/>
                  <a:pt x="134" y="0"/>
                </a:cubicBezTo>
                <a:close/>
              </a:path>
            </a:pathLst>
          </a:custGeom>
          <a:gradFill>
            <a:gsLst>
              <a:gs pos="0">
                <a:srgbClr val="0066A1"/>
              </a:gs>
              <a:gs pos="19000">
                <a:srgbClr val="0066A1"/>
              </a:gs>
              <a:gs pos="80000">
                <a:srgbClr val="0089C4"/>
              </a:gs>
              <a:gs pos="100000">
                <a:srgbClr val="0089C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9" name="Google Shape;239;p33"/>
          <p:cNvSpPr/>
          <p:nvPr/>
        </p:nvSpPr>
        <p:spPr>
          <a:xfrm>
            <a:off x="2543410" y="1121718"/>
            <a:ext cx="1944300" cy="3189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0066A1"/>
              </a:gs>
              <a:gs pos="19000">
                <a:srgbClr val="0066A1"/>
              </a:gs>
              <a:gs pos="80000">
                <a:srgbClr val="0089C4"/>
              </a:gs>
              <a:gs pos="100000">
                <a:srgbClr val="0089C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0" name="Google Shape;240;p33"/>
          <p:cNvSpPr/>
          <p:nvPr/>
        </p:nvSpPr>
        <p:spPr>
          <a:xfrm>
            <a:off x="4745770" y="1121718"/>
            <a:ext cx="1944300" cy="3189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0066A1"/>
              </a:gs>
              <a:gs pos="19000">
                <a:srgbClr val="0066A1"/>
              </a:gs>
              <a:gs pos="80000">
                <a:srgbClr val="0089C4"/>
              </a:gs>
              <a:gs pos="100000">
                <a:srgbClr val="0089C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1" name="Google Shape;241;p33"/>
          <p:cNvSpPr/>
          <p:nvPr/>
        </p:nvSpPr>
        <p:spPr>
          <a:xfrm>
            <a:off x="6948130" y="1121718"/>
            <a:ext cx="1944300" cy="3189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0066A1"/>
              </a:gs>
              <a:gs pos="19000">
                <a:srgbClr val="0066A1"/>
              </a:gs>
              <a:gs pos="80000">
                <a:srgbClr val="0089C4"/>
              </a:gs>
              <a:gs pos="100000">
                <a:srgbClr val="0089C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2" name="Google Shape;242;p33"/>
          <p:cNvSpPr txBox="1">
            <a:spLocks noGrp="1"/>
          </p:cNvSpPr>
          <p:nvPr>
            <p:ph type="body" idx="1"/>
          </p:nvPr>
        </p:nvSpPr>
        <p:spPr>
          <a:xfrm>
            <a:off x="351389" y="1128258"/>
            <a:ext cx="17724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33"/>
          <p:cNvSpPr txBox="1">
            <a:spLocks noGrp="1"/>
          </p:cNvSpPr>
          <p:nvPr>
            <p:ph type="body" idx="2"/>
          </p:nvPr>
        </p:nvSpPr>
        <p:spPr>
          <a:xfrm>
            <a:off x="2715421" y="1128258"/>
            <a:ext cx="15984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" name="Google Shape;244;p33"/>
          <p:cNvSpPr txBox="1">
            <a:spLocks noGrp="1"/>
          </p:cNvSpPr>
          <p:nvPr>
            <p:ph type="body" idx="3"/>
          </p:nvPr>
        </p:nvSpPr>
        <p:spPr>
          <a:xfrm>
            <a:off x="4917781" y="1125512"/>
            <a:ext cx="1598400" cy="3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33"/>
          <p:cNvSpPr txBox="1">
            <a:spLocks noGrp="1"/>
          </p:cNvSpPr>
          <p:nvPr>
            <p:ph type="body" idx="4"/>
          </p:nvPr>
        </p:nvSpPr>
        <p:spPr>
          <a:xfrm>
            <a:off x="7121087" y="1121717"/>
            <a:ext cx="1598400" cy="3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33"/>
          <p:cNvSpPr txBox="1">
            <a:spLocks noGrp="1"/>
          </p:cNvSpPr>
          <p:nvPr>
            <p:ph type="body" idx="5"/>
          </p:nvPr>
        </p:nvSpPr>
        <p:spPr>
          <a:xfrm>
            <a:off x="2543411" y="1700997"/>
            <a:ext cx="1812600" cy="23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33"/>
          <p:cNvSpPr txBox="1">
            <a:spLocks noGrp="1"/>
          </p:cNvSpPr>
          <p:nvPr>
            <p:ph type="body" idx="6"/>
          </p:nvPr>
        </p:nvSpPr>
        <p:spPr>
          <a:xfrm>
            <a:off x="351389" y="1700997"/>
            <a:ext cx="1772400" cy="23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33"/>
          <p:cNvSpPr txBox="1">
            <a:spLocks noGrp="1"/>
          </p:cNvSpPr>
          <p:nvPr>
            <p:ph type="body" idx="7"/>
          </p:nvPr>
        </p:nvSpPr>
        <p:spPr>
          <a:xfrm>
            <a:off x="4745771" y="1700997"/>
            <a:ext cx="1770300" cy="23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33"/>
          <p:cNvSpPr txBox="1">
            <a:spLocks noGrp="1"/>
          </p:cNvSpPr>
          <p:nvPr>
            <p:ph type="body" idx="8"/>
          </p:nvPr>
        </p:nvSpPr>
        <p:spPr>
          <a:xfrm>
            <a:off x="6948131" y="1700176"/>
            <a:ext cx="1770300" cy="23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-step approach">
  <p:cSld name="5-step approach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4"/>
          <p:cNvSpPr txBox="1">
            <a:spLocks noGrp="1"/>
          </p:cNvSpPr>
          <p:nvPr>
            <p:ph type="sldNum" idx="12"/>
          </p:nvPr>
        </p:nvSpPr>
        <p:spPr>
          <a:xfrm>
            <a:off x="240300" y="4744601"/>
            <a:ext cx="443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34"/>
          <p:cNvSpPr txBox="1">
            <a:spLocks noGrp="1"/>
          </p:cNvSpPr>
          <p:nvPr>
            <p:ph type="title"/>
          </p:nvPr>
        </p:nvSpPr>
        <p:spPr>
          <a:xfrm>
            <a:off x="240300" y="123478"/>
            <a:ext cx="87243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400"/>
              <a:buFont typeface="Verdana"/>
              <a:buNone/>
              <a:defRPr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53" name="Google Shape;253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4"/>
          <p:cNvSpPr/>
          <p:nvPr/>
        </p:nvSpPr>
        <p:spPr>
          <a:xfrm>
            <a:off x="323462" y="1121718"/>
            <a:ext cx="1730472" cy="318820"/>
          </a:xfrm>
          <a:custGeom>
            <a:avLst/>
            <a:gdLst/>
            <a:ahLst/>
            <a:cxnLst/>
            <a:rect l="l" t="t" r="r" b="b"/>
            <a:pathLst>
              <a:path w="1944350" h="318820" extrusionOk="0">
                <a:moveTo>
                  <a:pt x="134" y="0"/>
                </a:moveTo>
                <a:lnTo>
                  <a:pt x="1784940" y="0"/>
                </a:lnTo>
                <a:lnTo>
                  <a:pt x="1944350" y="159410"/>
                </a:lnTo>
                <a:lnTo>
                  <a:pt x="1784940" y="318820"/>
                </a:lnTo>
                <a:lnTo>
                  <a:pt x="134" y="318820"/>
                </a:lnTo>
                <a:cubicBezTo>
                  <a:pt x="89" y="265683"/>
                  <a:pt x="45" y="212547"/>
                  <a:pt x="0" y="159410"/>
                </a:cubicBezTo>
                <a:cubicBezTo>
                  <a:pt x="45" y="106273"/>
                  <a:pt x="89" y="53137"/>
                  <a:pt x="134" y="0"/>
                </a:cubicBezTo>
                <a:close/>
              </a:path>
            </a:pathLst>
          </a:custGeom>
          <a:gradFill>
            <a:gsLst>
              <a:gs pos="0">
                <a:srgbClr val="0066A1"/>
              </a:gs>
              <a:gs pos="19000">
                <a:srgbClr val="0066A1"/>
              </a:gs>
              <a:gs pos="80000">
                <a:srgbClr val="0089C4"/>
              </a:gs>
              <a:gs pos="100000">
                <a:srgbClr val="0089C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5" name="Google Shape;255;p34"/>
          <p:cNvSpPr/>
          <p:nvPr/>
        </p:nvSpPr>
        <p:spPr>
          <a:xfrm>
            <a:off x="2082990" y="1121718"/>
            <a:ext cx="1728300" cy="3189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0066A1"/>
              </a:gs>
              <a:gs pos="19000">
                <a:srgbClr val="0066A1"/>
              </a:gs>
              <a:gs pos="80000">
                <a:srgbClr val="0089C4"/>
              </a:gs>
              <a:gs pos="100000">
                <a:srgbClr val="0089C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6" name="Google Shape;256;p34"/>
          <p:cNvSpPr/>
          <p:nvPr/>
        </p:nvSpPr>
        <p:spPr>
          <a:xfrm>
            <a:off x="3842452" y="1112457"/>
            <a:ext cx="1728300" cy="3189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0066A1"/>
              </a:gs>
              <a:gs pos="19000">
                <a:srgbClr val="0066A1"/>
              </a:gs>
              <a:gs pos="80000">
                <a:srgbClr val="0089C4"/>
              </a:gs>
              <a:gs pos="100000">
                <a:srgbClr val="0089C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7" name="Google Shape;257;p34"/>
          <p:cNvSpPr/>
          <p:nvPr/>
        </p:nvSpPr>
        <p:spPr>
          <a:xfrm>
            <a:off x="5601914" y="1112457"/>
            <a:ext cx="1728300" cy="3189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0066A1"/>
              </a:gs>
              <a:gs pos="19000">
                <a:srgbClr val="0066A1"/>
              </a:gs>
              <a:gs pos="80000">
                <a:srgbClr val="0089C4"/>
              </a:gs>
              <a:gs pos="100000">
                <a:srgbClr val="0089C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8" name="Google Shape;258;p34"/>
          <p:cNvSpPr/>
          <p:nvPr/>
        </p:nvSpPr>
        <p:spPr>
          <a:xfrm>
            <a:off x="7361376" y="1118973"/>
            <a:ext cx="1728300" cy="3189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0066A1"/>
              </a:gs>
              <a:gs pos="19000">
                <a:srgbClr val="0066A1"/>
              </a:gs>
              <a:gs pos="80000">
                <a:srgbClr val="0089C4"/>
              </a:gs>
              <a:gs pos="100000">
                <a:srgbClr val="0089C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9" name="Google Shape;259;p34"/>
          <p:cNvSpPr txBox="1">
            <a:spLocks noGrp="1"/>
          </p:cNvSpPr>
          <p:nvPr>
            <p:ph type="body" idx="1"/>
          </p:nvPr>
        </p:nvSpPr>
        <p:spPr>
          <a:xfrm>
            <a:off x="390833" y="1126862"/>
            <a:ext cx="15105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34"/>
          <p:cNvSpPr txBox="1">
            <a:spLocks noGrp="1"/>
          </p:cNvSpPr>
          <p:nvPr>
            <p:ph type="body" idx="2"/>
          </p:nvPr>
        </p:nvSpPr>
        <p:spPr>
          <a:xfrm>
            <a:off x="2243075" y="1126862"/>
            <a:ext cx="14076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1" name="Google Shape;261;p34"/>
          <p:cNvSpPr txBox="1">
            <a:spLocks noGrp="1"/>
          </p:cNvSpPr>
          <p:nvPr>
            <p:ph type="body" idx="3"/>
          </p:nvPr>
        </p:nvSpPr>
        <p:spPr>
          <a:xfrm>
            <a:off x="5752397" y="1118973"/>
            <a:ext cx="14076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2" name="Google Shape;262;p34"/>
          <p:cNvSpPr txBox="1">
            <a:spLocks noGrp="1"/>
          </p:cNvSpPr>
          <p:nvPr>
            <p:ph type="body" idx="4"/>
          </p:nvPr>
        </p:nvSpPr>
        <p:spPr>
          <a:xfrm>
            <a:off x="7519396" y="1122796"/>
            <a:ext cx="14076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3" name="Google Shape;263;p34"/>
          <p:cNvSpPr txBox="1">
            <a:spLocks noGrp="1"/>
          </p:cNvSpPr>
          <p:nvPr>
            <p:ph type="body" idx="5"/>
          </p:nvPr>
        </p:nvSpPr>
        <p:spPr>
          <a:xfrm>
            <a:off x="4006318" y="1115717"/>
            <a:ext cx="14064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4" name="Google Shape;264;p34"/>
          <p:cNvSpPr txBox="1">
            <a:spLocks noGrp="1"/>
          </p:cNvSpPr>
          <p:nvPr>
            <p:ph type="body" idx="6"/>
          </p:nvPr>
        </p:nvSpPr>
        <p:spPr>
          <a:xfrm>
            <a:off x="2082991" y="1718698"/>
            <a:ext cx="1552800" cy="23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5" name="Google Shape;265;p34"/>
          <p:cNvSpPr txBox="1">
            <a:spLocks noGrp="1"/>
          </p:cNvSpPr>
          <p:nvPr>
            <p:ph type="body" idx="7"/>
          </p:nvPr>
        </p:nvSpPr>
        <p:spPr>
          <a:xfrm>
            <a:off x="323463" y="1709212"/>
            <a:ext cx="1571700" cy="23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6" name="Google Shape;266;p34"/>
          <p:cNvSpPr txBox="1">
            <a:spLocks noGrp="1"/>
          </p:cNvSpPr>
          <p:nvPr>
            <p:ph type="body" idx="8"/>
          </p:nvPr>
        </p:nvSpPr>
        <p:spPr>
          <a:xfrm>
            <a:off x="3836119" y="1718698"/>
            <a:ext cx="1590300" cy="23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7" name="Google Shape;267;p34"/>
          <p:cNvSpPr txBox="1">
            <a:spLocks noGrp="1"/>
          </p:cNvSpPr>
          <p:nvPr>
            <p:ph type="body" idx="9"/>
          </p:nvPr>
        </p:nvSpPr>
        <p:spPr>
          <a:xfrm>
            <a:off x="5595647" y="1725273"/>
            <a:ext cx="1590300" cy="23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8" name="Google Shape;268;p34"/>
          <p:cNvSpPr txBox="1">
            <a:spLocks noGrp="1"/>
          </p:cNvSpPr>
          <p:nvPr>
            <p:ph type="body" idx="13"/>
          </p:nvPr>
        </p:nvSpPr>
        <p:spPr>
          <a:xfrm>
            <a:off x="7355109" y="1725273"/>
            <a:ext cx="1609500" cy="23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ourney Layout">
  <p:cSld name="Journey Layout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>
            <a:spLocks noGrp="1"/>
          </p:cNvSpPr>
          <p:nvPr>
            <p:ph type="sldNum" idx="12"/>
          </p:nvPr>
        </p:nvSpPr>
        <p:spPr>
          <a:xfrm>
            <a:off x="240300" y="4744601"/>
            <a:ext cx="443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35"/>
          <p:cNvSpPr txBox="1">
            <a:spLocks noGrp="1"/>
          </p:cNvSpPr>
          <p:nvPr>
            <p:ph type="title"/>
          </p:nvPr>
        </p:nvSpPr>
        <p:spPr>
          <a:xfrm>
            <a:off x="240300" y="123478"/>
            <a:ext cx="87243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400"/>
              <a:buFont typeface="Verdana"/>
              <a:buNone/>
              <a:defRPr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72" name="Google Shape;272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3" name="Google Shape;273;p35"/>
          <p:cNvGrpSpPr/>
          <p:nvPr/>
        </p:nvGrpSpPr>
        <p:grpSpPr>
          <a:xfrm>
            <a:off x="0" y="1468240"/>
            <a:ext cx="4931960" cy="2880320"/>
            <a:chOff x="0" y="1468240"/>
            <a:chExt cx="4931960" cy="2880320"/>
          </a:xfrm>
        </p:grpSpPr>
        <p:cxnSp>
          <p:nvCxnSpPr>
            <p:cNvPr id="274" name="Google Shape;274;p35"/>
            <p:cNvCxnSpPr/>
            <p:nvPr/>
          </p:nvCxnSpPr>
          <p:spPr>
            <a:xfrm>
              <a:off x="2123728" y="2908400"/>
              <a:ext cx="1224000" cy="0"/>
            </a:xfrm>
            <a:prstGeom prst="straightConnector1">
              <a:avLst/>
            </a:prstGeom>
            <a:noFill/>
            <a:ln w="142875" cap="flat" cmpd="sng">
              <a:solidFill>
                <a:srgbClr val="ECECE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5" name="Google Shape;275;p35"/>
            <p:cNvCxnSpPr/>
            <p:nvPr/>
          </p:nvCxnSpPr>
          <p:spPr>
            <a:xfrm>
              <a:off x="3347864" y="2188320"/>
              <a:ext cx="1224000" cy="0"/>
            </a:xfrm>
            <a:prstGeom prst="straightConnector1">
              <a:avLst/>
            </a:prstGeom>
            <a:noFill/>
            <a:ln w="142875" cap="flat" cmpd="sng">
              <a:solidFill>
                <a:srgbClr val="0066A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6" name="Google Shape;276;p35"/>
            <p:cNvSpPr/>
            <p:nvPr/>
          </p:nvSpPr>
          <p:spPr>
            <a:xfrm>
              <a:off x="1763688" y="2908400"/>
              <a:ext cx="720000" cy="720000"/>
            </a:xfrm>
            <a:prstGeom prst="ellipse">
              <a:avLst/>
            </a:prstGeom>
            <a:noFill/>
            <a:ln w="142875" cap="flat" cmpd="sng">
              <a:solidFill>
                <a:srgbClr val="0066A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77" name="Google Shape;277;p35"/>
            <p:cNvSpPr/>
            <p:nvPr/>
          </p:nvSpPr>
          <p:spPr>
            <a:xfrm>
              <a:off x="2987824" y="2188320"/>
              <a:ext cx="720000" cy="720000"/>
            </a:xfrm>
            <a:prstGeom prst="ellipse">
              <a:avLst/>
            </a:prstGeom>
            <a:noFill/>
            <a:ln w="142875" cap="flat" cmpd="sng">
              <a:solidFill>
                <a:srgbClr val="ECECE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78" name="Google Shape;278;p35"/>
            <p:cNvSpPr/>
            <p:nvPr/>
          </p:nvSpPr>
          <p:spPr>
            <a:xfrm>
              <a:off x="4211960" y="1468240"/>
              <a:ext cx="720000" cy="720000"/>
            </a:xfrm>
            <a:prstGeom prst="ellipse">
              <a:avLst/>
            </a:prstGeom>
            <a:noFill/>
            <a:ln w="142875" cap="flat" cmpd="sng">
              <a:solidFill>
                <a:srgbClr val="0066A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279" name="Google Shape;279;p35"/>
            <p:cNvCxnSpPr/>
            <p:nvPr/>
          </p:nvCxnSpPr>
          <p:spPr>
            <a:xfrm>
              <a:off x="0" y="4348560"/>
              <a:ext cx="924600" cy="0"/>
            </a:xfrm>
            <a:prstGeom prst="straightConnector1">
              <a:avLst/>
            </a:prstGeom>
            <a:noFill/>
            <a:ln w="142875" cap="flat" cmpd="sng">
              <a:solidFill>
                <a:srgbClr val="ECECE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0" name="Google Shape;280;p35"/>
            <p:cNvCxnSpPr>
              <a:endCxn id="276" idx="4"/>
            </p:cNvCxnSpPr>
            <p:nvPr/>
          </p:nvCxnSpPr>
          <p:spPr>
            <a:xfrm>
              <a:off x="899688" y="3628400"/>
              <a:ext cx="1224000" cy="0"/>
            </a:xfrm>
            <a:prstGeom prst="straightConnector1">
              <a:avLst/>
            </a:prstGeom>
            <a:noFill/>
            <a:ln w="142875" cap="flat" cmpd="sng">
              <a:solidFill>
                <a:srgbClr val="0066A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1" name="Google Shape;281;p35"/>
            <p:cNvSpPr/>
            <p:nvPr/>
          </p:nvSpPr>
          <p:spPr>
            <a:xfrm>
              <a:off x="539552" y="3628480"/>
              <a:ext cx="720000" cy="720000"/>
            </a:xfrm>
            <a:prstGeom prst="ellipse">
              <a:avLst/>
            </a:prstGeom>
            <a:noFill/>
            <a:ln w="142875" cap="flat" cmpd="sng">
              <a:solidFill>
                <a:srgbClr val="ECECE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282" name="Google Shape;282;p35"/>
          <p:cNvSpPr txBox="1">
            <a:spLocks noGrp="1"/>
          </p:cNvSpPr>
          <p:nvPr>
            <p:ph type="body" idx="1"/>
          </p:nvPr>
        </p:nvSpPr>
        <p:spPr>
          <a:xfrm>
            <a:off x="5220072" y="1551943"/>
            <a:ext cx="36129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3" name="Google Shape;283;p35"/>
          <p:cNvSpPr txBox="1">
            <a:spLocks noGrp="1"/>
          </p:cNvSpPr>
          <p:nvPr>
            <p:ph type="body" idx="2"/>
          </p:nvPr>
        </p:nvSpPr>
        <p:spPr>
          <a:xfrm>
            <a:off x="3959931" y="2276909"/>
            <a:ext cx="48729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4" name="Google Shape;284;p35"/>
          <p:cNvSpPr txBox="1">
            <a:spLocks noGrp="1"/>
          </p:cNvSpPr>
          <p:nvPr>
            <p:ph type="body" idx="3"/>
          </p:nvPr>
        </p:nvSpPr>
        <p:spPr>
          <a:xfrm>
            <a:off x="2735796" y="2992142"/>
            <a:ext cx="60972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35"/>
          <p:cNvSpPr txBox="1">
            <a:spLocks noGrp="1"/>
          </p:cNvSpPr>
          <p:nvPr>
            <p:ph type="body" idx="4"/>
          </p:nvPr>
        </p:nvSpPr>
        <p:spPr>
          <a:xfrm>
            <a:off x="1571182" y="3712183"/>
            <a:ext cx="72618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layout">
  <p:cSld name="Timeline layout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 txBox="1">
            <a:spLocks noGrp="1"/>
          </p:cNvSpPr>
          <p:nvPr>
            <p:ph type="sldNum" idx="12"/>
          </p:nvPr>
        </p:nvSpPr>
        <p:spPr>
          <a:xfrm>
            <a:off x="240300" y="4744601"/>
            <a:ext cx="443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title"/>
          </p:nvPr>
        </p:nvSpPr>
        <p:spPr>
          <a:xfrm>
            <a:off x="240300" y="123478"/>
            <a:ext cx="87243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400"/>
              <a:buFont typeface="Verdana"/>
              <a:buNone/>
              <a:defRPr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89" name="Google Shape;289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6"/>
          <p:cNvSpPr>
            <a:spLocks noGrp="1"/>
          </p:cNvSpPr>
          <p:nvPr>
            <p:ph type="pic" idx="2"/>
          </p:nvPr>
        </p:nvSpPr>
        <p:spPr>
          <a:xfrm>
            <a:off x="323527" y="2379587"/>
            <a:ext cx="912900" cy="912900"/>
          </a:xfrm>
          <a:prstGeom prst="ellipse">
            <a:avLst/>
          </a:prstGeom>
          <a:noFill/>
          <a:ln w="38100" cap="flat" cmpd="sng">
            <a:solidFill>
              <a:srgbClr val="0066A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36"/>
          <p:cNvSpPr>
            <a:spLocks noGrp="1"/>
          </p:cNvSpPr>
          <p:nvPr>
            <p:ph type="pic" idx="3"/>
          </p:nvPr>
        </p:nvSpPr>
        <p:spPr>
          <a:xfrm>
            <a:off x="2226653" y="2379587"/>
            <a:ext cx="912900" cy="912900"/>
          </a:xfrm>
          <a:prstGeom prst="ellipse">
            <a:avLst/>
          </a:prstGeom>
          <a:noFill/>
          <a:ln w="38100" cap="flat" cmpd="sng">
            <a:solidFill>
              <a:srgbClr val="0066A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36"/>
          <p:cNvSpPr>
            <a:spLocks noGrp="1"/>
          </p:cNvSpPr>
          <p:nvPr>
            <p:ph type="pic" idx="4"/>
          </p:nvPr>
        </p:nvSpPr>
        <p:spPr>
          <a:xfrm>
            <a:off x="4129779" y="2379587"/>
            <a:ext cx="912900" cy="912900"/>
          </a:xfrm>
          <a:prstGeom prst="ellipse">
            <a:avLst/>
          </a:prstGeom>
          <a:noFill/>
          <a:ln w="38100" cap="flat" cmpd="sng">
            <a:solidFill>
              <a:srgbClr val="0066A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36"/>
          <p:cNvSpPr>
            <a:spLocks noGrp="1"/>
          </p:cNvSpPr>
          <p:nvPr>
            <p:ph type="pic" idx="5"/>
          </p:nvPr>
        </p:nvSpPr>
        <p:spPr>
          <a:xfrm>
            <a:off x="6032905" y="2379587"/>
            <a:ext cx="912900" cy="912900"/>
          </a:xfrm>
          <a:prstGeom prst="ellipse">
            <a:avLst/>
          </a:prstGeom>
          <a:noFill/>
          <a:ln w="38100" cap="flat" cmpd="sng">
            <a:solidFill>
              <a:srgbClr val="0066A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36"/>
          <p:cNvSpPr>
            <a:spLocks noGrp="1"/>
          </p:cNvSpPr>
          <p:nvPr>
            <p:ph type="pic" idx="6"/>
          </p:nvPr>
        </p:nvSpPr>
        <p:spPr>
          <a:xfrm>
            <a:off x="7936031" y="2379587"/>
            <a:ext cx="912900" cy="912900"/>
          </a:xfrm>
          <a:prstGeom prst="ellipse">
            <a:avLst/>
          </a:prstGeom>
          <a:noFill/>
          <a:ln w="38100" cap="flat" cmpd="sng">
            <a:solidFill>
              <a:srgbClr val="0066A1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295" name="Google Shape;295;p36"/>
          <p:cNvCxnSpPr>
            <a:stCxn id="290" idx="0"/>
          </p:cNvCxnSpPr>
          <p:nvPr/>
        </p:nvCxnSpPr>
        <p:spPr>
          <a:xfrm rot="10800000">
            <a:off x="779977" y="2115887"/>
            <a:ext cx="0" cy="263700"/>
          </a:xfrm>
          <a:prstGeom prst="straightConnector1">
            <a:avLst/>
          </a:prstGeom>
          <a:noFill/>
          <a:ln w="38100" cap="flat" cmpd="sng">
            <a:solidFill>
              <a:srgbClr val="0064A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6" name="Google Shape;296;p36"/>
          <p:cNvSpPr/>
          <p:nvPr/>
        </p:nvSpPr>
        <p:spPr>
          <a:xfrm>
            <a:off x="696002" y="2031982"/>
            <a:ext cx="167700" cy="167700"/>
          </a:xfrm>
          <a:prstGeom prst="ellipse">
            <a:avLst/>
          </a:prstGeom>
          <a:solidFill>
            <a:srgbClr val="0066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97" name="Google Shape;297;p36"/>
          <p:cNvCxnSpPr/>
          <p:nvPr/>
        </p:nvCxnSpPr>
        <p:spPr>
          <a:xfrm rot="10800000">
            <a:off x="4583914" y="2115887"/>
            <a:ext cx="0" cy="263700"/>
          </a:xfrm>
          <a:prstGeom prst="straightConnector1">
            <a:avLst/>
          </a:prstGeom>
          <a:noFill/>
          <a:ln w="38100" cap="flat" cmpd="sng">
            <a:solidFill>
              <a:srgbClr val="0064A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8" name="Google Shape;298;p36"/>
          <p:cNvSpPr/>
          <p:nvPr/>
        </p:nvSpPr>
        <p:spPr>
          <a:xfrm>
            <a:off x="4499991" y="2031982"/>
            <a:ext cx="167700" cy="167700"/>
          </a:xfrm>
          <a:prstGeom prst="ellipse">
            <a:avLst/>
          </a:prstGeom>
          <a:solidFill>
            <a:srgbClr val="0066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99" name="Google Shape;299;p36"/>
          <p:cNvCxnSpPr/>
          <p:nvPr/>
        </p:nvCxnSpPr>
        <p:spPr>
          <a:xfrm rot="10800000">
            <a:off x="8385189" y="2115887"/>
            <a:ext cx="0" cy="263700"/>
          </a:xfrm>
          <a:prstGeom prst="straightConnector1">
            <a:avLst/>
          </a:prstGeom>
          <a:noFill/>
          <a:ln w="38100" cap="flat" cmpd="sng">
            <a:solidFill>
              <a:srgbClr val="0064A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0" name="Google Shape;300;p36"/>
          <p:cNvSpPr/>
          <p:nvPr/>
        </p:nvSpPr>
        <p:spPr>
          <a:xfrm>
            <a:off x="8301266" y="2031982"/>
            <a:ext cx="167700" cy="167700"/>
          </a:xfrm>
          <a:prstGeom prst="ellipse">
            <a:avLst/>
          </a:prstGeom>
          <a:solidFill>
            <a:srgbClr val="0066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301" name="Google Shape;301;p36"/>
          <p:cNvCxnSpPr/>
          <p:nvPr/>
        </p:nvCxnSpPr>
        <p:spPr>
          <a:xfrm rot="10800000">
            <a:off x="2681817" y="3292365"/>
            <a:ext cx="0" cy="263700"/>
          </a:xfrm>
          <a:prstGeom prst="straightConnector1">
            <a:avLst/>
          </a:prstGeom>
          <a:noFill/>
          <a:ln w="38100" cap="flat" cmpd="sng">
            <a:solidFill>
              <a:srgbClr val="0064A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2" name="Google Shape;302;p36"/>
          <p:cNvSpPr/>
          <p:nvPr/>
        </p:nvSpPr>
        <p:spPr>
          <a:xfrm>
            <a:off x="2597894" y="3472142"/>
            <a:ext cx="167700" cy="167700"/>
          </a:xfrm>
          <a:prstGeom prst="ellipse">
            <a:avLst/>
          </a:prstGeom>
          <a:solidFill>
            <a:srgbClr val="0066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303" name="Google Shape;303;p36"/>
          <p:cNvCxnSpPr/>
          <p:nvPr/>
        </p:nvCxnSpPr>
        <p:spPr>
          <a:xfrm rot="10800000">
            <a:off x="6490393" y="3292365"/>
            <a:ext cx="0" cy="263700"/>
          </a:xfrm>
          <a:prstGeom prst="straightConnector1">
            <a:avLst/>
          </a:prstGeom>
          <a:noFill/>
          <a:ln w="38100" cap="flat" cmpd="sng">
            <a:solidFill>
              <a:srgbClr val="0064A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4" name="Google Shape;304;p36"/>
          <p:cNvSpPr/>
          <p:nvPr/>
        </p:nvSpPr>
        <p:spPr>
          <a:xfrm>
            <a:off x="6406470" y="3472142"/>
            <a:ext cx="167700" cy="167700"/>
          </a:xfrm>
          <a:prstGeom prst="ellipse">
            <a:avLst/>
          </a:prstGeom>
          <a:solidFill>
            <a:srgbClr val="0066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5" name="Google Shape;305;p36"/>
          <p:cNvSpPr txBox="1">
            <a:spLocks noGrp="1"/>
          </p:cNvSpPr>
          <p:nvPr>
            <p:ph type="body" idx="1"/>
          </p:nvPr>
        </p:nvSpPr>
        <p:spPr>
          <a:xfrm>
            <a:off x="90189" y="1603330"/>
            <a:ext cx="13794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0066A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body" idx="7"/>
          </p:nvPr>
        </p:nvSpPr>
        <p:spPr>
          <a:xfrm>
            <a:off x="1992081" y="3762185"/>
            <a:ext cx="13794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0066A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7" name="Google Shape;307;p36"/>
          <p:cNvSpPr txBox="1">
            <a:spLocks noGrp="1"/>
          </p:cNvSpPr>
          <p:nvPr>
            <p:ph type="body" idx="8"/>
          </p:nvPr>
        </p:nvSpPr>
        <p:spPr>
          <a:xfrm>
            <a:off x="3894178" y="1603330"/>
            <a:ext cx="13794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0066A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36"/>
          <p:cNvSpPr txBox="1">
            <a:spLocks noGrp="1"/>
          </p:cNvSpPr>
          <p:nvPr>
            <p:ph type="body" idx="9"/>
          </p:nvPr>
        </p:nvSpPr>
        <p:spPr>
          <a:xfrm>
            <a:off x="5799568" y="3762185"/>
            <a:ext cx="13794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0066A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9" name="Google Shape;309;p36"/>
          <p:cNvSpPr txBox="1">
            <a:spLocks noGrp="1"/>
          </p:cNvSpPr>
          <p:nvPr>
            <p:ph type="body" idx="13"/>
          </p:nvPr>
        </p:nvSpPr>
        <p:spPr>
          <a:xfrm>
            <a:off x="7698168" y="1603330"/>
            <a:ext cx="12663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0066A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36"/>
          <p:cNvSpPr txBox="1">
            <a:spLocks noGrp="1"/>
          </p:cNvSpPr>
          <p:nvPr>
            <p:ph type="body" idx="14"/>
          </p:nvPr>
        </p:nvSpPr>
        <p:spPr>
          <a:xfrm>
            <a:off x="7508529" y="3424224"/>
            <a:ext cx="1455900" cy="10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1" name="Google Shape;311;p36"/>
          <p:cNvSpPr txBox="1">
            <a:spLocks noGrp="1"/>
          </p:cNvSpPr>
          <p:nvPr>
            <p:ph type="body" idx="15"/>
          </p:nvPr>
        </p:nvSpPr>
        <p:spPr>
          <a:xfrm>
            <a:off x="3839346" y="3424224"/>
            <a:ext cx="1455900" cy="10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2" name="Google Shape;312;p36"/>
          <p:cNvSpPr txBox="1">
            <a:spLocks noGrp="1"/>
          </p:cNvSpPr>
          <p:nvPr>
            <p:ph type="body" idx="16"/>
          </p:nvPr>
        </p:nvSpPr>
        <p:spPr>
          <a:xfrm>
            <a:off x="90188" y="3424222"/>
            <a:ext cx="1415400" cy="10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3" name="Google Shape;313;p36"/>
          <p:cNvSpPr txBox="1">
            <a:spLocks noGrp="1"/>
          </p:cNvSpPr>
          <p:nvPr>
            <p:ph type="body" idx="17"/>
          </p:nvPr>
        </p:nvSpPr>
        <p:spPr>
          <a:xfrm>
            <a:off x="1913012" y="1203598"/>
            <a:ext cx="1415400" cy="10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4" name="Google Shape;314;p36"/>
          <p:cNvSpPr txBox="1">
            <a:spLocks noGrp="1"/>
          </p:cNvSpPr>
          <p:nvPr>
            <p:ph type="body" idx="18"/>
          </p:nvPr>
        </p:nvSpPr>
        <p:spPr>
          <a:xfrm>
            <a:off x="5781641" y="1203598"/>
            <a:ext cx="1415400" cy="10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 slide #1">
  <p:cSld name="Number slide #1">
    <p:bg>
      <p:bgPr>
        <a:solidFill>
          <a:schemeClr val="lt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"/>
          <p:cNvSpPr txBox="1">
            <a:spLocks noGrp="1"/>
          </p:cNvSpPr>
          <p:nvPr>
            <p:ph type="title"/>
          </p:nvPr>
        </p:nvSpPr>
        <p:spPr>
          <a:xfrm>
            <a:off x="344322" y="2283718"/>
            <a:ext cx="5667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3000"/>
              <a:buFont typeface="Verdana"/>
              <a:buNone/>
              <a:defRPr sz="3000" b="0"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37"/>
          <p:cNvSpPr/>
          <p:nvPr/>
        </p:nvSpPr>
        <p:spPr>
          <a:xfrm>
            <a:off x="6732240" y="0"/>
            <a:ext cx="2411760" cy="5139416"/>
          </a:xfrm>
          <a:custGeom>
            <a:avLst/>
            <a:gdLst/>
            <a:ahLst/>
            <a:cxnLst/>
            <a:rect l="l" t="t" r="r" b="b"/>
            <a:pathLst>
              <a:path w="2411760" h="5152297" extrusionOk="0">
                <a:moveTo>
                  <a:pt x="1184984" y="0"/>
                </a:moveTo>
                <a:lnTo>
                  <a:pt x="1982482" y="0"/>
                </a:lnTo>
                <a:lnTo>
                  <a:pt x="1982482" y="4451020"/>
                </a:lnTo>
                <a:cubicBezTo>
                  <a:pt x="1982482" y="4549743"/>
                  <a:pt x="2081204" y="4686414"/>
                  <a:pt x="2195197" y="4686414"/>
                </a:cubicBezTo>
                <a:lnTo>
                  <a:pt x="2411760" y="4686414"/>
                </a:lnTo>
                <a:lnTo>
                  <a:pt x="2411760" y="5152297"/>
                </a:lnTo>
                <a:lnTo>
                  <a:pt x="0" y="5152297"/>
                </a:lnTo>
                <a:lnTo>
                  <a:pt x="0" y="4686565"/>
                </a:lnTo>
                <a:lnTo>
                  <a:pt x="577223" y="4686565"/>
                </a:lnTo>
                <a:cubicBezTo>
                  <a:pt x="683504" y="4686565"/>
                  <a:pt x="789939" y="4549895"/>
                  <a:pt x="789939" y="4451171"/>
                </a:cubicBezTo>
                <a:lnTo>
                  <a:pt x="789939" y="1108937"/>
                </a:lnTo>
                <a:lnTo>
                  <a:pt x="265783" y="1344483"/>
                </a:lnTo>
                <a:lnTo>
                  <a:pt x="0" y="1344483"/>
                </a:lnTo>
                <a:lnTo>
                  <a:pt x="0" y="714044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8" name="Google Shape;31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 slide #2">
  <p:cSld name="Number slide #2">
    <p:bg>
      <p:bgPr>
        <a:solidFill>
          <a:schemeClr val="lt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"/>
          <p:cNvSpPr/>
          <p:nvPr/>
        </p:nvSpPr>
        <p:spPr>
          <a:xfrm>
            <a:off x="5652120" y="0"/>
            <a:ext cx="3491880" cy="5139416"/>
          </a:xfrm>
          <a:custGeom>
            <a:avLst/>
            <a:gdLst/>
            <a:ahLst/>
            <a:cxnLst/>
            <a:rect l="l" t="t" r="r" b="b"/>
            <a:pathLst>
              <a:path w="3491880" h="5152297" extrusionOk="0">
                <a:moveTo>
                  <a:pt x="713371" y="0"/>
                </a:moveTo>
                <a:lnTo>
                  <a:pt x="2875909" y="0"/>
                </a:lnTo>
                <a:lnTo>
                  <a:pt x="3015848" y="54085"/>
                </a:lnTo>
                <a:cubicBezTo>
                  <a:pt x="3203629" y="142718"/>
                  <a:pt x="3361141" y="260173"/>
                  <a:pt x="3484679" y="407855"/>
                </a:cubicBezTo>
                <a:lnTo>
                  <a:pt x="3491880" y="417343"/>
                </a:lnTo>
                <a:lnTo>
                  <a:pt x="3491880" y="2322598"/>
                </a:lnTo>
                <a:lnTo>
                  <a:pt x="3377139" y="2465770"/>
                </a:lnTo>
                <a:cubicBezTo>
                  <a:pt x="3048876" y="2826658"/>
                  <a:pt x="2578994" y="3089153"/>
                  <a:pt x="2145959" y="3339278"/>
                </a:cubicBezTo>
                <a:cubicBezTo>
                  <a:pt x="1562799" y="3674819"/>
                  <a:pt x="1080686" y="4041293"/>
                  <a:pt x="1003188" y="4470493"/>
                </a:cubicBezTo>
                <a:lnTo>
                  <a:pt x="2845578" y="4470493"/>
                </a:lnTo>
                <a:lnTo>
                  <a:pt x="2931211" y="3877604"/>
                </a:lnTo>
                <a:lnTo>
                  <a:pt x="3491880" y="3877604"/>
                </a:lnTo>
                <a:lnTo>
                  <a:pt x="3491880" y="5152297"/>
                </a:lnTo>
                <a:lnTo>
                  <a:pt x="0" y="5152297"/>
                </a:lnTo>
                <a:lnTo>
                  <a:pt x="0" y="4876063"/>
                </a:lnTo>
                <a:cubicBezTo>
                  <a:pt x="0" y="3853974"/>
                  <a:pt x="738583" y="3276982"/>
                  <a:pt x="1438203" y="2761857"/>
                </a:cubicBezTo>
                <a:cubicBezTo>
                  <a:pt x="2005949" y="2340390"/>
                  <a:pt x="2557853" y="1973916"/>
                  <a:pt x="2557853" y="1412391"/>
                </a:cubicBezTo>
                <a:cubicBezTo>
                  <a:pt x="2557853" y="944525"/>
                  <a:pt x="2324503" y="639916"/>
                  <a:pt x="1858232" y="639916"/>
                </a:cubicBezTo>
                <a:cubicBezTo>
                  <a:pt x="1360705" y="639916"/>
                  <a:pt x="1080686" y="912731"/>
                  <a:pt x="925263" y="1256005"/>
                </a:cubicBezTo>
                <a:lnTo>
                  <a:pt x="248764" y="1256005"/>
                </a:lnTo>
                <a:lnTo>
                  <a:pt x="248764" y="140688"/>
                </a:lnTo>
                <a:cubicBezTo>
                  <a:pt x="367365" y="97725"/>
                  <a:pt x="491292" y="57715"/>
                  <a:pt x="620069" y="21868"/>
                </a:cubicBezTo>
                <a:close/>
              </a:path>
            </a:pathLst>
          </a:custGeom>
          <a:solidFill>
            <a:srgbClr val="CDCDC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21" name="Google Shape;32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8"/>
          <p:cNvSpPr txBox="1">
            <a:spLocks noGrp="1"/>
          </p:cNvSpPr>
          <p:nvPr>
            <p:ph type="title"/>
          </p:nvPr>
        </p:nvSpPr>
        <p:spPr>
          <a:xfrm>
            <a:off x="344322" y="2283718"/>
            <a:ext cx="5667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3000"/>
              <a:buFont typeface="Verdana"/>
              <a:buNone/>
              <a:defRPr sz="3000" b="0"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 slide #5">
  <p:cSld name="Number slide #5">
    <p:bg>
      <p:bgPr>
        <a:solidFill>
          <a:schemeClr val="lt1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9"/>
          <p:cNvSpPr/>
          <p:nvPr/>
        </p:nvSpPr>
        <p:spPr>
          <a:xfrm>
            <a:off x="5508104" y="0"/>
            <a:ext cx="3635896" cy="5143500"/>
          </a:xfrm>
          <a:custGeom>
            <a:avLst/>
            <a:gdLst/>
            <a:ahLst/>
            <a:cxnLst/>
            <a:rect l="l" t="t" r="r" b="b"/>
            <a:pathLst>
              <a:path w="3635896" h="5143500" extrusionOk="0">
                <a:moveTo>
                  <a:pt x="0" y="0"/>
                </a:moveTo>
                <a:lnTo>
                  <a:pt x="3635896" y="0"/>
                </a:lnTo>
                <a:lnTo>
                  <a:pt x="3635896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id="325" name="Google Shape;325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9"/>
          <p:cNvSpPr txBox="1">
            <a:spLocks noGrp="1"/>
          </p:cNvSpPr>
          <p:nvPr>
            <p:ph type="title"/>
          </p:nvPr>
        </p:nvSpPr>
        <p:spPr>
          <a:xfrm>
            <a:off x="344322" y="2283718"/>
            <a:ext cx="5667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3000"/>
              <a:buFont typeface="Verdana"/>
              <a:buNone/>
              <a:defRPr sz="3000" b="0"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 slide #6">
  <p:cSld name="Number slide #6">
    <p:bg>
      <p:bgPr>
        <a:solidFill>
          <a:schemeClr val="lt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0"/>
          <p:cNvSpPr/>
          <p:nvPr/>
        </p:nvSpPr>
        <p:spPr>
          <a:xfrm>
            <a:off x="5639377" y="-92546"/>
            <a:ext cx="3504623" cy="5236047"/>
          </a:xfrm>
          <a:custGeom>
            <a:avLst/>
            <a:gdLst/>
            <a:ahLst/>
            <a:cxnLst/>
            <a:rect l="l" t="t" r="r" b="b"/>
            <a:pathLst>
              <a:path w="3504623" h="5236047" extrusionOk="0">
                <a:moveTo>
                  <a:pt x="0" y="0"/>
                </a:moveTo>
                <a:lnTo>
                  <a:pt x="732823" y="0"/>
                </a:lnTo>
                <a:lnTo>
                  <a:pt x="732823" y="92546"/>
                </a:lnTo>
                <a:lnTo>
                  <a:pt x="3504623" y="92546"/>
                </a:lnTo>
                <a:lnTo>
                  <a:pt x="3504623" y="5236047"/>
                </a:lnTo>
                <a:lnTo>
                  <a:pt x="0" y="5236047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id="329" name="Google Shape;329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0"/>
          <p:cNvSpPr txBox="1">
            <a:spLocks noGrp="1"/>
          </p:cNvSpPr>
          <p:nvPr>
            <p:ph type="title"/>
          </p:nvPr>
        </p:nvSpPr>
        <p:spPr>
          <a:xfrm>
            <a:off x="344322" y="2283718"/>
            <a:ext cx="5667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3000"/>
              <a:buFont typeface="Verdana"/>
              <a:buNone/>
              <a:defRPr sz="3000" b="0"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 slide #7">
  <p:cSld name="Number slide #7">
    <p:bg>
      <p:bgPr>
        <a:solidFill>
          <a:schemeClr val="lt1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1"/>
          <p:cNvSpPr/>
          <p:nvPr/>
        </p:nvSpPr>
        <p:spPr>
          <a:xfrm>
            <a:off x="5364088" y="-8796"/>
            <a:ext cx="3779912" cy="5152297"/>
          </a:xfrm>
          <a:custGeom>
            <a:avLst/>
            <a:gdLst/>
            <a:ahLst/>
            <a:cxnLst/>
            <a:rect l="l" t="t" r="r" b="b"/>
            <a:pathLst>
              <a:path w="3779912" h="5152297" extrusionOk="0">
                <a:moveTo>
                  <a:pt x="0" y="0"/>
                </a:moveTo>
                <a:lnTo>
                  <a:pt x="3779912" y="0"/>
                </a:lnTo>
                <a:lnTo>
                  <a:pt x="3779912" y="4668778"/>
                </a:lnTo>
                <a:lnTo>
                  <a:pt x="3779912" y="5152297"/>
                </a:lnTo>
                <a:lnTo>
                  <a:pt x="0" y="5152297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41"/>
          <p:cNvSpPr txBox="1">
            <a:spLocks noGrp="1"/>
          </p:cNvSpPr>
          <p:nvPr>
            <p:ph type="title"/>
          </p:nvPr>
        </p:nvSpPr>
        <p:spPr>
          <a:xfrm>
            <a:off x="344322" y="2283718"/>
            <a:ext cx="5667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3000"/>
              <a:buFont typeface="Verdana"/>
              <a:buNone/>
              <a:defRPr sz="3000" b="0"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 slide #8">
  <p:cSld name="Number slide #8">
    <p:bg>
      <p:bgPr>
        <a:solidFill>
          <a:schemeClr val="lt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/>
        </p:nvSpPr>
        <p:spPr>
          <a:xfrm>
            <a:off x="5521121" y="0"/>
            <a:ext cx="3622879" cy="5143500"/>
          </a:xfrm>
          <a:custGeom>
            <a:avLst/>
            <a:gdLst/>
            <a:ahLst/>
            <a:cxnLst/>
            <a:rect l="l" t="t" r="r" b="b"/>
            <a:pathLst>
              <a:path w="3622879" h="5143500" extrusionOk="0">
                <a:moveTo>
                  <a:pt x="0" y="0"/>
                </a:moveTo>
                <a:lnTo>
                  <a:pt x="3622879" y="0"/>
                </a:lnTo>
                <a:lnTo>
                  <a:pt x="3622879" y="5143500"/>
                </a:lnTo>
                <a:lnTo>
                  <a:pt x="491039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id="337" name="Google Shape;337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2"/>
          <p:cNvSpPr txBox="1">
            <a:spLocks noGrp="1"/>
          </p:cNvSpPr>
          <p:nvPr>
            <p:ph type="title"/>
          </p:nvPr>
        </p:nvSpPr>
        <p:spPr>
          <a:xfrm>
            <a:off x="344322" y="2283718"/>
            <a:ext cx="5667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3000"/>
              <a:buFont typeface="Verdana"/>
              <a:buNone/>
              <a:defRPr sz="3000" b="0"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 slide #9">
  <p:cSld name="Number slide #9">
    <p:bg>
      <p:bgPr>
        <a:solidFill>
          <a:schemeClr val="lt1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/>
          <p:nvPr/>
        </p:nvSpPr>
        <p:spPr>
          <a:xfrm>
            <a:off x="5364088" y="0"/>
            <a:ext cx="3779912" cy="5143500"/>
          </a:xfrm>
          <a:custGeom>
            <a:avLst/>
            <a:gdLst/>
            <a:ahLst/>
            <a:cxnLst/>
            <a:rect l="l" t="t" r="r" b="b"/>
            <a:pathLst>
              <a:path w="3779912" h="5143500" extrusionOk="0">
                <a:moveTo>
                  <a:pt x="0" y="0"/>
                </a:moveTo>
                <a:lnTo>
                  <a:pt x="3779912" y="0"/>
                </a:lnTo>
                <a:lnTo>
                  <a:pt x="3779912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id="341" name="Google Shape;341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3"/>
          <p:cNvSpPr txBox="1">
            <a:spLocks noGrp="1"/>
          </p:cNvSpPr>
          <p:nvPr>
            <p:ph type="title"/>
          </p:nvPr>
        </p:nvSpPr>
        <p:spPr>
          <a:xfrm>
            <a:off x="344322" y="2283718"/>
            <a:ext cx="5667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3000"/>
              <a:buFont typeface="Verdana"/>
              <a:buNone/>
              <a:defRPr sz="3000" b="0"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 slide #10">
  <p:cSld name="Number slide #10">
    <p:bg>
      <p:bgPr>
        <a:solidFill>
          <a:schemeClr val="lt1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4"/>
          <p:cNvSpPr/>
          <p:nvPr/>
        </p:nvSpPr>
        <p:spPr>
          <a:xfrm>
            <a:off x="2123728" y="-8796"/>
            <a:ext cx="7020272" cy="5152296"/>
          </a:xfrm>
          <a:custGeom>
            <a:avLst/>
            <a:gdLst/>
            <a:ahLst/>
            <a:cxnLst/>
            <a:rect l="l" t="t" r="r" b="b"/>
            <a:pathLst>
              <a:path w="7020272" h="5152296" extrusionOk="0">
                <a:moveTo>
                  <a:pt x="0" y="0"/>
                </a:moveTo>
                <a:lnTo>
                  <a:pt x="7020272" y="0"/>
                </a:lnTo>
                <a:lnTo>
                  <a:pt x="7020272" y="5152296"/>
                </a:lnTo>
                <a:lnTo>
                  <a:pt x="0" y="5152296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id="345" name="Google Shape;345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4"/>
          <p:cNvSpPr txBox="1">
            <a:spLocks noGrp="1"/>
          </p:cNvSpPr>
          <p:nvPr>
            <p:ph type="title"/>
          </p:nvPr>
        </p:nvSpPr>
        <p:spPr>
          <a:xfrm>
            <a:off x="344322" y="2283718"/>
            <a:ext cx="5667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3000"/>
              <a:buFont typeface="Verdana"/>
              <a:buNone/>
              <a:defRPr sz="3000" b="0"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 slide #11">
  <p:cSld name="Number slide #11">
    <p:bg>
      <p:bgPr>
        <a:solidFill>
          <a:schemeClr val="lt1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5"/>
          <p:cNvSpPr/>
          <p:nvPr/>
        </p:nvSpPr>
        <p:spPr>
          <a:xfrm>
            <a:off x="4139952" y="0"/>
            <a:ext cx="2411760" cy="5139416"/>
          </a:xfrm>
          <a:custGeom>
            <a:avLst/>
            <a:gdLst/>
            <a:ahLst/>
            <a:cxnLst/>
            <a:rect l="l" t="t" r="r" b="b"/>
            <a:pathLst>
              <a:path w="2411760" h="5152297" extrusionOk="0">
                <a:moveTo>
                  <a:pt x="1184984" y="0"/>
                </a:moveTo>
                <a:lnTo>
                  <a:pt x="1982482" y="0"/>
                </a:lnTo>
                <a:lnTo>
                  <a:pt x="1982482" y="4451020"/>
                </a:lnTo>
                <a:cubicBezTo>
                  <a:pt x="1982482" y="4549743"/>
                  <a:pt x="2081204" y="4686414"/>
                  <a:pt x="2195197" y="4686414"/>
                </a:cubicBezTo>
                <a:lnTo>
                  <a:pt x="2411760" y="4686414"/>
                </a:lnTo>
                <a:lnTo>
                  <a:pt x="2411760" y="5152297"/>
                </a:lnTo>
                <a:lnTo>
                  <a:pt x="0" y="5152297"/>
                </a:lnTo>
                <a:lnTo>
                  <a:pt x="0" y="4686565"/>
                </a:lnTo>
                <a:lnTo>
                  <a:pt x="577223" y="4686565"/>
                </a:lnTo>
                <a:cubicBezTo>
                  <a:pt x="683504" y="4686565"/>
                  <a:pt x="789939" y="4549895"/>
                  <a:pt x="789939" y="4451171"/>
                </a:cubicBezTo>
                <a:lnTo>
                  <a:pt x="789939" y="1108937"/>
                </a:lnTo>
                <a:lnTo>
                  <a:pt x="265783" y="1344483"/>
                </a:lnTo>
                <a:lnTo>
                  <a:pt x="0" y="1344483"/>
                </a:lnTo>
                <a:lnTo>
                  <a:pt x="0" y="714044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9" name="Google Shape;349;p45"/>
          <p:cNvSpPr/>
          <p:nvPr/>
        </p:nvSpPr>
        <p:spPr>
          <a:xfrm>
            <a:off x="6732240" y="0"/>
            <a:ext cx="2411760" cy="5139416"/>
          </a:xfrm>
          <a:custGeom>
            <a:avLst/>
            <a:gdLst/>
            <a:ahLst/>
            <a:cxnLst/>
            <a:rect l="l" t="t" r="r" b="b"/>
            <a:pathLst>
              <a:path w="2411760" h="5152297" extrusionOk="0">
                <a:moveTo>
                  <a:pt x="1184984" y="0"/>
                </a:moveTo>
                <a:lnTo>
                  <a:pt x="1982482" y="0"/>
                </a:lnTo>
                <a:lnTo>
                  <a:pt x="1982482" y="4451020"/>
                </a:lnTo>
                <a:cubicBezTo>
                  <a:pt x="1982482" y="4549743"/>
                  <a:pt x="2081204" y="4686414"/>
                  <a:pt x="2195197" y="4686414"/>
                </a:cubicBezTo>
                <a:lnTo>
                  <a:pt x="2411760" y="4686414"/>
                </a:lnTo>
                <a:lnTo>
                  <a:pt x="2411760" y="5152297"/>
                </a:lnTo>
                <a:lnTo>
                  <a:pt x="0" y="5152297"/>
                </a:lnTo>
                <a:lnTo>
                  <a:pt x="0" y="4686565"/>
                </a:lnTo>
                <a:lnTo>
                  <a:pt x="577223" y="4686565"/>
                </a:lnTo>
                <a:cubicBezTo>
                  <a:pt x="683504" y="4686565"/>
                  <a:pt x="789939" y="4549895"/>
                  <a:pt x="789939" y="4451171"/>
                </a:cubicBezTo>
                <a:lnTo>
                  <a:pt x="789939" y="1108937"/>
                </a:lnTo>
                <a:lnTo>
                  <a:pt x="265783" y="1344483"/>
                </a:lnTo>
                <a:lnTo>
                  <a:pt x="0" y="1344483"/>
                </a:lnTo>
                <a:lnTo>
                  <a:pt x="0" y="714044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50" name="Google Shape;350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5"/>
          <p:cNvSpPr txBox="1">
            <a:spLocks noGrp="1"/>
          </p:cNvSpPr>
          <p:nvPr>
            <p:ph type="title"/>
          </p:nvPr>
        </p:nvSpPr>
        <p:spPr>
          <a:xfrm>
            <a:off x="344322" y="2283718"/>
            <a:ext cx="5667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3000"/>
              <a:buFont typeface="Verdana"/>
              <a:buNone/>
              <a:defRPr sz="3000" b="0"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 slide #12">
  <p:cSld name="Number slide #12">
    <p:bg>
      <p:bgPr>
        <a:solidFill>
          <a:schemeClr val="lt1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6"/>
          <p:cNvSpPr/>
          <p:nvPr/>
        </p:nvSpPr>
        <p:spPr>
          <a:xfrm>
            <a:off x="3059832" y="-1"/>
            <a:ext cx="2411760" cy="5139416"/>
          </a:xfrm>
          <a:custGeom>
            <a:avLst/>
            <a:gdLst/>
            <a:ahLst/>
            <a:cxnLst/>
            <a:rect l="l" t="t" r="r" b="b"/>
            <a:pathLst>
              <a:path w="2411760" h="5152297" extrusionOk="0">
                <a:moveTo>
                  <a:pt x="1184984" y="0"/>
                </a:moveTo>
                <a:lnTo>
                  <a:pt x="1982482" y="0"/>
                </a:lnTo>
                <a:lnTo>
                  <a:pt x="1982482" y="4451020"/>
                </a:lnTo>
                <a:cubicBezTo>
                  <a:pt x="1982482" y="4549743"/>
                  <a:pt x="2081204" y="4686414"/>
                  <a:pt x="2195197" y="4686414"/>
                </a:cubicBezTo>
                <a:lnTo>
                  <a:pt x="2411760" y="4686414"/>
                </a:lnTo>
                <a:lnTo>
                  <a:pt x="2411760" y="5152297"/>
                </a:lnTo>
                <a:lnTo>
                  <a:pt x="0" y="5152297"/>
                </a:lnTo>
                <a:lnTo>
                  <a:pt x="0" y="4686565"/>
                </a:lnTo>
                <a:lnTo>
                  <a:pt x="577223" y="4686565"/>
                </a:lnTo>
                <a:cubicBezTo>
                  <a:pt x="683504" y="4686565"/>
                  <a:pt x="789939" y="4549895"/>
                  <a:pt x="789939" y="4451171"/>
                </a:cubicBezTo>
                <a:lnTo>
                  <a:pt x="789939" y="1108937"/>
                </a:lnTo>
                <a:lnTo>
                  <a:pt x="265783" y="1344483"/>
                </a:lnTo>
                <a:lnTo>
                  <a:pt x="0" y="1344483"/>
                </a:lnTo>
                <a:lnTo>
                  <a:pt x="0" y="714044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4" name="Google Shape;354;p46"/>
          <p:cNvSpPr/>
          <p:nvPr/>
        </p:nvSpPr>
        <p:spPr>
          <a:xfrm>
            <a:off x="5652120" y="0"/>
            <a:ext cx="3491880" cy="5139416"/>
          </a:xfrm>
          <a:custGeom>
            <a:avLst/>
            <a:gdLst/>
            <a:ahLst/>
            <a:cxnLst/>
            <a:rect l="l" t="t" r="r" b="b"/>
            <a:pathLst>
              <a:path w="3491880" h="5152297" extrusionOk="0">
                <a:moveTo>
                  <a:pt x="713371" y="0"/>
                </a:moveTo>
                <a:lnTo>
                  <a:pt x="2875909" y="0"/>
                </a:lnTo>
                <a:lnTo>
                  <a:pt x="3015848" y="54085"/>
                </a:lnTo>
                <a:cubicBezTo>
                  <a:pt x="3203629" y="142718"/>
                  <a:pt x="3361141" y="260173"/>
                  <a:pt x="3484679" y="407855"/>
                </a:cubicBezTo>
                <a:lnTo>
                  <a:pt x="3491880" y="417343"/>
                </a:lnTo>
                <a:lnTo>
                  <a:pt x="3491880" y="2322598"/>
                </a:lnTo>
                <a:lnTo>
                  <a:pt x="3377139" y="2465770"/>
                </a:lnTo>
                <a:cubicBezTo>
                  <a:pt x="3048876" y="2826658"/>
                  <a:pt x="2578994" y="3089153"/>
                  <a:pt x="2145959" y="3339278"/>
                </a:cubicBezTo>
                <a:cubicBezTo>
                  <a:pt x="1562799" y="3674819"/>
                  <a:pt x="1080686" y="4041293"/>
                  <a:pt x="1003188" y="4470493"/>
                </a:cubicBezTo>
                <a:lnTo>
                  <a:pt x="2845578" y="4470493"/>
                </a:lnTo>
                <a:lnTo>
                  <a:pt x="2931211" y="3877604"/>
                </a:lnTo>
                <a:lnTo>
                  <a:pt x="3491880" y="3877604"/>
                </a:lnTo>
                <a:lnTo>
                  <a:pt x="3491880" y="5152297"/>
                </a:lnTo>
                <a:lnTo>
                  <a:pt x="0" y="5152297"/>
                </a:lnTo>
                <a:lnTo>
                  <a:pt x="0" y="4876063"/>
                </a:lnTo>
                <a:cubicBezTo>
                  <a:pt x="0" y="3853974"/>
                  <a:pt x="738583" y="3276982"/>
                  <a:pt x="1438203" y="2761857"/>
                </a:cubicBezTo>
                <a:cubicBezTo>
                  <a:pt x="2005949" y="2340390"/>
                  <a:pt x="2557853" y="1973916"/>
                  <a:pt x="2557853" y="1412391"/>
                </a:cubicBezTo>
                <a:cubicBezTo>
                  <a:pt x="2557853" y="944525"/>
                  <a:pt x="2324503" y="639916"/>
                  <a:pt x="1858232" y="639916"/>
                </a:cubicBezTo>
                <a:cubicBezTo>
                  <a:pt x="1360705" y="639916"/>
                  <a:pt x="1080686" y="912731"/>
                  <a:pt x="925263" y="1256005"/>
                </a:cubicBezTo>
                <a:lnTo>
                  <a:pt x="248764" y="1256005"/>
                </a:lnTo>
                <a:lnTo>
                  <a:pt x="248764" y="140688"/>
                </a:lnTo>
                <a:cubicBezTo>
                  <a:pt x="367365" y="97725"/>
                  <a:pt x="491292" y="57715"/>
                  <a:pt x="620069" y="21868"/>
                </a:cubicBezTo>
                <a:close/>
              </a:path>
            </a:pathLst>
          </a:custGeom>
          <a:solidFill>
            <a:srgbClr val="CDCDC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55" name="Google Shape;355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6"/>
          <p:cNvSpPr txBox="1">
            <a:spLocks noGrp="1"/>
          </p:cNvSpPr>
          <p:nvPr>
            <p:ph type="title"/>
          </p:nvPr>
        </p:nvSpPr>
        <p:spPr>
          <a:xfrm>
            <a:off x="344322" y="2283718"/>
            <a:ext cx="5667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3000"/>
              <a:buFont typeface="Verdana"/>
              <a:buNone/>
              <a:defRPr sz="3000" b="0"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 slide #13">
  <p:cSld name="Number slide #13">
    <p:bg>
      <p:bgPr>
        <a:solidFill>
          <a:schemeClr val="lt1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"/>
          <p:cNvSpPr/>
          <p:nvPr/>
        </p:nvSpPr>
        <p:spPr>
          <a:xfrm>
            <a:off x="5524278" y="-8796"/>
            <a:ext cx="3619721" cy="5152296"/>
          </a:xfrm>
          <a:custGeom>
            <a:avLst/>
            <a:gdLst/>
            <a:ahLst/>
            <a:cxnLst/>
            <a:rect l="l" t="t" r="r" b="b"/>
            <a:pathLst>
              <a:path w="3619721" h="5152296" extrusionOk="0">
                <a:moveTo>
                  <a:pt x="0" y="0"/>
                </a:moveTo>
                <a:lnTo>
                  <a:pt x="3619722" y="0"/>
                </a:lnTo>
                <a:lnTo>
                  <a:pt x="3619722" y="5152296"/>
                </a:lnTo>
                <a:lnTo>
                  <a:pt x="0" y="5152296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47"/>
          <p:cNvSpPr/>
          <p:nvPr/>
        </p:nvSpPr>
        <p:spPr>
          <a:xfrm>
            <a:off x="2929533" y="0"/>
            <a:ext cx="2411760" cy="5139416"/>
          </a:xfrm>
          <a:custGeom>
            <a:avLst/>
            <a:gdLst/>
            <a:ahLst/>
            <a:cxnLst/>
            <a:rect l="l" t="t" r="r" b="b"/>
            <a:pathLst>
              <a:path w="2411760" h="5152297" extrusionOk="0">
                <a:moveTo>
                  <a:pt x="1184984" y="0"/>
                </a:moveTo>
                <a:lnTo>
                  <a:pt x="1982482" y="0"/>
                </a:lnTo>
                <a:lnTo>
                  <a:pt x="1982482" y="4451020"/>
                </a:lnTo>
                <a:cubicBezTo>
                  <a:pt x="1982482" y="4549743"/>
                  <a:pt x="2081204" y="4686414"/>
                  <a:pt x="2195197" y="4686414"/>
                </a:cubicBezTo>
                <a:lnTo>
                  <a:pt x="2411760" y="4686414"/>
                </a:lnTo>
                <a:lnTo>
                  <a:pt x="2411760" y="5152297"/>
                </a:lnTo>
                <a:lnTo>
                  <a:pt x="0" y="5152297"/>
                </a:lnTo>
                <a:lnTo>
                  <a:pt x="0" y="4686565"/>
                </a:lnTo>
                <a:lnTo>
                  <a:pt x="577223" y="4686565"/>
                </a:lnTo>
                <a:cubicBezTo>
                  <a:pt x="683504" y="4686565"/>
                  <a:pt x="789939" y="4549895"/>
                  <a:pt x="789939" y="4451171"/>
                </a:cubicBezTo>
                <a:lnTo>
                  <a:pt x="789939" y="1108937"/>
                </a:lnTo>
                <a:lnTo>
                  <a:pt x="265783" y="1344483"/>
                </a:lnTo>
                <a:lnTo>
                  <a:pt x="0" y="1344483"/>
                </a:lnTo>
                <a:lnTo>
                  <a:pt x="0" y="714044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60" name="Google Shape;360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7"/>
          <p:cNvSpPr txBox="1">
            <a:spLocks noGrp="1"/>
          </p:cNvSpPr>
          <p:nvPr>
            <p:ph type="title"/>
          </p:nvPr>
        </p:nvSpPr>
        <p:spPr>
          <a:xfrm>
            <a:off x="344322" y="2283718"/>
            <a:ext cx="5667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3000"/>
              <a:buFont typeface="Verdana"/>
              <a:buNone/>
              <a:defRPr sz="3000" b="0"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 slide #14">
  <p:cSld name="Number slide #14">
    <p:bg>
      <p:bgPr>
        <a:solidFill>
          <a:schemeClr val="lt1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8"/>
          <p:cNvSpPr/>
          <p:nvPr/>
        </p:nvSpPr>
        <p:spPr>
          <a:xfrm>
            <a:off x="5076056" y="0"/>
            <a:ext cx="4067944" cy="5143500"/>
          </a:xfrm>
          <a:custGeom>
            <a:avLst/>
            <a:gdLst/>
            <a:ahLst/>
            <a:cxnLst/>
            <a:rect l="l" t="t" r="r" b="b"/>
            <a:pathLst>
              <a:path w="4067944" h="5143500" extrusionOk="0">
                <a:moveTo>
                  <a:pt x="0" y="0"/>
                </a:moveTo>
                <a:lnTo>
                  <a:pt x="4067944" y="0"/>
                </a:lnTo>
                <a:lnTo>
                  <a:pt x="4067944" y="1563638"/>
                </a:lnTo>
                <a:lnTo>
                  <a:pt x="4067944" y="5143500"/>
                </a:lnTo>
                <a:lnTo>
                  <a:pt x="1368152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4" name="Google Shape;364;p48"/>
          <p:cNvSpPr/>
          <p:nvPr/>
        </p:nvSpPr>
        <p:spPr>
          <a:xfrm>
            <a:off x="2555776" y="0"/>
            <a:ext cx="2411760" cy="5139416"/>
          </a:xfrm>
          <a:custGeom>
            <a:avLst/>
            <a:gdLst/>
            <a:ahLst/>
            <a:cxnLst/>
            <a:rect l="l" t="t" r="r" b="b"/>
            <a:pathLst>
              <a:path w="2411760" h="5152297" extrusionOk="0">
                <a:moveTo>
                  <a:pt x="1184984" y="0"/>
                </a:moveTo>
                <a:lnTo>
                  <a:pt x="1982482" y="0"/>
                </a:lnTo>
                <a:lnTo>
                  <a:pt x="1982482" y="4451020"/>
                </a:lnTo>
                <a:cubicBezTo>
                  <a:pt x="1982482" y="4549743"/>
                  <a:pt x="2081204" y="4686414"/>
                  <a:pt x="2195197" y="4686414"/>
                </a:cubicBezTo>
                <a:lnTo>
                  <a:pt x="2411760" y="4686414"/>
                </a:lnTo>
                <a:lnTo>
                  <a:pt x="2411760" y="5152297"/>
                </a:lnTo>
                <a:lnTo>
                  <a:pt x="0" y="5152297"/>
                </a:lnTo>
                <a:lnTo>
                  <a:pt x="0" y="4686565"/>
                </a:lnTo>
                <a:lnTo>
                  <a:pt x="577223" y="4686565"/>
                </a:lnTo>
                <a:cubicBezTo>
                  <a:pt x="683504" y="4686565"/>
                  <a:pt x="789939" y="4549895"/>
                  <a:pt x="789939" y="4451171"/>
                </a:cubicBezTo>
                <a:lnTo>
                  <a:pt x="789939" y="1108937"/>
                </a:lnTo>
                <a:lnTo>
                  <a:pt x="265783" y="1344483"/>
                </a:lnTo>
                <a:lnTo>
                  <a:pt x="0" y="1344483"/>
                </a:lnTo>
                <a:lnTo>
                  <a:pt x="0" y="714044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65" name="Google Shape;365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8"/>
          <p:cNvSpPr txBox="1">
            <a:spLocks noGrp="1"/>
          </p:cNvSpPr>
          <p:nvPr>
            <p:ph type="title"/>
          </p:nvPr>
        </p:nvSpPr>
        <p:spPr>
          <a:xfrm>
            <a:off x="344322" y="2283718"/>
            <a:ext cx="5667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3000"/>
              <a:buFont typeface="Verdana"/>
              <a:buNone/>
              <a:defRPr sz="3000" b="0"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 slide #15">
  <p:cSld name="Number slide #15">
    <p:bg>
      <p:bgPr>
        <a:solidFill>
          <a:schemeClr val="lt1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9"/>
          <p:cNvSpPr/>
          <p:nvPr/>
        </p:nvSpPr>
        <p:spPr>
          <a:xfrm>
            <a:off x="5508104" y="0"/>
            <a:ext cx="3635896" cy="5143500"/>
          </a:xfrm>
          <a:custGeom>
            <a:avLst/>
            <a:gdLst/>
            <a:ahLst/>
            <a:cxnLst/>
            <a:rect l="l" t="t" r="r" b="b"/>
            <a:pathLst>
              <a:path w="3635896" h="5143500" extrusionOk="0">
                <a:moveTo>
                  <a:pt x="0" y="0"/>
                </a:moveTo>
                <a:lnTo>
                  <a:pt x="3635896" y="0"/>
                </a:lnTo>
                <a:lnTo>
                  <a:pt x="3635896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49"/>
          <p:cNvSpPr/>
          <p:nvPr/>
        </p:nvSpPr>
        <p:spPr>
          <a:xfrm>
            <a:off x="2915816" y="0"/>
            <a:ext cx="2411760" cy="5139416"/>
          </a:xfrm>
          <a:custGeom>
            <a:avLst/>
            <a:gdLst/>
            <a:ahLst/>
            <a:cxnLst/>
            <a:rect l="l" t="t" r="r" b="b"/>
            <a:pathLst>
              <a:path w="2411760" h="5152297" extrusionOk="0">
                <a:moveTo>
                  <a:pt x="1184984" y="0"/>
                </a:moveTo>
                <a:lnTo>
                  <a:pt x="1982482" y="0"/>
                </a:lnTo>
                <a:lnTo>
                  <a:pt x="1982482" y="4451020"/>
                </a:lnTo>
                <a:cubicBezTo>
                  <a:pt x="1982482" y="4549743"/>
                  <a:pt x="2081204" y="4686414"/>
                  <a:pt x="2195197" y="4686414"/>
                </a:cubicBezTo>
                <a:lnTo>
                  <a:pt x="2411760" y="4686414"/>
                </a:lnTo>
                <a:lnTo>
                  <a:pt x="2411760" y="5152297"/>
                </a:lnTo>
                <a:lnTo>
                  <a:pt x="0" y="5152297"/>
                </a:lnTo>
                <a:lnTo>
                  <a:pt x="0" y="4686565"/>
                </a:lnTo>
                <a:lnTo>
                  <a:pt x="577223" y="4686565"/>
                </a:lnTo>
                <a:cubicBezTo>
                  <a:pt x="683504" y="4686565"/>
                  <a:pt x="789939" y="4549895"/>
                  <a:pt x="789939" y="4451171"/>
                </a:cubicBezTo>
                <a:lnTo>
                  <a:pt x="789939" y="1108937"/>
                </a:lnTo>
                <a:lnTo>
                  <a:pt x="265783" y="1344483"/>
                </a:lnTo>
                <a:lnTo>
                  <a:pt x="0" y="1344483"/>
                </a:lnTo>
                <a:lnTo>
                  <a:pt x="0" y="714044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70" name="Google Shape;370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9"/>
          <p:cNvSpPr txBox="1">
            <a:spLocks noGrp="1"/>
          </p:cNvSpPr>
          <p:nvPr>
            <p:ph type="title"/>
          </p:nvPr>
        </p:nvSpPr>
        <p:spPr>
          <a:xfrm>
            <a:off x="344322" y="2283718"/>
            <a:ext cx="5667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3000"/>
              <a:buFont typeface="Verdana"/>
              <a:buNone/>
              <a:defRPr sz="3000" b="0"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 slide #16">
  <p:cSld name="Number slide #16">
    <p:bg>
      <p:bgPr>
        <a:solidFill>
          <a:schemeClr val="lt1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"/>
          <p:cNvSpPr/>
          <p:nvPr/>
        </p:nvSpPr>
        <p:spPr>
          <a:xfrm>
            <a:off x="5639377" y="-92546"/>
            <a:ext cx="3504623" cy="5236047"/>
          </a:xfrm>
          <a:custGeom>
            <a:avLst/>
            <a:gdLst/>
            <a:ahLst/>
            <a:cxnLst/>
            <a:rect l="l" t="t" r="r" b="b"/>
            <a:pathLst>
              <a:path w="3504623" h="5236047" extrusionOk="0">
                <a:moveTo>
                  <a:pt x="0" y="0"/>
                </a:moveTo>
                <a:lnTo>
                  <a:pt x="732823" y="0"/>
                </a:lnTo>
                <a:lnTo>
                  <a:pt x="732823" y="92546"/>
                </a:lnTo>
                <a:lnTo>
                  <a:pt x="3504623" y="92546"/>
                </a:lnTo>
                <a:lnTo>
                  <a:pt x="3504623" y="5236047"/>
                </a:lnTo>
                <a:lnTo>
                  <a:pt x="0" y="5236047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50"/>
          <p:cNvSpPr/>
          <p:nvPr/>
        </p:nvSpPr>
        <p:spPr>
          <a:xfrm>
            <a:off x="3096344" y="0"/>
            <a:ext cx="2411760" cy="5139416"/>
          </a:xfrm>
          <a:custGeom>
            <a:avLst/>
            <a:gdLst/>
            <a:ahLst/>
            <a:cxnLst/>
            <a:rect l="l" t="t" r="r" b="b"/>
            <a:pathLst>
              <a:path w="2411760" h="5152297" extrusionOk="0">
                <a:moveTo>
                  <a:pt x="1184984" y="0"/>
                </a:moveTo>
                <a:lnTo>
                  <a:pt x="1982482" y="0"/>
                </a:lnTo>
                <a:lnTo>
                  <a:pt x="1982482" y="4451020"/>
                </a:lnTo>
                <a:cubicBezTo>
                  <a:pt x="1982482" y="4549743"/>
                  <a:pt x="2081204" y="4686414"/>
                  <a:pt x="2195197" y="4686414"/>
                </a:cubicBezTo>
                <a:lnTo>
                  <a:pt x="2411760" y="4686414"/>
                </a:lnTo>
                <a:lnTo>
                  <a:pt x="2411760" y="5152297"/>
                </a:lnTo>
                <a:lnTo>
                  <a:pt x="0" y="5152297"/>
                </a:lnTo>
                <a:lnTo>
                  <a:pt x="0" y="4686565"/>
                </a:lnTo>
                <a:lnTo>
                  <a:pt x="577223" y="4686565"/>
                </a:lnTo>
                <a:cubicBezTo>
                  <a:pt x="683504" y="4686565"/>
                  <a:pt x="789939" y="4549895"/>
                  <a:pt x="789939" y="4451171"/>
                </a:cubicBezTo>
                <a:lnTo>
                  <a:pt x="789939" y="1108937"/>
                </a:lnTo>
                <a:lnTo>
                  <a:pt x="265783" y="1344483"/>
                </a:lnTo>
                <a:lnTo>
                  <a:pt x="0" y="1344483"/>
                </a:lnTo>
                <a:lnTo>
                  <a:pt x="0" y="714044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75" name="Google Shape;375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50"/>
          <p:cNvSpPr txBox="1">
            <a:spLocks noGrp="1"/>
          </p:cNvSpPr>
          <p:nvPr>
            <p:ph type="title"/>
          </p:nvPr>
        </p:nvSpPr>
        <p:spPr>
          <a:xfrm>
            <a:off x="344322" y="2283718"/>
            <a:ext cx="5667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3000"/>
              <a:buFont typeface="Verdana"/>
              <a:buNone/>
              <a:defRPr sz="3000" b="0">
                <a:solidFill>
                  <a:srgbClr val="0066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text only">
  <p:cSld name="Title Slide text only">
    <p:bg>
      <p:bgPr>
        <a:solidFill>
          <a:srgbClr val="0066A1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1"/>
          <p:cNvSpPr/>
          <p:nvPr/>
        </p:nvSpPr>
        <p:spPr>
          <a:xfrm>
            <a:off x="7482981" y="4372526"/>
            <a:ext cx="13350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1"/>
          <p:cNvSpPr/>
          <p:nvPr/>
        </p:nvSpPr>
        <p:spPr>
          <a:xfrm>
            <a:off x="344325" y="4737600"/>
            <a:ext cx="1635300" cy="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51"/>
          <p:cNvSpPr txBox="1">
            <a:spLocks noGrp="1"/>
          </p:cNvSpPr>
          <p:nvPr>
            <p:ph type="title"/>
          </p:nvPr>
        </p:nvSpPr>
        <p:spPr>
          <a:xfrm>
            <a:off x="345153" y="1487559"/>
            <a:ext cx="8370000" cy="2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1718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Verdana"/>
              <a:buNone/>
              <a:defRPr sz="480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51"/>
          <p:cNvSpPr txBox="1"/>
          <p:nvPr/>
        </p:nvSpPr>
        <p:spPr>
          <a:xfrm>
            <a:off x="251520" y="4037848"/>
            <a:ext cx="11787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dd-mm-yyyy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No 2nd top line">
  <p:cSld name="Title and Content No 2nd top line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2"/>
          <p:cNvSpPr txBox="1">
            <a:spLocks noGrp="1"/>
          </p:cNvSpPr>
          <p:nvPr>
            <p:ph type="body" idx="1"/>
          </p:nvPr>
        </p:nvSpPr>
        <p:spPr>
          <a:xfrm>
            <a:off x="216488" y="843558"/>
            <a:ext cx="8748000" cy="3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▶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5" name="Google Shape;385;p52"/>
          <p:cNvSpPr txBox="1">
            <a:spLocks noGrp="1"/>
          </p:cNvSpPr>
          <p:nvPr>
            <p:ph type="title"/>
          </p:nvPr>
        </p:nvSpPr>
        <p:spPr>
          <a:xfrm>
            <a:off x="216488" y="123478"/>
            <a:ext cx="8748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400"/>
              <a:buFont typeface="Verdana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86" name="Google Shape;386;p52"/>
          <p:cNvCxnSpPr/>
          <p:nvPr/>
        </p:nvCxnSpPr>
        <p:spPr>
          <a:xfrm>
            <a:off x="326874" y="4625878"/>
            <a:ext cx="8820600" cy="0"/>
          </a:xfrm>
          <a:prstGeom prst="straightConnector1">
            <a:avLst/>
          </a:prstGeom>
          <a:noFill/>
          <a:ln w="15875" cap="flat" cmpd="sng">
            <a:solidFill>
              <a:srgbClr val="0064A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87" name="Google Shape;387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874" y="4851247"/>
            <a:ext cx="1635225" cy="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8115" y="4794219"/>
            <a:ext cx="624844" cy="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52"/>
          <p:cNvSpPr txBox="1">
            <a:spLocks noGrp="1"/>
          </p:cNvSpPr>
          <p:nvPr>
            <p:ph type="sldNum" idx="12"/>
          </p:nvPr>
        </p:nvSpPr>
        <p:spPr>
          <a:xfrm>
            <a:off x="4368854" y="4781896"/>
            <a:ext cx="443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2" name="Google Shape;392;p5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3" name="Google Shape;393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240300" y="4744601"/>
            <a:ext cx="443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16488" y="1090800"/>
            <a:ext cx="8748000" cy="3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ucida Sans"/>
              <a:buChar char="▶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216488" y="123478"/>
            <a:ext cx="8748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400"/>
              <a:buFont typeface="Verdana"/>
              <a:buNone/>
              <a:defRPr sz="2400" b="1" i="0" u="none" strike="noStrike" cap="none">
                <a:solidFill>
                  <a:srgbClr val="0066A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svg"/><Relationship Id="rId3" Type="http://schemas.openxmlformats.org/officeDocument/2006/relationships/image" Target="../media/image19.png"/><Relationship Id="rId7" Type="http://schemas.openxmlformats.org/officeDocument/2006/relationships/image" Target="../media/image35.sv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11" Type="http://schemas.openxmlformats.org/officeDocument/2006/relationships/image" Target="../media/image39.svg"/><Relationship Id="rId5" Type="http://schemas.openxmlformats.org/officeDocument/2006/relationships/image" Target="../media/image33.svg"/><Relationship Id="rId15" Type="http://schemas.openxmlformats.org/officeDocument/2006/relationships/image" Target="../media/image43.sv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svg"/><Relationship Id="rId1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3.svg"/><Relationship Id="rId3" Type="http://schemas.openxmlformats.org/officeDocument/2006/relationships/image" Target="../media/image19.png"/><Relationship Id="rId7" Type="http://schemas.openxmlformats.org/officeDocument/2006/relationships/image" Target="../media/image35.sv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11" Type="http://schemas.openxmlformats.org/officeDocument/2006/relationships/image" Target="../media/image41.svg"/><Relationship Id="rId5" Type="http://schemas.openxmlformats.org/officeDocument/2006/relationships/image" Target="../media/image33.svg"/><Relationship Id="rId10" Type="http://schemas.openxmlformats.org/officeDocument/2006/relationships/image" Target="../media/image40.pn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hcahealthcare.sharepoint.com/:w:/r/sites/CORP-TeradataMigration/Shared%20Documents/1.%20LOB/EDWHR/HCA%20Healthcare%20-%20GCP%20Master%20Architecture.docx?d=wa64625ac9fa94600823705a196935dff&amp;csf=1&amp;web=1&amp;e=QSWlN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4"/>
          <p:cNvSpPr txBox="1">
            <a:spLocks noGrp="1"/>
          </p:cNvSpPr>
          <p:nvPr>
            <p:ph type="title"/>
          </p:nvPr>
        </p:nvSpPr>
        <p:spPr>
          <a:xfrm>
            <a:off x="1122925" y="1788435"/>
            <a:ext cx="6898151" cy="156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/>
              <a:t>Claims &amp; Remits EDW</a:t>
            </a:r>
            <a:br>
              <a:rPr lang="en-US" sz="4000" dirty="0"/>
            </a:br>
            <a:r>
              <a:rPr lang="en-US" sz="2400" dirty="0"/>
              <a:t>Teradata to BigQuery Migration</a:t>
            </a:r>
          </a:p>
        </p:txBody>
      </p:sp>
      <p:pic>
        <p:nvPicPr>
          <p:cNvPr id="400" name="Google Shape;400;p54" descr="https://lh4.googleusercontent.com/eMTOcBfgc-2mfiMP-x04JNU7FEZANxl3mdFTPj6Q224KwR9FieY6r100Reh7SGtzItzNpwUuEEyg9eP6PzH0WcrBgAQIqq0_u_OQty79qRhUJ7JweewTNQxBclhXs6taK_VxE91pFWkUKX3kyqUy8evH2GJ5S7Npo7xYs2s811i_H6VUt-QAOkTIwgXXds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00" y="4641697"/>
            <a:ext cx="880650" cy="408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0710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4"/>
          <p:cNvSpPr txBox="1">
            <a:spLocks noGrp="1"/>
          </p:cNvSpPr>
          <p:nvPr>
            <p:ph type="title"/>
          </p:nvPr>
        </p:nvSpPr>
        <p:spPr>
          <a:xfrm>
            <a:off x="1122925" y="1788435"/>
            <a:ext cx="6898151" cy="156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4000" dirty="0"/>
              <a:t>Redesigned Workflows</a:t>
            </a:r>
            <a:endParaRPr lang="en-US" sz="2400" dirty="0"/>
          </a:p>
        </p:txBody>
      </p:sp>
      <p:pic>
        <p:nvPicPr>
          <p:cNvPr id="400" name="Google Shape;400;p54" descr="https://lh4.googleusercontent.com/eMTOcBfgc-2mfiMP-x04JNU7FEZANxl3mdFTPj6Q224KwR9FieY6r100Reh7SGtzItzNpwUuEEyg9eP6PzH0WcrBgAQIqq0_u_OQty79qRhUJ7JweewTNQxBclhXs6taK_VxE91pFWkUKX3kyqUy8evH2GJ5S7Npo7xYs2s811i_H6VUt-QAOkTIwgXXds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00" y="4641697"/>
            <a:ext cx="880650" cy="408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017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00A25C-3AE9-44DB-A618-32E6D6E73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00" y="123478"/>
            <a:ext cx="8724300" cy="621242"/>
          </a:xfrm>
        </p:spPr>
        <p:txBody>
          <a:bodyPr/>
          <a:lstStyle/>
          <a:p>
            <a:pPr algn="ctr"/>
            <a:r>
              <a:rPr lang="en-US" dirty="0"/>
              <a:t>Claims Export Process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1167AB-6850-4B91-9552-A01FEECED998}"/>
              </a:ext>
            </a:extLst>
          </p:cNvPr>
          <p:cNvSpPr/>
          <p:nvPr/>
        </p:nvSpPr>
        <p:spPr>
          <a:xfrm>
            <a:off x="184785" y="843478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BAM Start Activity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6AED59-3B0D-414B-8716-DA3A8CF186DD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1464945" y="1026358"/>
            <a:ext cx="640605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284C547-941B-4763-BCC2-C947582368DD}"/>
              </a:ext>
            </a:extLst>
          </p:cNvPr>
          <p:cNvSpPr/>
          <p:nvPr/>
        </p:nvSpPr>
        <p:spPr>
          <a:xfrm>
            <a:off x="2105550" y="843478"/>
            <a:ext cx="1280160" cy="365760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Reset TD Staging Tables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4CBDB6F-0EDF-449A-A13C-A764DD08BA87}"/>
              </a:ext>
            </a:extLst>
          </p:cNvPr>
          <p:cNvSpPr/>
          <p:nvPr/>
        </p:nvSpPr>
        <p:spPr>
          <a:xfrm>
            <a:off x="4026315" y="843478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Update SQL Fact Tables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888009-8C5D-4B50-9245-1B5E59CD7C0F}"/>
              </a:ext>
            </a:extLst>
          </p:cNvPr>
          <p:cNvSpPr/>
          <p:nvPr/>
        </p:nvSpPr>
        <p:spPr>
          <a:xfrm>
            <a:off x="5947080" y="837718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Build SQL DW Master Tables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A29184C-1E45-474D-9FB3-AE5D5E37F8E6}"/>
              </a:ext>
            </a:extLst>
          </p:cNvPr>
          <p:cNvSpPr/>
          <p:nvPr/>
        </p:nvSpPr>
        <p:spPr>
          <a:xfrm>
            <a:off x="7539660" y="1481086"/>
            <a:ext cx="1280160" cy="365760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Load TD Staging Tables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F9A025F-5C37-4B00-9A43-FCD178756CEB}"/>
              </a:ext>
            </a:extLst>
          </p:cNvPr>
          <p:cNvSpPr/>
          <p:nvPr/>
        </p:nvSpPr>
        <p:spPr>
          <a:xfrm>
            <a:off x="5947080" y="2095617"/>
            <a:ext cx="1280160" cy="365760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Upsert</a:t>
            </a:r>
            <a:r>
              <a:rPr lang="en-US" sz="1000" dirty="0"/>
              <a:t> TD Core Tables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62919CE-814C-4CF1-BF55-DCE42C6CDB96}"/>
              </a:ext>
            </a:extLst>
          </p:cNvPr>
          <p:cNvSpPr/>
          <p:nvPr/>
        </p:nvSpPr>
        <p:spPr>
          <a:xfrm>
            <a:off x="4026315" y="2095617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BAM End Activity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E69BE40-7338-427E-B53E-C0229E88912F}"/>
              </a:ext>
            </a:extLst>
          </p:cNvPr>
          <p:cNvSpPr/>
          <p:nvPr/>
        </p:nvSpPr>
        <p:spPr>
          <a:xfrm>
            <a:off x="2105550" y="2095617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CleanUp</a:t>
            </a:r>
            <a:r>
              <a:rPr lang="en-US" sz="1000" dirty="0"/>
              <a:t> SQL Staging Tables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DEA0E14-C07A-4281-8882-42B50ED80F8B}"/>
              </a:ext>
            </a:extLst>
          </p:cNvPr>
          <p:cNvCxnSpPr>
            <a:cxnSpLocks/>
            <a:stCxn id="27" idx="1"/>
            <a:endCxn id="31" idx="3"/>
          </p:cNvCxnSpPr>
          <p:nvPr/>
        </p:nvCxnSpPr>
        <p:spPr>
          <a:xfrm flipH="1">
            <a:off x="5306475" y="2278497"/>
            <a:ext cx="640605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1561E9A-D036-4BFF-8322-6151B7F94A6B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3385710" y="1026358"/>
            <a:ext cx="640605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AD6144C-D63B-48FC-8757-7FC517AC3CC4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5306475" y="1020598"/>
            <a:ext cx="640605" cy="576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AF2EA56F-DD34-49CE-866F-D27A782EF71D}"/>
              </a:ext>
            </a:extLst>
          </p:cNvPr>
          <p:cNvCxnSpPr>
            <a:cxnSpLocks/>
            <a:stCxn id="15" idx="3"/>
            <a:endCxn id="25" idx="0"/>
          </p:cNvCxnSpPr>
          <p:nvPr/>
        </p:nvCxnSpPr>
        <p:spPr>
          <a:xfrm>
            <a:off x="7227240" y="1020598"/>
            <a:ext cx="952500" cy="460488"/>
          </a:xfrm>
          <a:prstGeom prst="bentConnector2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9DC9FC7D-53DE-49C6-AE76-DAF535D79084}"/>
              </a:ext>
            </a:extLst>
          </p:cNvPr>
          <p:cNvCxnSpPr>
            <a:cxnSpLocks/>
            <a:stCxn id="25" idx="2"/>
            <a:endCxn id="27" idx="3"/>
          </p:cNvCxnSpPr>
          <p:nvPr/>
        </p:nvCxnSpPr>
        <p:spPr>
          <a:xfrm rot="5400000">
            <a:off x="7487665" y="1586421"/>
            <a:ext cx="431651" cy="952500"/>
          </a:xfrm>
          <a:prstGeom prst="bentConnector2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1D54F56-DECF-4225-B1D4-F740F4861CB7}"/>
              </a:ext>
            </a:extLst>
          </p:cNvPr>
          <p:cNvCxnSpPr>
            <a:cxnSpLocks/>
            <a:stCxn id="31" idx="1"/>
            <a:endCxn id="33" idx="3"/>
          </p:cNvCxnSpPr>
          <p:nvPr/>
        </p:nvCxnSpPr>
        <p:spPr>
          <a:xfrm flipH="1">
            <a:off x="3385710" y="2278497"/>
            <a:ext cx="640605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78758CA-8A59-4F1A-B558-5BEB0C6DA95C}"/>
              </a:ext>
            </a:extLst>
          </p:cNvPr>
          <p:cNvSpPr/>
          <p:nvPr/>
        </p:nvSpPr>
        <p:spPr>
          <a:xfrm>
            <a:off x="184785" y="2095617"/>
            <a:ext cx="1280160" cy="365760"/>
          </a:xfrm>
          <a:prstGeom prst="roundRect">
            <a:avLst/>
          </a:prstGeom>
          <a:ln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Completion Status Trace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EC46DFA-464A-499E-B195-5FA4ADD43921}"/>
              </a:ext>
            </a:extLst>
          </p:cNvPr>
          <p:cNvCxnSpPr>
            <a:cxnSpLocks/>
            <a:stCxn id="33" idx="1"/>
            <a:endCxn id="55" idx="3"/>
          </p:cNvCxnSpPr>
          <p:nvPr/>
        </p:nvCxnSpPr>
        <p:spPr>
          <a:xfrm flipH="1">
            <a:off x="1464945" y="2278497"/>
            <a:ext cx="640605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7331E74-1AB5-433C-9A4F-91C9CA9125C7}"/>
              </a:ext>
            </a:extLst>
          </p:cNvPr>
          <p:cNvSpPr txBox="1"/>
          <p:nvPr/>
        </p:nvSpPr>
        <p:spPr>
          <a:xfrm>
            <a:off x="4026315" y="1360040"/>
            <a:ext cx="128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rbel" panose="020B050302020402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Existing Workflow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1E04EA9-E9BE-4AC4-90D6-39B795D0FA57}"/>
              </a:ext>
            </a:extLst>
          </p:cNvPr>
          <p:cNvCxnSpPr/>
          <p:nvPr/>
        </p:nvCxnSpPr>
        <p:spPr>
          <a:xfrm>
            <a:off x="175260" y="2667000"/>
            <a:ext cx="860298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20ABB00-623E-4878-87CF-4A6018BFDD62}"/>
              </a:ext>
            </a:extLst>
          </p:cNvPr>
          <p:cNvSpPr/>
          <p:nvPr/>
        </p:nvSpPr>
        <p:spPr>
          <a:xfrm>
            <a:off x="222885" y="2847538"/>
            <a:ext cx="114300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BAM Start Activity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DEB272B-4A1D-473D-BFC3-D1B35BF99D0C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>
            <a:off x="1365885" y="3030418"/>
            <a:ext cx="300543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FBA4916-824E-4D9C-80D2-21529DAF2EB3}"/>
              </a:ext>
            </a:extLst>
          </p:cNvPr>
          <p:cNvSpPr/>
          <p:nvPr/>
        </p:nvSpPr>
        <p:spPr>
          <a:xfrm>
            <a:off x="1666428" y="2847538"/>
            <a:ext cx="114300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Update SQL Fact Tables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E35A569-1E6D-4C0D-A1FC-6D8E172F21AD}"/>
              </a:ext>
            </a:extLst>
          </p:cNvPr>
          <p:cNvSpPr/>
          <p:nvPr/>
        </p:nvSpPr>
        <p:spPr>
          <a:xfrm>
            <a:off x="3109971" y="2847538"/>
            <a:ext cx="114300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Build SQL DW Master Tables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D9342BF-83E3-4E3A-962A-0F9B290C328A}"/>
              </a:ext>
            </a:extLst>
          </p:cNvPr>
          <p:cNvSpPr/>
          <p:nvPr/>
        </p:nvSpPr>
        <p:spPr>
          <a:xfrm>
            <a:off x="7577760" y="2841778"/>
            <a:ext cx="1143000" cy="365760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Reset BQ Staging Tables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D2D747AC-A411-491B-AF7F-1C57BFEEFD40}"/>
              </a:ext>
            </a:extLst>
          </p:cNvPr>
          <p:cNvSpPr/>
          <p:nvPr/>
        </p:nvSpPr>
        <p:spPr>
          <a:xfrm>
            <a:off x="7577760" y="3470728"/>
            <a:ext cx="1143000" cy="365760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Load BQ Staging Tables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5DB76892-D2D7-482D-9346-4809991A3A3C}"/>
              </a:ext>
            </a:extLst>
          </p:cNvPr>
          <p:cNvSpPr/>
          <p:nvPr/>
        </p:nvSpPr>
        <p:spPr>
          <a:xfrm>
            <a:off x="7577760" y="4099677"/>
            <a:ext cx="1143000" cy="365760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 err="1"/>
              <a:t>Upsert</a:t>
            </a:r>
            <a:r>
              <a:rPr lang="en-US" sz="1000" dirty="0"/>
              <a:t> BQ Core Tables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47E8F069-A6B7-4C0D-BBD1-552C549A2DE2}"/>
              </a:ext>
            </a:extLst>
          </p:cNvPr>
          <p:cNvSpPr/>
          <p:nvPr/>
        </p:nvSpPr>
        <p:spPr>
          <a:xfrm>
            <a:off x="3109971" y="4099677"/>
            <a:ext cx="114300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BAM End Activity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83198499-1333-4773-9E6C-8B6FB94CFE33}"/>
              </a:ext>
            </a:extLst>
          </p:cNvPr>
          <p:cNvSpPr/>
          <p:nvPr/>
        </p:nvSpPr>
        <p:spPr>
          <a:xfrm>
            <a:off x="1666428" y="4099677"/>
            <a:ext cx="114300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CleanUp</a:t>
            </a:r>
            <a:r>
              <a:rPr lang="en-US" sz="1000" dirty="0"/>
              <a:t> SQL Staging Tables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15FA73C-ED0A-4573-A0A8-C277A4A13572}"/>
              </a:ext>
            </a:extLst>
          </p:cNvPr>
          <p:cNvCxnSpPr>
            <a:cxnSpLocks/>
            <a:stCxn id="65" idx="3"/>
            <a:endCxn id="66" idx="1"/>
          </p:cNvCxnSpPr>
          <p:nvPr/>
        </p:nvCxnSpPr>
        <p:spPr>
          <a:xfrm>
            <a:off x="2809428" y="3030418"/>
            <a:ext cx="300543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5B755AD-6538-4BEF-96B0-664DEF0EE968}"/>
              </a:ext>
            </a:extLst>
          </p:cNvPr>
          <p:cNvCxnSpPr>
            <a:cxnSpLocks/>
            <a:stCxn id="70" idx="1"/>
            <a:endCxn id="71" idx="3"/>
          </p:cNvCxnSpPr>
          <p:nvPr/>
        </p:nvCxnSpPr>
        <p:spPr>
          <a:xfrm flipH="1">
            <a:off x="2809428" y="4282557"/>
            <a:ext cx="300543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206A7C47-E123-4345-A479-A55749E81D63}"/>
              </a:ext>
            </a:extLst>
          </p:cNvPr>
          <p:cNvSpPr/>
          <p:nvPr/>
        </p:nvSpPr>
        <p:spPr>
          <a:xfrm>
            <a:off x="222885" y="4099677"/>
            <a:ext cx="1143000" cy="365760"/>
          </a:xfrm>
          <a:prstGeom prst="roundRect">
            <a:avLst/>
          </a:prstGeom>
          <a:ln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Completion Status Trace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5AF1C27-BEE2-4699-9F92-4B0C4A2196F9}"/>
              </a:ext>
            </a:extLst>
          </p:cNvPr>
          <p:cNvCxnSpPr>
            <a:cxnSpLocks/>
            <a:stCxn id="71" idx="1"/>
            <a:endCxn id="78" idx="3"/>
          </p:cNvCxnSpPr>
          <p:nvPr/>
        </p:nvCxnSpPr>
        <p:spPr>
          <a:xfrm flipH="1">
            <a:off x="1365885" y="4282557"/>
            <a:ext cx="300543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45BC0E8D-0620-4278-9EBD-DEE880A20872}"/>
              </a:ext>
            </a:extLst>
          </p:cNvPr>
          <p:cNvSpPr/>
          <p:nvPr/>
        </p:nvSpPr>
        <p:spPr>
          <a:xfrm>
            <a:off x="1927860" y="4721929"/>
            <a:ext cx="160020" cy="14478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00">
              <a:solidFill>
                <a:schemeClr val="dk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97E5A76-A4DE-475A-8163-C245DDA261D1}"/>
              </a:ext>
            </a:extLst>
          </p:cNvPr>
          <p:cNvSpPr txBox="1"/>
          <p:nvPr/>
        </p:nvSpPr>
        <p:spPr>
          <a:xfrm>
            <a:off x="2141220" y="4655820"/>
            <a:ext cx="1005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Teradata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4DFD8732-BE89-4330-B7B4-A95B2DF6BB77}"/>
              </a:ext>
            </a:extLst>
          </p:cNvPr>
          <p:cNvSpPr/>
          <p:nvPr/>
        </p:nvSpPr>
        <p:spPr>
          <a:xfrm>
            <a:off x="3307890" y="4721929"/>
            <a:ext cx="160020" cy="14478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00">
              <a:solidFill>
                <a:schemeClr val="dk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B77D1C3-550A-44FC-ACCD-354425646BF3}"/>
              </a:ext>
            </a:extLst>
          </p:cNvPr>
          <p:cNvSpPr txBox="1"/>
          <p:nvPr/>
        </p:nvSpPr>
        <p:spPr>
          <a:xfrm>
            <a:off x="3583830" y="4655820"/>
            <a:ext cx="1005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BigQuery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1F4918C-3CEE-4BBE-B480-4049E1204B4A}"/>
              </a:ext>
            </a:extLst>
          </p:cNvPr>
          <p:cNvSpPr/>
          <p:nvPr/>
        </p:nvSpPr>
        <p:spPr>
          <a:xfrm>
            <a:off x="4687920" y="4721929"/>
            <a:ext cx="160020" cy="14478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F0FBF83-CA3E-4DCA-8B23-33D4FA5F155F}"/>
              </a:ext>
            </a:extLst>
          </p:cNvPr>
          <p:cNvSpPr txBox="1"/>
          <p:nvPr/>
        </p:nvSpPr>
        <p:spPr>
          <a:xfrm>
            <a:off x="4838700" y="4655820"/>
            <a:ext cx="1005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SQL Server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69F0B86B-0098-49E2-9AAF-3CCC3D30181D}"/>
              </a:ext>
            </a:extLst>
          </p:cNvPr>
          <p:cNvSpPr/>
          <p:nvPr/>
        </p:nvSpPr>
        <p:spPr>
          <a:xfrm>
            <a:off x="6067950" y="4721929"/>
            <a:ext cx="160020" cy="14478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AB7034C-5AEC-49E3-AC18-AC04A9773BE3}"/>
              </a:ext>
            </a:extLst>
          </p:cNvPr>
          <p:cNvSpPr txBox="1"/>
          <p:nvPr/>
        </p:nvSpPr>
        <p:spPr>
          <a:xfrm>
            <a:off x="6281310" y="4655821"/>
            <a:ext cx="1280160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Files / Others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F43E8CD-417E-440E-B35D-5F3E8997DD8E}"/>
              </a:ext>
            </a:extLst>
          </p:cNvPr>
          <p:cNvCxnSpPr/>
          <p:nvPr/>
        </p:nvCxnSpPr>
        <p:spPr>
          <a:xfrm>
            <a:off x="5981700" y="2841778"/>
            <a:ext cx="0" cy="162365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3CEDF3C-8EA8-4839-9C3A-14A52E7AF1F6}"/>
              </a:ext>
            </a:extLst>
          </p:cNvPr>
          <p:cNvSpPr/>
          <p:nvPr/>
        </p:nvSpPr>
        <p:spPr>
          <a:xfrm>
            <a:off x="6134216" y="3478348"/>
            <a:ext cx="1143000" cy="36576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GCP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82E9BA38-40E8-48DE-9F49-C9FF9ACA6E25}"/>
              </a:ext>
            </a:extLst>
          </p:cNvPr>
          <p:cNvSpPr/>
          <p:nvPr/>
        </p:nvSpPr>
        <p:spPr>
          <a:xfrm>
            <a:off x="1327873" y="3478348"/>
            <a:ext cx="1396885" cy="36576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On Premises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D0942A7F-4082-4080-8991-12A28F45985F}"/>
              </a:ext>
            </a:extLst>
          </p:cNvPr>
          <p:cNvSpPr/>
          <p:nvPr/>
        </p:nvSpPr>
        <p:spPr>
          <a:xfrm>
            <a:off x="1312633" y="1464807"/>
            <a:ext cx="1396885" cy="36576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On Premises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2BFD8C5-9027-4663-8F7A-F3095F416BE7}"/>
              </a:ext>
            </a:extLst>
          </p:cNvPr>
          <p:cNvSpPr txBox="1"/>
          <p:nvPr/>
        </p:nvSpPr>
        <p:spPr>
          <a:xfrm>
            <a:off x="4026314" y="3359359"/>
            <a:ext cx="1280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rbel" panose="020B050302020402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Proposed Workflow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878A0766-AF12-474D-99BC-D459671C0FD9}"/>
              </a:ext>
            </a:extLst>
          </p:cNvPr>
          <p:cNvSpPr/>
          <p:nvPr/>
        </p:nvSpPr>
        <p:spPr>
          <a:xfrm>
            <a:off x="6134217" y="2849879"/>
            <a:ext cx="1143000" cy="365760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Check for Done Files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49924F0-6323-4132-9248-9798A3EFFA11}"/>
              </a:ext>
            </a:extLst>
          </p:cNvPr>
          <p:cNvCxnSpPr>
            <a:cxnSpLocks/>
            <a:stCxn id="102" idx="3"/>
            <a:endCxn id="67" idx="1"/>
          </p:cNvCxnSpPr>
          <p:nvPr/>
        </p:nvCxnSpPr>
        <p:spPr>
          <a:xfrm flipV="1">
            <a:off x="7277217" y="3024658"/>
            <a:ext cx="300543" cy="810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8123FD7-FD3E-44D2-8084-9E0AC2D4D756}"/>
              </a:ext>
            </a:extLst>
          </p:cNvPr>
          <p:cNvCxnSpPr>
            <a:cxnSpLocks/>
            <a:stCxn id="67" idx="2"/>
            <a:endCxn id="68" idx="0"/>
          </p:cNvCxnSpPr>
          <p:nvPr/>
        </p:nvCxnSpPr>
        <p:spPr>
          <a:xfrm>
            <a:off x="8149260" y="3207538"/>
            <a:ext cx="0" cy="26319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BA4571E-9B83-4C2F-8F57-1E892F0B3F3B}"/>
              </a:ext>
            </a:extLst>
          </p:cNvPr>
          <p:cNvCxnSpPr>
            <a:cxnSpLocks/>
            <a:stCxn id="68" idx="2"/>
            <a:endCxn id="69" idx="0"/>
          </p:cNvCxnSpPr>
          <p:nvPr/>
        </p:nvCxnSpPr>
        <p:spPr>
          <a:xfrm>
            <a:off x="8149260" y="3836488"/>
            <a:ext cx="0" cy="26318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22F6306E-D668-4952-808C-B0012E36283A}"/>
              </a:ext>
            </a:extLst>
          </p:cNvPr>
          <p:cNvSpPr/>
          <p:nvPr/>
        </p:nvSpPr>
        <p:spPr>
          <a:xfrm>
            <a:off x="6134217" y="4114317"/>
            <a:ext cx="1143000" cy="365760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Create Reverse Done File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9B1B698D-F0FA-478A-8B6F-92F217F14D03}"/>
              </a:ext>
            </a:extLst>
          </p:cNvPr>
          <p:cNvCxnSpPr>
            <a:cxnSpLocks/>
            <a:stCxn id="69" idx="1"/>
            <a:endCxn id="116" idx="3"/>
          </p:cNvCxnSpPr>
          <p:nvPr/>
        </p:nvCxnSpPr>
        <p:spPr>
          <a:xfrm flipH="1">
            <a:off x="7277217" y="4282557"/>
            <a:ext cx="300543" cy="1464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CE64BCA3-7A41-4A9A-997E-3B27DEF46FF6}"/>
              </a:ext>
            </a:extLst>
          </p:cNvPr>
          <p:cNvSpPr/>
          <p:nvPr/>
        </p:nvSpPr>
        <p:spPr>
          <a:xfrm>
            <a:off x="4553514" y="2849879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Create Done File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BDF4A304-C9CD-4279-9F32-661D814DBC56}"/>
              </a:ext>
            </a:extLst>
          </p:cNvPr>
          <p:cNvSpPr/>
          <p:nvPr/>
        </p:nvSpPr>
        <p:spPr>
          <a:xfrm>
            <a:off x="4553514" y="4114317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Check for Reverse Done Files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0C7F5CD9-258D-4903-97BE-CE9763245BEA}"/>
              </a:ext>
            </a:extLst>
          </p:cNvPr>
          <p:cNvCxnSpPr>
            <a:cxnSpLocks/>
            <a:stCxn id="66" idx="3"/>
            <a:endCxn id="120" idx="1"/>
          </p:cNvCxnSpPr>
          <p:nvPr/>
        </p:nvCxnSpPr>
        <p:spPr>
          <a:xfrm>
            <a:off x="4252971" y="3030418"/>
            <a:ext cx="300543" cy="2341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9101A713-A08D-4762-868F-C365CE039775}"/>
              </a:ext>
            </a:extLst>
          </p:cNvPr>
          <p:cNvCxnSpPr>
            <a:cxnSpLocks/>
            <a:stCxn id="116" idx="1"/>
            <a:endCxn id="124" idx="3"/>
          </p:cNvCxnSpPr>
          <p:nvPr/>
        </p:nvCxnSpPr>
        <p:spPr>
          <a:xfrm flipH="1">
            <a:off x="5833674" y="4297197"/>
            <a:ext cx="300543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FE56EECC-7564-46C6-897A-00D71DE3F922}"/>
              </a:ext>
            </a:extLst>
          </p:cNvPr>
          <p:cNvCxnSpPr>
            <a:cxnSpLocks/>
            <a:stCxn id="124" idx="1"/>
            <a:endCxn id="70" idx="3"/>
          </p:cNvCxnSpPr>
          <p:nvPr/>
        </p:nvCxnSpPr>
        <p:spPr>
          <a:xfrm flipH="1" flipV="1">
            <a:off x="4252971" y="4282557"/>
            <a:ext cx="300543" cy="1464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CB5F9257-02F6-49E5-B8BE-139001E2FC2B}"/>
              </a:ext>
            </a:extLst>
          </p:cNvPr>
          <p:cNvCxnSpPr>
            <a:cxnSpLocks/>
            <a:stCxn id="120" idx="3"/>
            <a:endCxn id="102" idx="1"/>
          </p:cNvCxnSpPr>
          <p:nvPr/>
        </p:nvCxnSpPr>
        <p:spPr>
          <a:xfrm>
            <a:off x="5833674" y="3032759"/>
            <a:ext cx="300543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13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8" grpId="0" animBg="1"/>
      <p:bldP spid="91" grpId="0" animBg="1"/>
      <p:bldP spid="92" grpId="0" animBg="1"/>
      <p:bldP spid="101" grpId="0"/>
      <p:bldP spid="102" grpId="0" animBg="1"/>
      <p:bldP spid="116" grpId="0" animBg="1"/>
      <p:bldP spid="120" grpId="0" animBg="1"/>
      <p:bldP spid="1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00A25C-3AE9-44DB-A618-32E6D6E73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00" y="123478"/>
            <a:ext cx="8724300" cy="621242"/>
          </a:xfrm>
        </p:spPr>
        <p:txBody>
          <a:bodyPr/>
          <a:lstStyle/>
          <a:p>
            <a:pPr algn="ctr"/>
            <a:r>
              <a:rPr lang="en-US" dirty="0"/>
              <a:t>Remits Export Process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1167AB-6850-4B91-9552-A01FEECED998}"/>
              </a:ext>
            </a:extLst>
          </p:cNvPr>
          <p:cNvSpPr/>
          <p:nvPr/>
        </p:nvSpPr>
        <p:spPr>
          <a:xfrm>
            <a:off x="1114425" y="843478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Initialize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6AED59-3B0D-414B-8716-DA3A8CF186DD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2394585" y="1026358"/>
            <a:ext cx="640605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284C547-941B-4763-BCC2-C947582368DD}"/>
              </a:ext>
            </a:extLst>
          </p:cNvPr>
          <p:cNvSpPr/>
          <p:nvPr/>
        </p:nvSpPr>
        <p:spPr>
          <a:xfrm>
            <a:off x="3035190" y="843478"/>
            <a:ext cx="1280160" cy="365760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Reset TD Staging Tables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A29184C-1E45-474D-9FB3-AE5D5E37F8E6}"/>
              </a:ext>
            </a:extLst>
          </p:cNvPr>
          <p:cNvSpPr/>
          <p:nvPr/>
        </p:nvSpPr>
        <p:spPr>
          <a:xfrm>
            <a:off x="4955955" y="843478"/>
            <a:ext cx="1280160" cy="365760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Load TD Staging Tables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F9A025F-5C37-4B00-9A43-FCD178756CEB}"/>
              </a:ext>
            </a:extLst>
          </p:cNvPr>
          <p:cNvSpPr/>
          <p:nvPr/>
        </p:nvSpPr>
        <p:spPr>
          <a:xfrm>
            <a:off x="6876720" y="1464807"/>
            <a:ext cx="1280160" cy="365760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Upsert</a:t>
            </a:r>
            <a:r>
              <a:rPr lang="en-US" sz="1000" dirty="0"/>
              <a:t> TD Core Tables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62919CE-814C-4CF1-BF55-DCE42C6CDB96}"/>
              </a:ext>
            </a:extLst>
          </p:cNvPr>
          <p:cNvSpPr/>
          <p:nvPr/>
        </p:nvSpPr>
        <p:spPr>
          <a:xfrm>
            <a:off x="4955955" y="2095617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Claim Updates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E69BE40-7338-427E-B53E-C0229E88912F}"/>
              </a:ext>
            </a:extLst>
          </p:cNvPr>
          <p:cNvSpPr/>
          <p:nvPr/>
        </p:nvSpPr>
        <p:spPr>
          <a:xfrm>
            <a:off x="3035190" y="2095617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File Updates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1561E9A-D036-4BFF-8322-6151B7F94A6B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4315350" y="1026358"/>
            <a:ext cx="640605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1D54F56-DECF-4225-B1D4-F740F4861CB7}"/>
              </a:ext>
            </a:extLst>
          </p:cNvPr>
          <p:cNvCxnSpPr>
            <a:cxnSpLocks/>
            <a:stCxn id="31" idx="1"/>
            <a:endCxn id="33" idx="3"/>
          </p:cNvCxnSpPr>
          <p:nvPr/>
        </p:nvCxnSpPr>
        <p:spPr>
          <a:xfrm flipH="1">
            <a:off x="4315350" y="2278497"/>
            <a:ext cx="640605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78758CA-8A59-4F1A-B558-5BEB0C6DA95C}"/>
              </a:ext>
            </a:extLst>
          </p:cNvPr>
          <p:cNvSpPr/>
          <p:nvPr/>
        </p:nvSpPr>
        <p:spPr>
          <a:xfrm>
            <a:off x="1114425" y="2095617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 err="1"/>
              <a:t>CleanUp</a:t>
            </a:r>
            <a:r>
              <a:rPr lang="en-US" sz="1000" dirty="0"/>
              <a:t> SQL Staging Tables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EC46DFA-464A-499E-B195-5FA4ADD43921}"/>
              </a:ext>
            </a:extLst>
          </p:cNvPr>
          <p:cNvCxnSpPr>
            <a:cxnSpLocks/>
            <a:stCxn id="33" idx="1"/>
            <a:endCxn id="55" idx="3"/>
          </p:cNvCxnSpPr>
          <p:nvPr/>
        </p:nvCxnSpPr>
        <p:spPr>
          <a:xfrm flipH="1">
            <a:off x="2394585" y="2278497"/>
            <a:ext cx="640605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7331E74-1AB5-433C-9A4F-91C9CA9125C7}"/>
              </a:ext>
            </a:extLst>
          </p:cNvPr>
          <p:cNvSpPr txBox="1"/>
          <p:nvPr/>
        </p:nvSpPr>
        <p:spPr>
          <a:xfrm>
            <a:off x="4955955" y="1360040"/>
            <a:ext cx="128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rbel" panose="020B050302020402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Existing Workflow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1E04EA9-E9BE-4AC4-90D6-39B795D0FA57}"/>
              </a:ext>
            </a:extLst>
          </p:cNvPr>
          <p:cNvCxnSpPr/>
          <p:nvPr/>
        </p:nvCxnSpPr>
        <p:spPr>
          <a:xfrm>
            <a:off x="175260" y="2667000"/>
            <a:ext cx="860298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E35A569-1E6D-4C0D-A1FC-6D8E172F21AD}"/>
              </a:ext>
            </a:extLst>
          </p:cNvPr>
          <p:cNvSpPr/>
          <p:nvPr/>
        </p:nvSpPr>
        <p:spPr>
          <a:xfrm>
            <a:off x="3109971" y="2847538"/>
            <a:ext cx="114300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Initialize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D9342BF-83E3-4E3A-962A-0F9B290C328A}"/>
              </a:ext>
            </a:extLst>
          </p:cNvPr>
          <p:cNvSpPr/>
          <p:nvPr/>
        </p:nvSpPr>
        <p:spPr>
          <a:xfrm>
            <a:off x="7577760" y="2841778"/>
            <a:ext cx="1143000" cy="365760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Reset BQ Staging Tables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D2D747AC-A411-491B-AF7F-1C57BFEEFD40}"/>
              </a:ext>
            </a:extLst>
          </p:cNvPr>
          <p:cNvSpPr/>
          <p:nvPr/>
        </p:nvSpPr>
        <p:spPr>
          <a:xfrm>
            <a:off x="7577760" y="3470728"/>
            <a:ext cx="1143000" cy="365760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Load BQ Staging Tables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5DB76892-D2D7-482D-9346-4809991A3A3C}"/>
              </a:ext>
            </a:extLst>
          </p:cNvPr>
          <p:cNvSpPr/>
          <p:nvPr/>
        </p:nvSpPr>
        <p:spPr>
          <a:xfrm>
            <a:off x="7577760" y="4099677"/>
            <a:ext cx="1143000" cy="365760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 err="1"/>
              <a:t>Upsert</a:t>
            </a:r>
            <a:r>
              <a:rPr lang="en-US" sz="1000" dirty="0"/>
              <a:t> BQ Core Tables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47E8F069-A6B7-4C0D-BBD1-552C549A2DE2}"/>
              </a:ext>
            </a:extLst>
          </p:cNvPr>
          <p:cNvSpPr/>
          <p:nvPr/>
        </p:nvSpPr>
        <p:spPr>
          <a:xfrm>
            <a:off x="3109971" y="4099677"/>
            <a:ext cx="114300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Claim Updates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83198499-1333-4773-9E6C-8B6FB94CFE33}"/>
              </a:ext>
            </a:extLst>
          </p:cNvPr>
          <p:cNvSpPr/>
          <p:nvPr/>
        </p:nvSpPr>
        <p:spPr>
          <a:xfrm>
            <a:off x="1666428" y="4099677"/>
            <a:ext cx="114300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File Updates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5B755AD-6538-4BEF-96B0-664DEF0EE968}"/>
              </a:ext>
            </a:extLst>
          </p:cNvPr>
          <p:cNvCxnSpPr>
            <a:cxnSpLocks/>
            <a:stCxn id="70" idx="1"/>
            <a:endCxn id="71" idx="3"/>
          </p:cNvCxnSpPr>
          <p:nvPr/>
        </p:nvCxnSpPr>
        <p:spPr>
          <a:xfrm flipH="1">
            <a:off x="2809428" y="4282557"/>
            <a:ext cx="300543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206A7C47-E123-4345-A479-A55749E81D63}"/>
              </a:ext>
            </a:extLst>
          </p:cNvPr>
          <p:cNvSpPr/>
          <p:nvPr/>
        </p:nvSpPr>
        <p:spPr>
          <a:xfrm>
            <a:off x="222885" y="4099677"/>
            <a:ext cx="114300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 err="1"/>
              <a:t>CleanUp</a:t>
            </a:r>
            <a:r>
              <a:rPr lang="en-US" sz="1000" dirty="0"/>
              <a:t> SQL Staging Tables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5AF1C27-BEE2-4699-9F92-4B0C4A2196F9}"/>
              </a:ext>
            </a:extLst>
          </p:cNvPr>
          <p:cNvCxnSpPr>
            <a:cxnSpLocks/>
            <a:stCxn id="71" idx="1"/>
            <a:endCxn id="78" idx="3"/>
          </p:cNvCxnSpPr>
          <p:nvPr/>
        </p:nvCxnSpPr>
        <p:spPr>
          <a:xfrm flipH="1">
            <a:off x="1365885" y="4282557"/>
            <a:ext cx="300543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45BC0E8D-0620-4278-9EBD-DEE880A20872}"/>
              </a:ext>
            </a:extLst>
          </p:cNvPr>
          <p:cNvSpPr/>
          <p:nvPr/>
        </p:nvSpPr>
        <p:spPr>
          <a:xfrm>
            <a:off x="2667000" y="4721929"/>
            <a:ext cx="160020" cy="14478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00">
              <a:solidFill>
                <a:schemeClr val="dk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97E5A76-A4DE-475A-8163-C245DDA261D1}"/>
              </a:ext>
            </a:extLst>
          </p:cNvPr>
          <p:cNvSpPr txBox="1"/>
          <p:nvPr/>
        </p:nvSpPr>
        <p:spPr>
          <a:xfrm>
            <a:off x="2880360" y="4655820"/>
            <a:ext cx="1005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Teradata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4DFD8732-BE89-4330-B7B4-A95B2DF6BB77}"/>
              </a:ext>
            </a:extLst>
          </p:cNvPr>
          <p:cNvSpPr/>
          <p:nvPr/>
        </p:nvSpPr>
        <p:spPr>
          <a:xfrm>
            <a:off x="4047030" y="4721929"/>
            <a:ext cx="160020" cy="14478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00">
              <a:solidFill>
                <a:schemeClr val="dk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B77D1C3-550A-44FC-ACCD-354425646BF3}"/>
              </a:ext>
            </a:extLst>
          </p:cNvPr>
          <p:cNvSpPr txBox="1"/>
          <p:nvPr/>
        </p:nvSpPr>
        <p:spPr>
          <a:xfrm>
            <a:off x="4322970" y="4655820"/>
            <a:ext cx="1005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BigQuery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1F4918C-3CEE-4BBE-B480-4049E1204B4A}"/>
              </a:ext>
            </a:extLst>
          </p:cNvPr>
          <p:cNvSpPr/>
          <p:nvPr/>
        </p:nvSpPr>
        <p:spPr>
          <a:xfrm>
            <a:off x="5427060" y="4721929"/>
            <a:ext cx="160020" cy="14478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F0FBF83-CA3E-4DCA-8B23-33D4FA5F155F}"/>
              </a:ext>
            </a:extLst>
          </p:cNvPr>
          <p:cNvSpPr txBox="1"/>
          <p:nvPr/>
        </p:nvSpPr>
        <p:spPr>
          <a:xfrm>
            <a:off x="5577840" y="4655820"/>
            <a:ext cx="1005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SQL Server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F43E8CD-417E-440E-B35D-5F3E8997DD8E}"/>
              </a:ext>
            </a:extLst>
          </p:cNvPr>
          <p:cNvCxnSpPr/>
          <p:nvPr/>
        </p:nvCxnSpPr>
        <p:spPr>
          <a:xfrm>
            <a:off x="5981700" y="2841778"/>
            <a:ext cx="0" cy="162365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3CEDF3C-8EA8-4839-9C3A-14A52E7AF1F6}"/>
              </a:ext>
            </a:extLst>
          </p:cNvPr>
          <p:cNvSpPr/>
          <p:nvPr/>
        </p:nvSpPr>
        <p:spPr>
          <a:xfrm>
            <a:off x="6134216" y="3478348"/>
            <a:ext cx="1143000" cy="36576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GCP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82E9BA38-40E8-48DE-9F49-C9FF9ACA6E25}"/>
              </a:ext>
            </a:extLst>
          </p:cNvPr>
          <p:cNvSpPr/>
          <p:nvPr/>
        </p:nvSpPr>
        <p:spPr>
          <a:xfrm>
            <a:off x="1327873" y="3478348"/>
            <a:ext cx="1396885" cy="36576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On Premises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D0942A7F-4082-4080-8991-12A28F45985F}"/>
              </a:ext>
            </a:extLst>
          </p:cNvPr>
          <p:cNvSpPr/>
          <p:nvPr/>
        </p:nvSpPr>
        <p:spPr>
          <a:xfrm>
            <a:off x="2242273" y="1464807"/>
            <a:ext cx="1396885" cy="36576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On Premises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2BFD8C5-9027-4663-8F7A-F3095F416BE7}"/>
              </a:ext>
            </a:extLst>
          </p:cNvPr>
          <p:cNvSpPr txBox="1"/>
          <p:nvPr/>
        </p:nvSpPr>
        <p:spPr>
          <a:xfrm>
            <a:off x="4026314" y="3359359"/>
            <a:ext cx="1280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rbel" panose="020B050302020402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Proposed Workflow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878A0766-AF12-474D-99BC-D459671C0FD9}"/>
              </a:ext>
            </a:extLst>
          </p:cNvPr>
          <p:cNvSpPr/>
          <p:nvPr/>
        </p:nvSpPr>
        <p:spPr>
          <a:xfrm>
            <a:off x="6134217" y="2849879"/>
            <a:ext cx="1143000" cy="365760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Check for Done Files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49924F0-6323-4132-9248-9798A3EFFA11}"/>
              </a:ext>
            </a:extLst>
          </p:cNvPr>
          <p:cNvCxnSpPr>
            <a:cxnSpLocks/>
            <a:stCxn id="102" idx="3"/>
            <a:endCxn id="67" idx="1"/>
          </p:cNvCxnSpPr>
          <p:nvPr/>
        </p:nvCxnSpPr>
        <p:spPr>
          <a:xfrm flipV="1">
            <a:off x="7277217" y="3024658"/>
            <a:ext cx="300543" cy="810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8123FD7-FD3E-44D2-8084-9E0AC2D4D756}"/>
              </a:ext>
            </a:extLst>
          </p:cNvPr>
          <p:cNvCxnSpPr>
            <a:cxnSpLocks/>
            <a:stCxn id="67" idx="2"/>
            <a:endCxn id="68" idx="0"/>
          </p:cNvCxnSpPr>
          <p:nvPr/>
        </p:nvCxnSpPr>
        <p:spPr>
          <a:xfrm>
            <a:off x="8149260" y="3207538"/>
            <a:ext cx="0" cy="26319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BA4571E-9B83-4C2F-8F57-1E892F0B3F3B}"/>
              </a:ext>
            </a:extLst>
          </p:cNvPr>
          <p:cNvCxnSpPr>
            <a:cxnSpLocks/>
            <a:stCxn id="68" idx="2"/>
            <a:endCxn id="69" idx="0"/>
          </p:cNvCxnSpPr>
          <p:nvPr/>
        </p:nvCxnSpPr>
        <p:spPr>
          <a:xfrm>
            <a:off x="8149260" y="3836488"/>
            <a:ext cx="0" cy="26318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22F6306E-D668-4952-808C-B0012E36283A}"/>
              </a:ext>
            </a:extLst>
          </p:cNvPr>
          <p:cNvSpPr/>
          <p:nvPr/>
        </p:nvSpPr>
        <p:spPr>
          <a:xfrm>
            <a:off x="6134217" y="4114317"/>
            <a:ext cx="1143000" cy="365760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Create Reverse Done File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9B1B698D-F0FA-478A-8B6F-92F217F14D03}"/>
              </a:ext>
            </a:extLst>
          </p:cNvPr>
          <p:cNvCxnSpPr>
            <a:cxnSpLocks/>
            <a:stCxn id="69" idx="1"/>
            <a:endCxn id="116" idx="3"/>
          </p:cNvCxnSpPr>
          <p:nvPr/>
        </p:nvCxnSpPr>
        <p:spPr>
          <a:xfrm flipH="1">
            <a:off x="7277217" y="4282557"/>
            <a:ext cx="300543" cy="1464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CE64BCA3-7A41-4A9A-997E-3B27DEF46FF6}"/>
              </a:ext>
            </a:extLst>
          </p:cNvPr>
          <p:cNvSpPr/>
          <p:nvPr/>
        </p:nvSpPr>
        <p:spPr>
          <a:xfrm>
            <a:off x="4553514" y="2849879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Create Done File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BDF4A304-C9CD-4279-9F32-661D814DBC56}"/>
              </a:ext>
            </a:extLst>
          </p:cNvPr>
          <p:cNvSpPr/>
          <p:nvPr/>
        </p:nvSpPr>
        <p:spPr>
          <a:xfrm>
            <a:off x="4553514" y="4114317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Check for Reverse Done Files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0C7F5CD9-258D-4903-97BE-CE9763245BEA}"/>
              </a:ext>
            </a:extLst>
          </p:cNvPr>
          <p:cNvCxnSpPr>
            <a:cxnSpLocks/>
            <a:stCxn id="66" idx="3"/>
            <a:endCxn id="120" idx="1"/>
          </p:cNvCxnSpPr>
          <p:nvPr/>
        </p:nvCxnSpPr>
        <p:spPr>
          <a:xfrm>
            <a:off x="4252971" y="3030418"/>
            <a:ext cx="300543" cy="2341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9101A713-A08D-4762-868F-C365CE039775}"/>
              </a:ext>
            </a:extLst>
          </p:cNvPr>
          <p:cNvCxnSpPr>
            <a:cxnSpLocks/>
            <a:stCxn id="116" idx="1"/>
            <a:endCxn id="124" idx="3"/>
          </p:cNvCxnSpPr>
          <p:nvPr/>
        </p:nvCxnSpPr>
        <p:spPr>
          <a:xfrm flipH="1">
            <a:off x="5833674" y="4297197"/>
            <a:ext cx="300543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FE56EECC-7564-46C6-897A-00D71DE3F922}"/>
              </a:ext>
            </a:extLst>
          </p:cNvPr>
          <p:cNvCxnSpPr>
            <a:cxnSpLocks/>
            <a:stCxn id="124" idx="1"/>
            <a:endCxn id="70" idx="3"/>
          </p:cNvCxnSpPr>
          <p:nvPr/>
        </p:nvCxnSpPr>
        <p:spPr>
          <a:xfrm flipH="1" flipV="1">
            <a:off x="4252971" y="4282557"/>
            <a:ext cx="300543" cy="1464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CB5F9257-02F6-49E5-B8BE-139001E2FC2B}"/>
              </a:ext>
            </a:extLst>
          </p:cNvPr>
          <p:cNvCxnSpPr>
            <a:cxnSpLocks/>
            <a:stCxn id="120" idx="3"/>
            <a:endCxn id="102" idx="1"/>
          </p:cNvCxnSpPr>
          <p:nvPr/>
        </p:nvCxnSpPr>
        <p:spPr>
          <a:xfrm>
            <a:off x="5833674" y="3032759"/>
            <a:ext cx="300543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59CADA81-7DC8-45AE-A1CC-1AA85F7F86BB}"/>
              </a:ext>
            </a:extLst>
          </p:cNvPr>
          <p:cNvCxnSpPr>
            <a:stCxn id="25" idx="3"/>
            <a:endCxn id="27" idx="0"/>
          </p:cNvCxnSpPr>
          <p:nvPr/>
        </p:nvCxnSpPr>
        <p:spPr>
          <a:xfrm>
            <a:off x="6236115" y="1026358"/>
            <a:ext cx="1280685" cy="438449"/>
          </a:xfrm>
          <a:prstGeom prst="bentConnector2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A523CF4F-D8E0-4E61-ADF4-383155B262A3}"/>
              </a:ext>
            </a:extLst>
          </p:cNvPr>
          <p:cNvCxnSpPr>
            <a:cxnSpLocks/>
            <a:stCxn id="27" idx="2"/>
            <a:endCxn id="31" idx="3"/>
          </p:cNvCxnSpPr>
          <p:nvPr/>
        </p:nvCxnSpPr>
        <p:spPr>
          <a:xfrm rot="5400000">
            <a:off x="6652493" y="1414190"/>
            <a:ext cx="447930" cy="1280685"/>
          </a:xfrm>
          <a:prstGeom prst="bentConnector2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19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8" grpId="0" animBg="1"/>
      <p:bldP spid="91" grpId="0" animBg="1"/>
      <p:bldP spid="92" grpId="0" animBg="1"/>
      <p:bldP spid="101" grpId="0"/>
      <p:bldP spid="102" grpId="0" animBg="1"/>
      <p:bldP spid="116" grpId="0" animBg="1"/>
      <p:bldP spid="120" grpId="0" animBg="1"/>
      <p:bldP spid="1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00A25C-3AE9-44DB-A618-32E6D6E73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00" y="123478"/>
            <a:ext cx="8724300" cy="621242"/>
          </a:xfrm>
        </p:spPr>
        <p:txBody>
          <a:bodyPr/>
          <a:lstStyle/>
          <a:p>
            <a:pPr algn="ctr"/>
            <a:r>
              <a:rPr lang="en-US" dirty="0"/>
              <a:t>EP Payor Recon Export Process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1167AB-6850-4B91-9552-A01FEECED998}"/>
              </a:ext>
            </a:extLst>
          </p:cNvPr>
          <p:cNvSpPr/>
          <p:nvPr/>
        </p:nvSpPr>
        <p:spPr>
          <a:xfrm>
            <a:off x="184785" y="843478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Purge SQL </a:t>
            </a:r>
            <a:r>
              <a:rPr lang="en-US" sz="1000" dirty="0" err="1"/>
              <a:t>StagingTables</a:t>
            </a:r>
            <a:endParaRPr lang="en-US" sz="10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6AED59-3B0D-414B-8716-DA3A8CF186DD}"/>
              </a:ext>
            </a:extLst>
          </p:cNvPr>
          <p:cNvCxnSpPr>
            <a:cxnSpLocks/>
            <a:stCxn id="13" idx="2"/>
            <a:endCxn id="61" idx="0"/>
          </p:cNvCxnSpPr>
          <p:nvPr/>
        </p:nvCxnSpPr>
        <p:spPr>
          <a:xfrm>
            <a:off x="2745630" y="1209238"/>
            <a:ext cx="5287" cy="234928"/>
          </a:xfrm>
          <a:prstGeom prst="straightConnector1">
            <a:avLst/>
          </a:prstGeom>
          <a:ln w="19050">
            <a:solidFill>
              <a:srgbClr val="FF660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284C547-941B-4763-BCC2-C947582368DD}"/>
              </a:ext>
            </a:extLst>
          </p:cNvPr>
          <p:cNvSpPr/>
          <p:nvPr/>
        </p:nvSpPr>
        <p:spPr>
          <a:xfrm>
            <a:off x="2105550" y="843478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Load Recon Staging Table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4CBDB6F-0EDF-449A-A13C-A764DD08BA87}"/>
              </a:ext>
            </a:extLst>
          </p:cNvPr>
          <p:cNvSpPr/>
          <p:nvPr/>
        </p:nvSpPr>
        <p:spPr>
          <a:xfrm>
            <a:off x="4026315" y="843478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Update Recon for Unit # &amp; </a:t>
            </a:r>
            <a:r>
              <a:rPr lang="en-US" sz="1000" dirty="0" err="1"/>
              <a:t>IPlan</a:t>
            </a:r>
            <a:endParaRPr lang="en-US" sz="1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888009-8C5D-4B50-9245-1B5E59CD7C0F}"/>
              </a:ext>
            </a:extLst>
          </p:cNvPr>
          <p:cNvSpPr/>
          <p:nvPr/>
        </p:nvSpPr>
        <p:spPr>
          <a:xfrm>
            <a:off x="7539660" y="837718"/>
            <a:ext cx="1280160" cy="365760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Reset TD Staging Tables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A29184C-1E45-474D-9FB3-AE5D5E37F8E6}"/>
              </a:ext>
            </a:extLst>
          </p:cNvPr>
          <p:cNvSpPr/>
          <p:nvPr/>
        </p:nvSpPr>
        <p:spPr>
          <a:xfrm>
            <a:off x="7539660" y="1481086"/>
            <a:ext cx="1280160" cy="365760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Load TD Staging Tables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F9A025F-5C37-4B00-9A43-FCD178756CEB}"/>
              </a:ext>
            </a:extLst>
          </p:cNvPr>
          <p:cNvSpPr/>
          <p:nvPr/>
        </p:nvSpPr>
        <p:spPr>
          <a:xfrm>
            <a:off x="7539660" y="2095617"/>
            <a:ext cx="1280160" cy="365760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Upsert</a:t>
            </a:r>
            <a:r>
              <a:rPr lang="en-US" sz="1000" dirty="0"/>
              <a:t> TD Core Tables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E69BE40-7338-427E-B53E-C0229E88912F}"/>
              </a:ext>
            </a:extLst>
          </p:cNvPr>
          <p:cNvSpPr/>
          <p:nvPr/>
        </p:nvSpPr>
        <p:spPr>
          <a:xfrm>
            <a:off x="5782988" y="2095617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Create </a:t>
            </a:r>
            <a:r>
              <a:rPr lang="en-US" sz="1000" dirty="0" err="1"/>
              <a:t>Onbase</a:t>
            </a:r>
            <a:r>
              <a:rPr lang="en-US" sz="1000" dirty="0"/>
              <a:t> Index for SSCs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1561E9A-D036-4BFF-8322-6151B7F94A6B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3385710" y="1026358"/>
            <a:ext cx="640605" cy="0"/>
          </a:xfrm>
          <a:prstGeom prst="straightConnector1">
            <a:avLst/>
          </a:prstGeom>
          <a:ln w="19050">
            <a:solidFill>
              <a:srgbClr val="FF660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AD6144C-D63B-48FC-8757-7FC517AC3CC4}"/>
              </a:ext>
            </a:extLst>
          </p:cNvPr>
          <p:cNvCxnSpPr>
            <a:cxnSpLocks/>
            <a:stCxn id="14" idx="3"/>
            <a:endCxn id="75" idx="1"/>
          </p:cNvCxnSpPr>
          <p:nvPr/>
        </p:nvCxnSpPr>
        <p:spPr>
          <a:xfrm flipV="1">
            <a:off x="5306475" y="1020598"/>
            <a:ext cx="476513" cy="576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78758CA-8A59-4F1A-B558-5BEB0C6DA95C}"/>
              </a:ext>
            </a:extLst>
          </p:cNvPr>
          <p:cNvSpPr/>
          <p:nvPr/>
        </p:nvSpPr>
        <p:spPr>
          <a:xfrm>
            <a:off x="4026315" y="2095617"/>
            <a:ext cx="1280160" cy="365760"/>
          </a:xfrm>
          <a:prstGeom prst="roundRect">
            <a:avLst/>
          </a:prstGeom>
          <a:ln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Archive &amp; Purge Daily PDFs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EC46DFA-464A-499E-B195-5FA4ADD43921}"/>
              </a:ext>
            </a:extLst>
          </p:cNvPr>
          <p:cNvCxnSpPr>
            <a:cxnSpLocks/>
            <a:stCxn id="33" idx="1"/>
            <a:endCxn id="55" idx="3"/>
          </p:cNvCxnSpPr>
          <p:nvPr/>
        </p:nvCxnSpPr>
        <p:spPr>
          <a:xfrm flipH="1">
            <a:off x="5306475" y="2278497"/>
            <a:ext cx="476513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7331E74-1AB5-433C-9A4F-91C9CA9125C7}"/>
              </a:ext>
            </a:extLst>
          </p:cNvPr>
          <p:cNvSpPr txBox="1"/>
          <p:nvPr/>
        </p:nvSpPr>
        <p:spPr>
          <a:xfrm>
            <a:off x="4026315" y="1360040"/>
            <a:ext cx="128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rbel" panose="020B050302020402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Existing Workflow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1E04EA9-E9BE-4AC4-90D6-39B795D0FA57}"/>
              </a:ext>
            </a:extLst>
          </p:cNvPr>
          <p:cNvCxnSpPr/>
          <p:nvPr/>
        </p:nvCxnSpPr>
        <p:spPr>
          <a:xfrm>
            <a:off x="175260" y="2667000"/>
            <a:ext cx="860298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20ABB00-623E-4878-87CF-4A6018BFDD62}"/>
              </a:ext>
            </a:extLst>
          </p:cNvPr>
          <p:cNvSpPr/>
          <p:nvPr/>
        </p:nvSpPr>
        <p:spPr>
          <a:xfrm>
            <a:off x="222885" y="2847538"/>
            <a:ext cx="114300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Purge SQL </a:t>
            </a:r>
            <a:r>
              <a:rPr lang="en-US" sz="1000" dirty="0" err="1"/>
              <a:t>StagingTables</a:t>
            </a:r>
            <a:endParaRPr lang="en-US" sz="1000" dirty="0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DEB272B-4A1D-473D-BFC3-D1B35BF99D0C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>
            <a:off x="1365885" y="3030418"/>
            <a:ext cx="300543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FBA4916-824E-4D9C-80D2-21529DAF2EB3}"/>
              </a:ext>
            </a:extLst>
          </p:cNvPr>
          <p:cNvSpPr/>
          <p:nvPr/>
        </p:nvSpPr>
        <p:spPr>
          <a:xfrm>
            <a:off x="1666428" y="2847538"/>
            <a:ext cx="114300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Load Recon Staging Table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E35A569-1E6D-4C0D-A1FC-6D8E172F21AD}"/>
              </a:ext>
            </a:extLst>
          </p:cNvPr>
          <p:cNvSpPr/>
          <p:nvPr/>
        </p:nvSpPr>
        <p:spPr>
          <a:xfrm>
            <a:off x="3109971" y="2847538"/>
            <a:ext cx="118872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Update Recon for Unit # &amp; </a:t>
            </a:r>
            <a:r>
              <a:rPr lang="en-US" sz="1000" dirty="0" err="1"/>
              <a:t>IPlan</a:t>
            </a:r>
            <a:endParaRPr lang="en-US" sz="1000" dirty="0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D9342BF-83E3-4E3A-962A-0F9B290C328A}"/>
              </a:ext>
            </a:extLst>
          </p:cNvPr>
          <p:cNvSpPr/>
          <p:nvPr/>
        </p:nvSpPr>
        <p:spPr>
          <a:xfrm>
            <a:off x="7623864" y="2841778"/>
            <a:ext cx="1143000" cy="365760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Reset BQ Staging Tables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D2D747AC-A411-491B-AF7F-1C57BFEEFD40}"/>
              </a:ext>
            </a:extLst>
          </p:cNvPr>
          <p:cNvSpPr/>
          <p:nvPr/>
        </p:nvSpPr>
        <p:spPr>
          <a:xfrm>
            <a:off x="7623864" y="3470728"/>
            <a:ext cx="1143000" cy="365760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Load BQ Staging Tables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5DB76892-D2D7-482D-9346-4809991A3A3C}"/>
              </a:ext>
            </a:extLst>
          </p:cNvPr>
          <p:cNvSpPr/>
          <p:nvPr/>
        </p:nvSpPr>
        <p:spPr>
          <a:xfrm>
            <a:off x="7623864" y="4099677"/>
            <a:ext cx="1143000" cy="365760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 err="1"/>
              <a:t>Upsert</a:t>
            </a:r>
            <a:r>
              <a:rPr lang="en-US" sz="1000" dirty="0"/>
              <a:t> BQ Core Tables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47E8F069-A6B7-4C0D-BBD1-552C549A2DE2}"/>
              </a:ext>
            </a:extLst>
          </p:cNvPr>
          <p:cNvSpPr/>
          <p:nvPr/>
        </p:nvSpPr>
        <p:spPr>
          <a:xfrm>
            <a:off x="3109971" y="4099677"/>
            <a:ext cx="118872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Load Unit </a:t>
            </a:r>
            <a:r>
              <a:rPr lang="en-US" sz="1000" dirty="0" err="1"/>
              <a:t>Mstr</a:t>
            </a:r>
            <a:r>
              <a:rPr lang="en-US" sz="1000" dirty="0"/>
              <a:t> Staging Table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83198499-1333-4773-9E6C-8B6FB94CFE33}"/>
              </a:ext>
            </a:extLst>
          </p:cNvPr>
          <p:cNvSpPr/>
          <p:nvPr/>
        </p:nvSpPr>
        <p:spPr>
          <a:xfrm>
            <a:off x="1666428" y="4099677"/>
            <a:ext cx="114300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Create </a:t>
            </a:r>
            <a:r>
              <a:rPr lang="en-US" sz="1000" dirty="0" err="1"/>
              <a:t>Onbase</a:t>
            </a:r>
            <a:r>
              <a:rPr lang="en-US" sz="1000" dirty="0"/>
              <a:t> Index for SSCs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5B755AD-6538-4BEF-96B0-664DEF0EE968}"/>
              </a:ext>
            </a:extLst>
          </p:cNvPr>
          <p:cNvCxnSpPr>
            <a:cxnSpLocks/>
            <a:stCxn id="70" idx="1"/>
            <a:endCxn id="71" idx="3"/>
          </p:cNvCxnSpPr>
          <p:nvPr/>
        </p:nvCxnSpPr>
        <p:spPr>
          <a:xfrm flipH="1">
            <a:off x="2809428" y="4282557"/>
            <a:ext cx="300543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206A7C47-E123-4345-A479-A55749E81D63}"/>
              </a:ext>
            </a:extLst>
          </p:cNvPr>
          <p:cNvSpPr/>
          <p:nvPr/>
        </p:nvSpPr>
        <p:spPr>
          <a:xfrm>
            <a:off x="222885" y="4099677"/>
            <a:ext cx="1143000" cy="365760"/>
          </a:xfrm>
          <a:prstGeom prst="roundRect">
            <a:avLst/>
          </a:prstGeom>
          <a:ln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Archive &amp; Purge Daily PDFs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5AF1C27-BEE2-4699-9F92-4B0C4A2196F9}"/>
              </a:ext>
            </a:extLst>
          </p:cNvPr>
          <p:cNvCxnSpPr>
            <a:cxnSpLocks/>
            <a:stCxn id="71" idx="1"/>
            <a:endCxn id="78" idx="3"/>
          </p:cNvCxnSpPr>
          <p:nvPr/>
        </p:nvCxnSpPr>
        <p:spPr>
          <a:xfrm flipH="1">
            <a:off x="1365885" y="4282557"/>
            <a:ext cx="300543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45BC0E8D-0620-4278-9EBD-DEE880A20872}"/>
              </a:ext>
            </a:extLst>
          </p:cNvPr>
          <p:cNvSpPr/>
          <p:nvPr/>
        </p:nvSpPr>
        <p:spPr>
          <a:xfrm>
            <a:off x="1927860" y="4721929"/>
            <a:ext cx="160020" cy="14478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00">
              <a:solidFill>
                <a:schemeClr val="dk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97E5A76-A4DE-475A-8163-C245DDA261D1}"/>
              </a:ext>
            </a:extLst>
          </p:cNvPr>
          <p:cNvSpPr txBox="1"/>
          <p:nvPr/>
        </p:nvSpPr>
        <p:spPr>
          <a:xfrm>
            <a:off x="2141220" y="4655820"/>
            <a:ext cx="1005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Teradata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4DFD8732-BE89-4330-B7B4-A95B2DF6BB77}"/>
              </a:ext>
            </a:extLst>
          </p:cNvPr>
          <p:cNvSpPr/>
          <p:nvPr/>
        </p:nvSpPr>
        <p:spPr>
          <a:xfrm>
            <a:off x="3307890" y="4721929"/>
            <a:ext cx="160020" cy="14478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00">
              <a:solidFill>
                <a:schemeClr val="dk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B77D1C3-550A-44FC-ACCD-354425646BF3}"/>
              </a:ext>
            </a:extLst>
          </p:cNvPr>
          <p:cNvSpPr txBox="1"/>
          <p:nvPr/>
        </p:nvSpPr>
        <p:spPr>
          <a:xfrm>
            <a:off x="3583830" y="4655820"/>
            <a:ext cx="1005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BigQuery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1F4918C-3CEE-4BBE-B480-4049E1204B4A}"/>
              </a:ext>
            </a:extLst>
          </p:cNvPr>
          <p:cNvSpPr/>
          <p:nvPr/>
        </p:nvSpPr>
        <p:spPr>
          <a:xfrm>
            <a:off x="4687920" y="4721929"/>
            <a:ext cx="160020" cy="14478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F0FBF83-CA3E-4DCA-8B23-33D4FA5F155F}"/>
              </a:ext>
            </a:extLst>
          </p:cNvPr>
          <p:cNvSpPr txBox="1"/>
          <p:nvPr/>
        </p:nvSpPr>
        <p:spPr>
          <a:xfrm>
            <a:off x="4838700" y="4655820"/>
            <a:ext cx="1005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SQL Server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69F0B86B-0098-49E2-9AAF-3CCC3D30181D}"/>
              </a:ext>
            </a:extLst>
          </p:cNvPr>
          <p:cNvSpPr/>
          <p:nvPr/>
        </p:nvSpPr>
        <p:spPr>
          <a:xfrm>
            <a:off x="6067950" y="4721929"/>
            <a:ext cx="160020" cy="14478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AB7034C-5AEC-49E3-AC18-AC04A9773BE3}"/>
              </a:ext>
            </a:extLst>
          </p:cNvPr>
          <p:cNvSpPr txBox="1"/>
          <p:nvPr/>
        </p:nvSpPr>
        <p:spPr>
          <a:xfrm>
            <a:off x="6281310" y="4655821"/>
            <a:ext cx="1280160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Files / Others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F43E8CD-417E-440E-B35D-5F3E8997DD8E}"/>
              </a:ext>
            </a:extLst>
          </p:cNvPr>
          <p:cNvCxnSpPr/>
          <p:nvPr/>
        </p:nvCxnSpPr>
        <p:spPr>
          <a:xfrm>
            <a:off x="6027804" y="2841778"/>
            <a:ext cx="0" cy="162365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3CEDF3C-8EA8-4839-9C3A-14A52E7AF1F6}"/>
              </a:ext>
            </a:extLst>
          </p:cNvPr>
          <p:cNvSpPr/>
          <p:nvPr/>
        </p:nvSpPr>
        <p:spPr>
          <a:xfrm>
            <a:off x="6180320" y="3478348"/>
            <a:ext cx="1143000" cy="36576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GCP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82E9BA38-40E8-48DE-9F49-C9FF9ACA6E25}"/>
              </a:ext>
            </a:extLst>
          </p:cNvPr>
          <p:cNvSpPr/>
          <p:nvPr/>
        </p:nvSpPr>
        <p:spPr>
          <a:xfrm>
            <a:off x="184785" y="3478348"/>
            <a:ext cx="1396885" cy="36576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On Premises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D0942A7F-4082-4080-8991-12A28F45985F}"/>
              </a:ext>
            </a:extLst>
          </p:cNvPr>
          <p:cNvSpPr/>
          <p:nvPr/>
        </p:nvSpPr>
        <p:spPr>
          <a:xfrm>
            <a:off x="184785" y="1464807"/>
            <a:ext cx="1346835" cy="36576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On Premises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2BFD8C5-9027-4663-8F7A-F3095F416BE7}"/>
              </a:ext>
            </a:extLst>
          </p:cNvPr>
          <p:cNvSpPr txBox="1"/>
          <p:nvPr/>
        </p:nvSpPr>
        <p:spPr>
          <a:xfrm>
            <a:off x="4026314" y="3359359"/>
            <a:ext cx="1280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rbel" panose="020B050302020402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Proposed Workflow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878A0766-AF12-474D-99BC-D459671C0FD9}"/>
              </a:ext>
            </a:extLst>
          </p:cNvPr>
          <p:cNvSpPr/>
          <p:nvPr/>
        </p:nvSpPr>
        <p:spPr>
          <a:xfrm>
            <a:off x="6180321" y="2849879"/>
            <a:ext cx="1143000" cy="365760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Check for Done Files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49924F0-6323-4132-9248-9798A3EFFA11}"/>
              </a:ext>
            </a:extLst>
          </p:cNvPr>
          <p:cNvCxnSpPr>
            <a:cxnSpLocks/>
            <a:stCxn id="102" idx="3"/>
            <a:endCxn id="67" idx="1"/>
          </p:cNvCxnSpPr>
          <p:nvPr/>
        </p:nvCxnSpPr>
        <p:spPr>
          <a:xfrm flipV="1">
            <a:off x="7323321" y="3024658"/>
            <a:ext cx="300543" cy="810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8123FD7-FD3E-44D2-8084-9E0AC2D4D756}"/>
              </a:ext>
            </a:extLst>
          </p:cNvPr>
          <p:cNvCxnSpPr>
            <a:cxnSpLocks/>
            <a:stCxn id="67" idx="2"/>
            <a:endCxn id="68" idx="0"/>
          </p:cNvCxnSpPr>
          <p:nvPr/>
        </p:nvCxnSpPr>
        <p:spPr>
          <a:xfrm>
            <a:off x="8195364" y="3207538"/>
            <a:ext cx="0" cy="26319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BA4571E-9B83-4C2F-8F57-1E892F0B3F3B}"/>
              </a:ext>
            </a:extLst>
          </p:cNvPr>
          <p:cNvCxnSpPr>
            <a:cxnSpLocks/>
            <a:stCxn id="68" idx="2"/>
            <a:endCxn id="69" idx="0"/>
          </p:cNvCxnSpPr>
          <p:nvPr/>
        </p:nvCxnSpPr>
        <p:spPr>
          <a:xfrm>
            <a:off x="8195364" y="3836488"/>
            <a:ext cx="0" cy="26318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22F6306E-D668-4952-808C-B0012E36283A}"/>
              </a:ext>
            </a:extLst>
          </p:cNvPr>
          <p:cNvSpPr/>
          <p:nvPr/>
        </p:nvSpPr>
        <p:spPr>
          <a:xfrm>
            <a:off x="6180321" y="4114317"/>
            <a:ext cx="1143000" cy="365760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Create Reverse Done File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9B1B698D-F0FA-478A-8B6F-92F217F14D03}"/>
              </a:ext>
            </a:extLst>
          </p:cNvPr>
          <p:cNvCxnSpPr>
            <a:cxnSpLocks/>
            <a:stCxn id="69" idx="1"/>
            <a:endCxn id="116" idx="3"/>
          </p:cNvCxnSpPr>
          <p:nvPr/>
        </p:nvCxnSpPr>
        <p:spPr>
          <a:xfrm flipH="1">
            <a:off x="7323321" y="4282557"/>
            <a:ext cx="300543" cy="1464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CE64BCA3-7A41-4A9A-997E-3B27DEF46FF6}"/>
              </a:ext>
            </a:extLst>
          </p:cNvPr>
          <p:cNvSpPr/>
          <p:nvPr/>
        </p:nvSpPr>
        <p:spPr>
          <a:xfrm>
            <a:off x="4599618" y="2849879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Create Done File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BDF4A304-C9CD-4279-9F32-661D814DBC56}"/>
              </a:ext>
            </a:extLst>
          </p:cNvPr>
          <p:cNvSpPr/>
          <p:nvPr/>
        </p:nvSpPr>
        <p:spPr>
          <a:xfrm>
            <a:off x="4599618" y="4114317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Check for Reverse Done File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0C7F5CD9-258D-4903-97BE-CE9763245BEA}"/>
              </a:ext>
            </a:extLst>
          </p:cNvPr>
          <p:cNvCxnSpPr>
            <a:cxnSpLocks/>
            <a:stCxn id="66" idx="3"/>
            <a:endCxn id="120" idx="1"/>
          </p:cNvCxnSpPr>
          <p:nvPr/>
        </p:nvCxnSpPr>
        <p:spPr>
          <a:xfrm>
            <a:off x="4298691" y="3030418"/>
            <a:ext cx="300927" cy="2341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9101A713-A08D-4762-868F-C365CE039775}"/>
              </a:ext>
            </a:extLst>
          </p:cNvPr>
          <p:cNvCxnSpPr>
            <a:cxnSpLocks/>
            <a:stCxn id="116" idx="1"/>
            <a:endCxn id="124" idx="3"/>
          </p:cNvCxnSpPr>
          <p:nvPr/>
        </p:nvCxnSpPr>
        <p:spPr>
          <a:xfrm flipH="1">
            <a:off x="5879778" y="4297197"/>
            <a:ext cx="300543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CB5F9257-02F6-49E5-B8BE-139001E2FC2B}"/>
              </a:ext>
            </a:extLst>
          </p:cNvPr>
          <p:cNvCxnSpPr>
            <a:cxnSpLocks/>
            <a:stCxn id="120" idx="3"/>
            <a:endCxn id="102" idx="1"/>
          </p:cNvCxnSpPr>
          <p:nvPr/>
        </p:nvCxnSpPr>
        <p:spPr>
          <a:xfrm>
            <a:off x="5879778" y="3032759"/>
            <a:ext cx="300543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A0E0A2D-0837-4124-818F-9FF58317AD17}"/>
              </a:ext>
            </a:extLst>
          </p:cNvPr>
          <p:cNvSpPr/>
          <p:nvPr/>
        </p:nvSpPr>
        <p:spPr>
          <a:xfrm>
            <a:off x="2110837" y="1444166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No Input File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2124FD3-6E51-40FD-A47B-063DD4ACDD25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1464945" y="1026358"/>
            <a:ext cx="640605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08F9921-2F58-4C39-8DCD-FF5CA7923F3C}"/>
              </a:ext>
            </a:extLst>
          </p:cNvPr>
          <p:cNvSpPr txBox="1"/>
          <p:nvPr/>
        </p:nvSpPr>
        <p:spPr>
          <a:xfrm>
            <a:off x="2794059" y="1229446"/>
            <a:ext cx="8198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Zero Records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B3E9253-1372-46B6-A752-0861D95CACB1}"/>
              </a:ext>
            </a:extLst>
          </p:cNvPr>
          <p:cNvSpPr txBox="1"/>
          <p:nvPr/>
        </p:nvSpPr>
        <p:spPr>
          <a:xfrm>
            <a:off x="3344525" y="1030655"/>
            <a:ext cx="8198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Records &gt; 0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D5F692F5-6F02-465C-86EB-A10BB1A66830}"/>
              </a:ext>
            </a:extLst>
          </p:cNvPr>
          <p:cNvSpPr/>
          <p:nvPr/>
        </p:nvSpPr>
        <p:spPr>
          <a:xfrm>
            <a:off x="5782988" y="837718"/>
            <a:ext cx="128016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Load SQL Unit </a:t>
            </a:r>
            <a:r>
              <a:rPr lang="en-US" sz="1000" dirty="0" err="1"/>
              <a:t>Mstr</a:t>
            </a:r>
            <a:r>
              <a:rPr lang="en-US" sz="1000" dirty="0"/>
              <a:t> Staging Table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9D1FAE0-88A8-4C57-B92B-FB3E76738918}"/>
              </a:ext>
            </a:extLst>
          </p:cNvPr>
          <p:cNvCxnSpPr>
            <a:cxnSpLocks/>
            <a:stCxn id="75" idx="3"/>
            <a:endCxn id="15" idx="1"/>
          </p:cNvCxnSpPr>
          <p:nvPr/>
        </p:nvCxnSpPr>
        <p:spPr>
          <a:xfrm>
            <a:off x="7063148" y="1020598"/>
            <a:ext cx="476512" cy="0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B904024-AB70-4AD3-BB8C-CACA6D1C66D9}"/>
              </a:ext>
            </a:extLst>
          </p:cNvPr>
          <p:cNvCxnSpPr>
            <a:cxnSpLocks/>
            <a:stCxn id="15" idx="2"/>
            <a:endCxn id="25" idx="0"/>
          </p:cNvCxnSpPr>
          <p:nvPr/>
        </p:nvCxnSpPr>
        <p:spPr>
          <a:xfrm>
            <a:off x="8179740" y="1203478"/>
            <a:ext cx="0" cy="277608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123733C-380B-4A5B-BA32-8656608657CF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>
            <a:off x="8179740" y="1846846"/>
            <a:ext cx="0" cy="248771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618AF44-3921-4A63-A795-B95454F1FA48}"/>
              </a:ext>
            </a:extLst>
          </p:cNvPr>
          <p:cNvCxnSpPr>
            <a:cxnSpLocks/>
            <a:stCxn id="75" idx="2"/>
            <a:endCxn id="33" idx="0"/>
          </p:cNvCxnSpPr>
          <p:nvPr/>
        </p:nvCxnSpPr>
        <p:spPr>
          <a:xfrm>
            <a:off x="6423068" y="1203478"/>
            <a:ext cx="0" cy="892139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830B6C4B-D530-4B1B-9E51-6ED39746B359}"/>
              </a:ext>
            </a:extLst>
          </p:cNvPr>
          <p:cNvSpPr txBox="1"/>
          <p:nvPr/>
        </p:nvSpPr>
        <p:spPr>
          <a:xfrm>
            <a:off x="2565877" y="2657155"/>
            <a:ext cx="8198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Records &gt; 0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04A6EDD-80AF-4F68-9BF1-4D9E4DD81E0A}"/>
              </a:ext>
            </a:extLst>
          </p:cNvPr>
          <p:cNvCxnSpPr>
            <a:cxnSpLocks/>
            <a:stCxn id="65" idx="3"/>
            <a:endCxn id="66" idx="1"/>
          </p:cNvCxnSpPr>
          <p:nvPr/>
        </p:nvCxnSpPr>
        <p:spPr>
          <a:xfrm>
            <a:off x="2809428" y="3030418"/>
            <a:ext cx="300543" cy="0"/>
          </a:xfrm>
          <a:prstGeom prst="straightConnector1">
            <a:avLst/>
          </a:prstGeom>
          <a:ln w="19050">
            <a:solidFill>
              <a:srgbClr val="FF660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228BFFB-F48A-449E-B470-4471E836BCBE}"/>
              </a:ext>
            </a:extLst>
          </p:cNvPr>
          <p:cNvCxnSpPr>
            <a:cxnSpLocks/>
            <a:stCxn id="65" idx="2"/>
            <a:endCxn id="98" idx="0"/>
          </p:cNvCxnSpPr>
          <p:nvPr/>
        </p:nvCxnSpPr>
        <p:spPr>
          <a:xfrm>
            <a:off x="2237928" y="3213298"/>
            <a:ext cx="0" cy="257430"/>
          </a:xfrm>
          <a:prstGeom prst="straightConnector1">
            <a:avLst/>
          </a:prstGeom>
          <a:ln w="19050">
            <a:solidFill>
              <a:srgbClr val="FF660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C4E6BC7A-DA2F-45B4-BC89-93726D63EA6B}"/>
              </a:ext>
            </a:extLst>
          </p:cNvPr>
          <p:cNvSpPr/>
          <p:nvPr/>
        </p:nvSpPr>
        <p:spPr>
          <a:xfrm>
            <a:off x="1666428" y="3470728"/>
            <a:ext cx="1143000" cy="365760"/>
          </a:xfrm>
          <a:prstGeom prst="roundRect">
            <a:avLst/>
          </a:prstGeom>
          <a:ln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No Input File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AAD3561-95B3-496F-B263-46019FF451AF}"/>
              </a:ext>
            </a:extLst>
          </p:cNvPr>
          <p:cNvSpPr txBox="1"/>
          <p:nvPr/>
        </p:nvSpPr>
        <p:spPr>
          <a:xfrm>
            <a:off x="2238555" y="3234937"/>
            <a:ext cx="8198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Zero Records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E819AAE-9F6A-4B3A-9D97-8398DB4AB597}"/>
              </a:ext>
            </a:extLst>
          </p:cNvPr>
          <p:cNvCxnSpPr>
            <a:cxnSpLocks/>
            <a:stCxn id="66" idx="2"/>
            <a:endCxn id="70" idx="0"/>
          </p:cNvCxnSpPr>
          <p:nvPr/>
        </p:nvCxnSpPr>
        <p:spPr>
          <a:xfrm>
            <a:off x="3704331" y="3213298"/>
            <a:ext cx="0" cy="886379"/>
          </a:xfrm>
          <a:prstGeom prst="straightConnector1">
            <a:avLst/>
          </a:prstGeom>
          <a:ln w="19050">
            <a:solidFill>
              <a:srgbClr val="FF66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78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8" grpId="0" animBg="1"/>
      <p:bldP spid="91" grpId="0" animBg="1"/>
      <p:bldP spid="92" grpId="0" animBg="1"/>
      <p:bldP spid="101" grpId="0"/>
      <p:bldP spid="102" grpId="0" animBg="1"/>
      <p:bldP spid="116" grpId="0" animBg="1"/>
      <p:bldP spid="120" grpId="0" animBg="1"/>
      <p:bldP spid="124" grpId="0" animBg="1"/>
      <p:bldP spid="94" grpId="0"/>
      <p:bldP spid="98" grpId="0" animBg="1"/>
      <p:bldP spid="9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4"/>
          <p:cNvSpPr txBox="1">
            <a:spLocks noGrp="1"/>
          </p:cNvSpPr>
          <p:nvPr>
            <p:ph type="title"/>
          </p:nvPr>
        </p:nvSpPr>
        <p:spPr>
          <a:xfrm>
            <a:off x="1122925" y="1788435"/>
            <a:ext cx="6898151" cy="156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4000" dirty="0"/>
              <a:t>GCP Implementation</a:t>
            </a:r>
            <a:endParaRPr lang="en-US" sz="2400" dirty="0"/>
          </a:p>
        </p:txBody>
      </p:sp>
      <p:pic>
        <p:nvPicPr>
          <p:cNvPr id="400" name="Google Shape;400;p54" descr="https://lh4.googleusercontent.com/eMTOcBfgc-2mfiMP-x04JNU7FEZANxl3mdFTPj6Q224KwR9FieY6r100Reh7SGtzItzNpwUuEEyg9eP6PzH0WcrBgAQIqq0_u_OQty79qRhUJ7JweewTNQxBclhXs6taK_VxE91pFWkUKX3kyqUy8evH2GJ5S7Npo7xYs2s811i_H6VUt-QAOkTIwgXXds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00" y="4641697"/>
            <a:ext cx="880650" cy="408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6755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04">
          <a:extLst>
            <a:ext uri="{FF2B5EF4-FFF2-40B4-BE49-F238E27FC236}">
              <a16:creationId xmlns:a16="http://schemas.microsoft.com/office/drawing/2014/main" id="{5C75120E-BB83-9DA4-EA54-DA963300F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06;p55">
            <a:extLst>
              <a:ext uri="{FF2B5EF4-FFF2-40B4-BE49-F238E27FC236}">
                <a16:creationId xmlns:a16="http://schemas.microsoft.com/office/drawing/2014/main" id="{4F0CDD25-F363-4F9D-A790-73EA4F2E2570}"/>
              </a:ext>
            </a:extLst>
          </p:cNvPr>
          <p:cNvSpPr/>
          <p:nvPr/>
        </p:nvSpPr>
        <p:spPr>
          <a:xfrm>
            <a:off x="328642" y="1676631"/>
            <a:ext cx="1394345" cy="2294401"/>
          </a:xfrm>
          <a:prstGeom prst="rect">
            <a:avLst/>
          </a:prstGeom>
          <a:solidFill>
            <a:srgbClr val="F6F6F6"/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100"/>
              <a:t> </a:t>
            </a:r>
            <a:endParaRPr lang="en-US" sz="11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Google Shape;406;p55">
            <a:extLst>
              <a:ext uri="{FF2B5EF4-FFF2-40B4-BE49-F238E27FC236}">
                <a16:creationId xmlns:a16="http://schemas.microsoft.com/office/drawing/2014/main" id="{92FDE270-44BA-4C81-BB8F-49AC4AF9394B}"/>
              </a:ext>
            </a:extLst>
          </p:cNvPr>
          <p:cNvSpPr/>
          <p:nvPr/>
        </p:nvSpPr>
        <p:spPr>
          <a:xfrm>
            <a:off x="329736" y="1675576"/>
            <a:ext cx="1393383" cy="259807"/>
          </a:xfrm>
          <a:prstGeom prst="rect">
            <a:avLst/>
          </a:prstGeom>
          <a:solidFill>
            <a:srgbClr val="FFF8E1"/>
          </a:solidFill>
          <a:ln>
            <a:solidFill>
              <a:srgbClr val="ADA99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Verdana Pro"/>
              </a:rPr>
              <a:t>EXT. SOURCE DATA</a:t>
            </a:r>
          </a:p>
        </p:txBody>
      </p:sp>
      <p:sp>
        <p:nvSpPr>
          <p:cNvPr id="6" name="Google Shape;406;p55">
            <a:extLst>
              <a:ext uri="{FF2B5EF4-FFF2-40B4-BE49-F238E27FC236}">
                <a16:creationId xmlns:a16="http://schemas.microsoft.com/office/drawing/2014/main" id="{1FF73E3D-A301-4249-A9C9-370A2F88A896}"/>
              </a:ext>
            </a:extLst>
          </p:cNvPr>
          <p:cNvSpPr/>
          <p:nvPr/>
        </p:nvSpPr>
        <p:spPr>
          <a:xfrm>
            <a:off x="2056964" y="414448"/>
            <a:ext cx="5030724" cy="4601388"/>
          </a:xfrm>
          <a:prstGeom prst="roundRect">
            <a:avLst>
              <a:gd name="adj" fmla="val 3973"/>
            </a:avLst>
          </a:prstGeom>
          <a:solidFill>
            <a:srgbClr val="F6F6F6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100"/>
              <a:t> </a:t>
            </a:r>
            <a:endParaRPr lang="en-US" sz="11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3" name="Google Shape;406;p55">
            <a:extLst>
              <a:ext uri="{FF2B5EF4-FFF2-40B4-BE49-F238E27FC236}">
                <a16:creationId xmlns:a16="http://schemas.microsoft.com/office/drawing/2014/main" id="{0125B1CD-4504-AAF5-E5B9-60E378AB135A}"/>
              </a:ext>
            </a:extLst>
          </p:cNvPr>
          <p:cNvSpPr/>
          <p:nvPr/>
        </p:nvSpPr>
        <p:spPr>
          <a:xfrm>
            <a:off x="2166027" y="702379"/>
            <a:ext cx="4834409" cy="4256742"/>
          </a:xfrm>
          <a:prstGeom prst="roundRect">
            <a:avLst>
              <a:gd name="adj" fmla="val 3973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800" b="1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</a:rPr>
              <a:t>Cloud IAM Security &amp; Access Management</a:t>
            </a:r>
          </a:p>
        </p:txBody>
      </p:sp>
      <p:sp>
        <p:nvSpPr>
          <p:cNvPr id="64" name="Google Shape;406;p55">
            <a:extLst>
              <a:ext uri="{FF2B5EF4-FFF2-40B4-BE49-F238E27FC236}">
                <a16:creationId xmlns:a16="http://schemas.microsoft.com/office/drawing/2014/main" id="{0E6BEF34-F05C-45E7-EDF5-6ADEDE7D0DD9}"/>
              </a:ext>
            </a:extLst>
          </p:cNvPr>
          <p:cNvSpPr/>
          <p:nvPr/>
        </p:nvSpPr>
        <p:spPr>
          <a:xfrm>
            <a:off x="2288179" y="1033935"/>
            <a:ext cx="4594467" cy="3833572"/>
          </a:xfrm>
          <a:prstGeom prst="roundRect">
            <a:avLst>
              <a:gd name="adj" fmla="val 3973"/>
            </a:avLst>
          </a:prstGeom>
          <a:solidFill>
            <a:srgbClr val="FFF8E1"/>
          </a:solidFill>
          <a:ln w="6350">
            <a:solidFill>
              <a:srgbClr val="E3DB00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800" b="1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</a:rPr>
              <a:t>GCP Projects</a:t>
            </a:r>
            <a:endParaRPr lang="en-US"/>
          </a:p>
        </p:txBody>
      </p:sp>
      <p:pic>
        <p:nvPicPr>
          <p:cNvPr id="3" name="Google Shape;434;p55" descr="https://lh4.googleusercontent.com/eMTOcBfgc-2mfiMP-x04JNU7FEZANxl3mdFTPj6Q224KwR9FieY6r100Reh7SGtzItzNpwUuEEyg9eP6PzH0WcrBgAQIqq0_u_OQty79qRhUJ7JweewTNQxBclhXs6taK_VxE91pFWkUKX3kyqUy8evH2GJ5S7Npo7xYs2s811i_H6VUt-QAOkTIwgXXds0">
            <a:extLst>
              <a:ext uri="{FF2B5EF4-FFF2-40B4-BE49-F238E27FC236}">
                <a16:creationId xmlns:a16="http://schemas.microsoft.com/office/drawing/2014/main" id="{BD67C2B6-4636-41F9-9D23-F0DACE47DDC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65" y="4836846"/>
            <a:ext cx="586798" cy="27231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6;p55">
            <a:extLst>
              <a:ext uri="{FF2B5EF4-FFF2-40B4-BE49-F238E27FC236}">
                <a16:creationId xmlns:a16="http://schemas.microsoft.com/office/drawing/2014/main" id="{AC31EAB1-E4E3-4F07-A173-7AE726950870}"/>
              </a:ext>
            </a:extLst>
          </p:cNvPr>
          <p:cNvSpPr/>
          <p:nvPr/>
        </p:nvSpPr>
        <p:spPr>
          <a:xfrm>
            <a:off x="0" y="0"/>
            <a:ext cx="9143999" cy="326265"/>
          </a:xfrm>
          <a:prstGeom prst="roundRect">
            <a:avLst>
              <a:gd name="adj" fmla="val 827"/>
            </a:avLst>
          </a:prstGeom>
          <a:solidFill>
            <a:schemeClr val="tx2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 Pro"/>
              </a:rPr>
              <a:t>GCP Architecture</a:t>
            </a:r>
          </a:p>
        </p:txBody>
      </p:sp>
      <p:pic>
        <p:nvPicPr>
          <p:cNvPr id="21" name="Picture 6" descr="https://lh7-us.googleusercontent.com/UCXgsdCcIoyuWIhYzY-b8MegWqKFB6oX4V6imKlNNsl4FGsqKLolVTY3ojDXguac4M8IZnUIvRRNFmAP_bGr-xZn4f8AQ_H46M49L5ySxELsAvgejXBDsNyys2pxnF2qV0HtoclnR8DuPHjzMEQ=s2048">
            <a:extLst>
              <a:ext uri="{FF2B5EF4-FFF2-40B4-BE49-F238E27FC236}">
                <a16:creationId xmlns:a16="http://schemas.microsoft.com/office/drawing/2014/main" id="{4ED1DFAB-3162-40B5-B35B-C39C6C732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374" y="502889"/>
            <a:ext cx="817864" cy="14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Google Shape;406;p55">
            <a:extLst>
              <a:ext uri="{FF2B5EF4-FFF2-40B4-BE49-F238E27FC236}">
                <a16:creationId xmlns:a16="http://schemas.microsoft.com/office/drawing/2014/main" id="{C973A380-FFF6-9B55-314C-F58052EAE098}"/>
              </a:ext>
            </a:extLst>
          </p:cNvPr>
          <p:cNvSpPr/>
          <p:nvPr/>
        </p:nvSpPr>
        <p:spPr>
          <a:xfrm>
            <a:off x="5423266" y="1373109"/>
            <a:ext cx="1347704" cy="193334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spcFirstLastPara="1" wrap="square" lIns="45720" tIns="0" rIns="0" bIns="0" anchor="ctr" anchorCtr="0">
            <a:noAutofit/>
          </a:bodyPr>
          <a:lstStyle/>
          <a:p>
            <a:endParaRPr lang="en-US" sz="800">
              <a:solidFill>
                <a:schemeClr val="tx1">
                  <a:lumMod val="65000"/>
                  <a:lumOff val="35000"/>
                </a:schemeClr>
              </a:solidFill>
              <a:latin typeface="Consolas"/>
            </a:endParaRPr>
          </a:p>
        </p:txBody>
      </p:sp>
      <p:sp>
        <p:nvSpPr>
          <p:cNvPr id="31" name="Google Shape;406;p55">
            <a:extLst>
              <a:ext uri="{FF2B5EF4-FFF2-40B4-BE49-F238E27FC236}">
                <a16:creationId xmlns:a16="http://schemas.microsoft.com/office/drawing/2014/main" id="{357A3093-440C-A8B4-BBD1-6431F02560F3}"/>
              </a:ext>
            </a:extLst>
          </p:cNvPr>
          <p:cNvSpPr/>
          <p:nvPr/>
        </p:nvSpPr>
        <p:spPr>
          <a:xfrm>
            <a:off x="5422706" y="1380762"/>
            <a:ext cx="1350793" cy="320850"/>
          </a:xfrm>
          <a:prstGeom prst="rect">
            <a:avLst/>
          </a:prstGeom>
          <a:solidFill>
            <a:schemeClr val="bg2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  <a:latin typeface="Verdana Pro"/>
              </a:rPr>
              <a:t>CURATED PROJECT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A39C93-E261-4A5B-3A1B-9A87EF0ED27E}"/>
              </a:ext>
            </a:extLst>
          </p:cNvPr>
          <p:cNvSpPr txBox="1"/>
          <p:nvPr/>
        </p:nvSpPr>
        <p:spPr>
          <a:xfrm>
            <a:off x="5423503" y="1705591"/>
            <a:ext cx="13548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i="1">
                <a:solidFill>
                  <a:schemeClr val="tx1">
                    <a:lumMod val="75000"/>
                    <a:lumOff val="25000"/>
                  </a:schemeClr>
                </a:solidFill>
                <a:latin typeface="Verdana Pro"/>
              </a:rPr>
              <a:t>Cleaned and transformed data served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Google Shape;406;p55">
            <a:extLst>
              <a:ext uri="{FF2B5EF4-FFF2-40B4-BE49-F238E27FC236}">
                <a16:creationId xmlns:a16="http://schemas.microsoft.com/office/drawing/2014/main" id="{7DE604AC-0959-D908-7FBE-2EA67B4E3384}"/>
              </a:ext>
            </a:extLst>
          </p:cNvPr>
          <p:cNvSpPr/>
          <p:nvPr/>
        </p:nvSpPr>
        <p:spPr>
          <a:xfrm>
            <a:off x="2386294" y="1375283"/>
            <a:ext cx="1354847" cy="194111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spcFirstLastPara="1" wrap="square" lIns="45720" tIns="0" rIns="0" bIns="0" anchor="ctr" anchorCtr="0">
            <a:noAutofit/>
          </a:bodyPr>
          <a:lstStyle/>
          <a:p>
            <a:endParaRPr lang="en-US" sz="800">
              <a:solidFill>
                <a:schemeClr val="tx1">
                  <a:lumMod val="65000"/>
                  <a:lumOff val="35000"/>
                </a:schemeClr>
              </a:solidFill>
              <a:latin typeface="Consolas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2050AF5-9219-022F-65AE-4B1B444AA763}"/>
              </a:ext>
            </a:extLst>
          </p:cNvPr>
          <p:cNvGrpSpPr/>
          <p:nvPr/>
        </p:nvGrpSpPr>
        <p:grpSpPr>
          <a:xfrm>
            <a:off x="5615550" y="2560487"/>
            <a:ext cx="967832" cy="300500"/>
            <a:chOff x="5547416" y="2351014"/>
            <a:chExt cx="967832" cy="300500"/>
          </a:xfrm>
        </p:grpSpPr>
        <p:sp>
          <p:nvSpPr>
            <p:cNvPr id="9" name="Google Shape;406;p55">
              <a:extLst>
                <a:ext uri="{FF2B5EF4-FFF2-40B4-BE49-F238E27FC236}">
                  <a16:creationId xmlns:a16="http://schemas.microsoft.com/office/drawing/2014/main" id="{884383EA-E34C-40DF-BECE-0E47A87645DE}"/>
                </a:ext>
              </a:extLst>
            </p:cNvPr>
            <p:cNvSpPr/>
            <p:nvPr/>
          </p:nvSpPr>
          <p:spPr>
            <a:xfrm>
              <a:off x="5547416" y="2351014"/>
              <a:ext cx="967832" cy="300500"/>
            </a:xfrm>
            <a:prstGeom prst="roundRect">
              <a:avLst>
                <a:gd name="adj" fmla="val 3973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r"/>
              <a:r>
                <a:rPr lang="en-US" sz="8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/>
                </a:rPr>
                <a:t>BigQuery</a:t>
              </a:r>
              <a:r>
                <a:rPr 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/>
                </a:rPr>
                <a:t> </a:t>
              </a:r>
            </a:p>
          </p:txBody>
        </p:sp>
        <p:pic>
          <p:nvPicPr>
            <p:cNvPr id="10" name="Picture 2" descr="https://lh7-us.googleusercontent.com/gdKuImvaMXDUf1WUmZMML5My8JRVsUSl6CVdIJ5eOHbjqtoUWgcX61n-6G22J6NjKxrZdedJwqDVI3Q8JJ42152zIMpdLMgkeG8kp33xquSBgXeRFvEMMrScRL8H0K-giFwGa9LPxwBndaFpjMo=s2048">
              <a:extLst>
                <a:ext uri="{FF2B5EF4-FFF2-40B4-BE49-F238E27FC236}">
                  <a16:creationId xmlns:a16="http://schemas.microsoft.com/office/drawing/2014/main" id="{772AC1E5-2E75-463D-BBD6-7EC1EDEE76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9808" y="2396355"/>
              <a:ext cx="209818" cy="209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Google Shape;406;p55">
            <a:extLst>
              <a:ext uri="{FF2B5EF4-FFF2-40B4-BE49-F238E27FC236}">
                <a16:creationId xmlns:a16="http://schemas.microsoft.com/office/drawing/2014/main" id="{E05FB2D4-ADC3-A927-C20C-6D5271CF8BB0}"/>
              </a:ext>
            </a:extLst>
          </p:cNvPr>
          <p:cNvSpPr/>
          <p:nvPr/>
        </p:nvSpPr>
        <p:spPr>
          <a:xfrm>
            <a:off x="2390703" y="1380762"/>
            <a:ext cx="1350793" cy="320850"/>
          </a:xfrm>
          <a:prstGeom prst="rect">
            <a:avLst/>
          </a:prstGeom>
          <a:solidFill>
            <a:schemeClr val="bg2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  <a:latin typeface="Verdana Pro"/>
              </a:rPr>
              <a:t>LANDING PROJECT</a:t>
            </a:r>
            <a:endParaRPr lang="en-US" sz="900">
              <a:solidFill>
                <a:schemeClr val="bg1"/>
              </a:solidFill>
              <a:latin typeface="Verdana Pro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6C9AB5-67CD-8A47-E5DC-3D79DD6FA583}"/>
              </a:ext>
            </a:extLst>
          </p:cNvPr>
          <p:cNvSpPr txBox="1"/>
          <p:nvPr/>
        </p:nvSpPr>
        <p:spPr>
          <a:xfrm>
            <a:off x="2391500" y="1705591"/>
            <a:ext cx="1354885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 Pro"/>
              </a:rPr>
              <a:t>Raw data landing zone</a:t>
            </a:r>
            <a:b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 Pro"/>
              </a:rPr>
            </a:b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 Pro"/>
              </a:rPr>
              <a:t>(if necessary)</a:t>
            </a:r>
          </a:p>
        </p:txBody>
      </p:sp>
      <p:sp>
        <p:nvSpPr>
          <p:cNvPr id="17" name="Google Shape;406;p55">
            <a:extLst>
              <a:ext uri="{FF2B5EF4-FFF2-40B4-BE49-F238E27FC236}">
                <a16:creationId xmlns:a16="http://schemas.microsoft.com/office/drawing/2014/main" id="{41155639-58A5-0422-F8AD-7940D912446D}"/>
              </a:ext>
            </a:extLst>
          </p:cNvPr>
          <p:cNvSpPr/>
          <p:nvPr/>
        </p:nvSpPr>
        <p:spPr>
          <a:xfrm>
            <a:off x="3896358" y="1373109"/>
            <a:ext cx="1340560" cy="193334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spcFirstLastPara="1" wrap="square" lIns="45720" tIns="0" rIns="0" bIns="0" anchor="ctr" anchorCtr="0">
            <a:noAutofit/>
          </a:bodyPr>
          <a:lstStyle/>
          <a:p>
            <a:endParaRPr lang="en-US" sz="800">
              <a:solidFill>
                <a:schemeClr val="tx1">
                  <a:lumMod val="65000"/>
                  <a:lumOff val="35000"/>
                </a:schemeClr>
              </a:solidFill>
              <a:latin typeface="Consolas"/>
            </a:endParaRPr>
          </a:p>
        </p:txBody>
      </p:sp>
      <p:sp>
        <p:nvSpPr>
          <p:cNvPr id="18" name="Google Shape;406;p55">
            <a:extLst>
              <a:ext uri="{FF2B5EF4-FFF2-40B4-BE49-F238E27FC236}">
                <a16:creationId xmlns:a16="http://schemas.microsoft.com/office/drawing/2014/main" id="{BC199D95-114C-C847-6A02-BB9822F9321A}"/>
              </a:ext>
            </a:extLst>
          </p:cNvPr>
          <p:cNvSpPr/>
          <p:nvPr/>
        </p:nvSpPr>
        <p:spPr>
          <a:xfrm>
            <a:off x="3895798" y="1376399"/>
            <a:ext cx="1350793" cy="320850"/>
          </a:xfrm>
          <a:prstGeom prst="rect">
            <a:avLst/>
          </a:prstGeom>
          <a:solidFill>
            <a:schemeClr val="bg2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700" b="1">
                <a:solidFill>
                  <a:schemeClr val="bg1"/>
                </a:solidFill>
                <a:latin typeface="Verdana Pro"/>
              </a:rPr>
              <a:t>PROCESSING PROJECT</a:t>
            </a:r>
            <a:endParaRPr lang="en-US" sz="70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CECED1-F59C-B732-2CDD-7E71F16D9F73}"/>
              </a:ext>
            </a:extLst>
          </p:cNvPr>
          <p:cNvSpPr txBox="1"/>
          <p:nvPr/>
        </p:nvSpPr>
        <p:spPr>
          <a:xfrm>
            <a:off x="3896595" y="1701228"/>
            <a:ext cx="135488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" i="1">
                <a:solidFill>
                  <a:schemeClr val="tx1">
                    <a:lumMod val="75000"/>
                    <a:lumOff val="25000"/>
                  </a:schemeClr>
                </a:solidFill>
                <a:latin typeface="Verdana Pro"/>
              </a:rPr>
              <a:t>Orchestration and data processing services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68C0D5F-8A93-95C3-9E98-3BD24BC0153E}"/>
              </a:ext>
            </a:extLst>
          </p:cNvPr>
          <p:cNvGrpSpPr/>
          <p:nvPr/>
        </p:nvGrpSpPr>
        <p:grpSpPr>
          <a:xfrm>
            <a:off x="4092628" y="2863344"/>
            <a:ext cx="967832" cy="301810"/>
            <a:chOff x="7327353" y="4344718"/>
            <a:chExt cx="967832" cy="301810"/>
          </a:xfrm>
        </p:grpSpPr>
        <p:sp>
          <p:nvSpPr>
            <p:cNvPr id="44" name="Google Shape;406;p55">
              <a:extLst>
                <a:ext uri="{FF2B5EF4-FFF2-40B4-BE49-F238E27FC236}">
                  <a16:creationId xmlns:a16="http://schemas.microsoft.com/office/drawing/2014/main" id="{78DE3D29-3EA7-F92E-5F5D-257AE3AECE8B}"/>
                </a:ext>
              </a:extLst>
            </p:cNvPr>
            <p:cNvSpPr/>
            <p:nvPr/>
          </p:nvSpPr>
          <p:spPr>
            <a:xfrm>
              <a:off x="7327353" y="4344718"/>
              <a:ext cx="967832" cy="300500"/>
            </a:xfrm>
            <a:prstGeom prst="roundRect">
              <a:avLst>
                <a:gd name="adj" fmla="val 3973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r"/>
              <a:r>
                <a:rPr 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/>
                </a:rPr>
                <a:t>Secrets </a:t>
              </a:r>
              <a:br>
                <a:rPr lang="en-US" sz="700">
                  <a:latin typeface="Consolas"/>
                </a:rPr>
              </a:br>
              <a:r>
                <a:rPr 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/>
                </a:rPr>
                <a:t>Manager</a:t>
              </a:r>
              <a:r>
                <a:rPr lang="en-US" sz="700">
                  <a:latin typeface="Consolas"/>
                </a:rPr>
                <a:t> </a:t>
              </a:r>
              <a:endParaRPr lang="en-US" sz="70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</a:endParaRPr>
            </a:p>
          </p:txBody>
        </p:sp>
        <p:pic>
          <p:nvPicPr>
            <p:cNvPr id="51" name="Picture 50" descr="A blue symbol with three stars&#10;&#10;Description automatically generated">
              <a:extLst>
                <a:ext uri="{FF2B5EF4-FFF2-40B4-BE49-F238E27FC236}">
                  <a16:creationId xmlns:a16="http://schemas.microsoft.com/office/drawing/2014/main" id="{CC3086E5-F0D3-C6FD-F19D-95E76B89B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57154" y="4353507"/>
              <a:ext cx="293021" cy="293021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06B8EF8-4467-A844-F40B-48D1ECBD3F4A}"/>
              </a:ext>
            </a:extLst>
          </p:cNvPr>
          <p:cNvGrpSpPr/>
          <p:nvPr/>
        </p:nvGrpSpPr>
        <p:grpSpPr>
          <a:xfrm>
            <a:off x="4093235" y="2480156"/>
            <a:ext cx="967832" cy="300500"/>
            <a:chOff x="7327354" y="3803757"/>
            <a:chExt cx="967832" cy="300500"/>
          </a:xfrm>
        </p:grpSpPr>
        <p:sp>
          <p:nvSpPr>
            <p:cNvPr id="42" name="Google Shape;406;p55">
              <a:extLst>
                <a:ext uri="{FF2B5EF4-FFF2-40B4-BE49-F238E27FC236}">
                  <a16:creationId xmlns:a16="http://schemas.microsoft.com/office/drawing/2014/main" id="{57FEF177-3B66-1D06-0062-B2A8E361403F}"/>
                </a:ext>
              </a:extLst>
            </p:cNvPr>
            <p:cNvSpPr/>
            <p:nvPr/>
          </p:nvSpPr>
          <p:spPr>
            <a:xfrm>
              <a:off x="7327354" y="3803757"/>
              <a:ext cx="967832" cy="300500"/>
            </a:xfrm>
            <a:prstGeom prst="roundRect">
              <a:avLst>
                <a:gd name="adj" fmla="val 3973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r"/>
              <a:r>
                <a:rPr 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/>
                </a:rPr>
                <a:t>Dataflow </a:t>
              </a:r>
            </a:p>
          </p:txBody>
        </p:sp>
        <p:pic>
          <p:nvPicPr>
            <p:cNvPr id="54" name="Picture 53" descr="A blue and white logo&#10;&#10;Description automatically generated">
              <a:extLst>
                <a:ext uri="{FF2B5EF4-FFF2-40B4-BE49-F238E27FC236}">
                  <a16:creationId xmlns:a16="http://schemas.microsoft.com/office/drawing/2014/main" id="{ECEA08A4-E0E0-1963-A9A5-8781A1EFA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06597" y="3820543"/>
              <a:ext cx="207660" cy="270409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DA44ADD-DCCB-8975-D4F4-4811B21D6CE9}"/>
              </a:ext>
            </a:extLst>
          </p:cNvPr>
          <p:cNvGrpSpPr/>
          <p:nvPr/>
        </p:nvGrpSpPr>
        <p:grpSpPr>
          <a:xfrm>
            <a:off x="4088266" y="2101937"/>
            <a:ext cx="967832" cy="300500"/>
            <a:chOff x="7327355" y="3345685"/>
            <a:chExt cx="967832" cy="300500"/>
          </a:xfrm>
        </p:grpSpPr>
        <p:sp>
          <p:nvSpPr>
            <p:cNvPr id="38" name="Google Shape;406;p55">
              <a:extLst>
                <a:ext uri="{FF2B5EF4-FFF2-40B4-BE49-F238E27FC236}">
                  <a16:creationId xmlns:a16="http://schemas.microsoft.com/office/drawing/2014/main" id="{DC171CFD-A33D-D168-3A1C-E936A44B9651}"/>
                </a:ext>
              </a:extLst>
            </p:cNvPr>
            <p:cNvSpPr/>
            <p:nvPr/>
          </p:nvSpPr>
          <p:spPr>
            <a:xfrm>
              <a:off x="7327355" y="3345685"/>
              <a:ext cx="967832" cy="300500"/>
            </a:xfrm>
            <a:prstGeom prst="roundRect">
              <a:avLst>
                <a:gd name="adj" fmla="val 3973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r"/>
              <a:r>
                <a:rPr 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/>
                </a:rPr>
                <a:t>Composer </a:t>
              </a:r>
            </a:p>
          </p:txBody>
        </p:sp>
        <p:pic>
          <p:nvPicPr>
            <p:cNvPr id="55" name="Picture 54" descr="A blue and black rectangular object&#10;&#10;Description automatically generated">
              <a:extLst>
                <a:ext uri="{FF2B5EF4-FFF2-40B4-BE49-F238E27FC236}">
                  <a16:creationId xmlns:a16="http://schemas.microsoft.com/office/drawing/2014/main" id="{6B9EBA25-04F4-A553-9D06-4CE8AE351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14232" y="3365742"/>
              <a:ext cx="187811" cy="257685"/>
            </a:xfrm>
            <a:prstGeom prst="rect">
              <a:avLst/>
            </a:prstGeom>
          </p:spPr>
        </p:pic>
      </p:grpSp>
      <p:pic>
        <p:nvPicPr>
          <p:cNvPr id="66" name="Picture 65" descr="A blue shield with a black circle&#10;&#10;Description automatically generated">
            <a:extLst>
              <a:ext uri="{FF2B5EF4-FFF2-40B4-BE49-F238E27FC236}">
                <a16:creationId xmlns:a16="http://schemas.microsoft.com/office/drawing/2014/main" id="{BB813400-6466-3F62-BEE5-6EA9F10A5F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2000" y="759127"/>
            <a:ext cx="181121" cy="218058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7C821211-A0CE-37F3-FEF2-6D077C498E28}"/>
              </a:ext>
            </a:extLst>
          </p:cNvPr>
          <p:cNvGrpSpPr/>
          <p:nvPr/>
        </p:nvGrpSpPr>
        <p:grpSpPr>
          <a:xfrm>
            <a:off x="2379380" y="4195476"/>
            <a:ext cx="4385064" cy="234431"/>
            <a:chOff x="2392880" y="4096476"/>
            <a:chExt cx="4385064" cy="234431"/>
          </a:xfrm>
        </p:grpSpPr>
        <p:sp>
          <p:nvSpPr>
            <p:cNvPr id="65" name="Google Shape;406;p55">
              <a:extLst>
                <a:ext uri="{FF2B5EF4-FFF2-40B4-BE49-F238E27FC236}">
                  <a16:creationId xmlns:a16="http://schemas.microsoft.com/office/drawing/2014/main" id="{2AC9F524-1041-4126-5280-B6C1BA816952}"/>
                </a:ext>
              </a:extLst>
            </p:cNvPr>
            <p:cNvSpPr/>
            <p:nvPr/>
          </p:nvSpPr>
          <p:spPr>
            <a:xfrm>
              <a:off x="2392880" y="4096476"/>
              <a:ext cx="4385064" cy="234431"/>
            </a:xfrm>
            <a:prstGeom prst="roundRect">
              <a:avLst>
                <a:gd name="adj" fmla="val 3973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sz="800" b="1">
                  <a:solidFill>
                    <a:srgbClr val="3F3F3F"/>
                  </a:solidFill>
                  <a:latin typeface="Verdana Pro"/>
                </a:rPr>
                <a:t>GCP Logging and Monitoring Project</a:t>
              </a:r>
              <a:endParaRPr lang="en-US">
                <a:solidFill>
                  <a:srgbClr val="3F3F3F"/>
                </a:solidFill>
                <a:latin typeface="Verdana Pro"/>
              </a:endParaRPr>
            </a:p>
          </p:txBody>
        </p:sp>
        <p:pic>
          <p:nvPicPr>
            <p:cNvPr id="67" name="Picture 66" descr="A blue and black computer screen&#10;&#10;Description automatically generated">
              <a:extLst>
                <a:ext uri="{FF2B5EF4-FFF2-40B4-BE49-F238E27FC236}">
                  <a16:creationId xmlns:a16="http://schemas.microsoft.com/office/drawing/2014/main" id="{9A25C9EF-E9A6-69DF-6CA3-EA560DF97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454397" y="4128688"/>
              <a:ext cx="247796" cy="171160"/>
            </a:xfrm>
            <a:prstGeom prst="rect">
              <a:avLst/>
            </a:prstGeom>
          </p:spPr>
        </p:pic>
      </p:grpSp>
      <p:sp>
        <p:nvSpPr>
          <p:cNvPr id="68" name="Google Shape;406;p55">
            <a:extLst>
              <a:ext uri="{FF2B5EF4-FFF2-40B4-BE49-F238E27FC236}">
                <a16:creationId xmlns:a16="http://schemas.microsoft.com/office/drawing/2014/main" id="{CEFFE33B-6AE6-A428-6638-145D7537B37C}"/>
              </a:ext>
            </a:extLst>
          </p:cNvPr>
          <p:cNvSpPr/>
          <p:nvPr/>
        </p:nvSpPr>
        <p:spPr>
          <a:xfrm>
            <a:off x="2388379" y="4531533"/>
            <a:ext cx="1723883" cy="234431"/>
          </a:xfrm>
          <a:prstGeom prst="roundRect">
            <a:avLst>
              <a:gd name="adj" fmla="val 3973"/>
            </a:avLst>
          </a:prstGeom>
          <a:solidFill>
            <a:srgbClr val="FFE3E3"/>
          </a:solidFill>
          <a:ln w="12700">
            <a:solidFill>
              <a:srgbClr val="C0000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700" b="1">
                <a:solidFill>
                  <a:srgbClr val="3F3F3F"/>
                </a:solidFill>
                <a:latin typeface="Verdana Pro"/>
              </a:rPr>
              <a:t>Alerting via PagerDuty and Webex</a:t>
            </a:r>
            <a:endParaRPr lang="en-US" sz="70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EC816BA-42A3-982F-E380-81402E0D89B6}"/>
              </a:ext>
            </a:extLst>
          </p:cNvPr>
          <p:cNvGrpSpPr/>
          <p:nvPr/>
        </p:nvGrpSpPr>
        <p:grpSpPr>
          <a:xfrm>
            <a:off x="4639479" y="4531533"/>
            <a:ext cx="2133966" cy="234431"/>
            <a:chOff x="4643979" y="4428033"/>
            <a:chExt cx="2133966" cy="234431"/>
          </a:xfrm>
        </p:grpSpPr>
        <p:sp>
          <p:nvSpPr>
            <p:cNvPr id="69" name="Google Shape;406;p55">
              <a:extLst>
                <a:ext uri="{FF2B5EF4-FFF2-40B4-BE49-F238E27FC236}">
                  <a16:creationId xmlns:a16="http://schemas.microsoft.com/office/drawing/2014/main" id="{63F239E0-1291-6558-F344-59FB97D126DF}"/>
                </a:ext>
              </a:extLst>
            </p:cNvPr>
            <p:cNvSpPr/>
            <p:nvPr/>
          </p:nvSpPr>
          <p:spPr>
            <a:xfrm>
              <a:off x="4643979" y="4428033"/>
              <a:ext cx="2133966" cy="234431"/>
            </a:xfrm>
            <a:prstGeom prst="roundRect">
              <a:avLst>
                <a:gd name="adj" fmla="val 3973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sz="800" b="1">
                  <a:solidFill>
                    <a:srgbClr val="3F3F3F"/>
                  </a:solidFill>
                  <a:latin typeface="Verdana Pro"/>
                </a:rPr>
                <a:t>Log Sinks to </a:t>
              </a:r>
              <a:r>
                <a:rPr lang="en-US" sz="800" b="1" err="1">
                  <a:solidFill>
                    <a:srgbClr val="3F3F3F"/>
                  </a:solidFill>
                  <a:latin typeface="Verdana Pro"/>
                </a:rPr>
                <a:t>BigQuery</a:t>
              </a:r>
              <a:endParaRPr lang="en-US" err="1"/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3FCF6487-BBFE-CF7E-E77D-95762BD3E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726545" y="4440795"/>
              <a:ext cx="214422" cy="214422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824495E-0A57-0222-CA4E-45D930411E44}"/>
              </a:ext>
            </a:extLst>
          </p:cNvPr>
          <p:cNvGrpSpPr/>
          <p:nvPr/>
        </p:nvGrpSpPr>
        <p:grpSpPr>
          <a:xfrm>
            <a:off x="7380618" y="1032696"/>
            <a:ext cx="1417994" cy="1835453"/>
            <a:chOff x="7380620" y="1167696"/>
            <a:chExt cx="1408073" cy="1194380"/>
          </a:xfrm>
        </p:grpSpPr>
        <p:sp>
          <p:nvSpPr>
            <p:cNvPr id="26" name="Google Shape;406;p55">
              <a:extLst>
                <a:ext uri="{FF2B5EF4-FFF2-40B4-BE49-F238E27FC236}">
                  <a16:creationId xmlns:a16="http://schemas.microsoft.com/office/drawing/2014/main" id="{85C77919-81B1-6F10-C747-34A6E7A61659}"/>
                </a:ext>
              </a:extLst>
            </p:cNvPr>
            <p:cNvSpPr/>
            <p:nvPr/>
          </p:nvSpPr>
          <p:spPr>
            <a:xfrm>
              <a:off x="7381282" y="1168942"/>
              <a:ext cx="1407411" cy="1193134"/>
            </a:xfrm>
            <a:prstGeom prst="rect">
              <a:avLst/>
            </a:prstGeom>
            <a:solidFill>
              <a:srgbClr val="F6F6F6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algn="ctr"/>
              <a:endPara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Verdana Pro"/>
              </a:endParaRPr>
            </a:p>
          </p:txBody>
        </p:sp>
        <p:sp>
          <p:nvSpPr>
            <p:cNvPr id="28" name="Google Shape;406;p55">
              <a:extLst>
                <a:ext uri="{FF2B5EF4-FFF2-40B4-BE49-F238E27FC236}">
                  <a16:creationId xmlns:a16="http://schemas.microsoft.com/office/drawing/2014/main" id="{02FDC1E3-52B9-1336-75B1-98541844EBBD}"/>
                </a:ext>
              </a:extLst>
            </p:cNvPr>
            <p:cNvSpPr/>
            <p:nvPr/>
          </p:nvSpPr>
          <p:spPr>
            <a:xfrm>
              <a:off x="7380620" y="1167696"/>
              <a:ext cx="1407841" cy="279842"/>
            </a:xfrm>
            <a:prstGeom prst="rect">
              <a:avLst/>
            </a:prstGeom>
            <a:solidFill>
              <a:srgbClr val="FFF8E1"/>
            </a:solidFill>
            <a:ln>
              <a:solidFill>
                <a:srgbClr val="ADA99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sz="8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Verdana Pro"/>
                </a:rPr>
                <a:t>CONSUMPTION &amp; REPORTING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9B8CC41-399E-9874-9B2D-34662D7828C7}"/>
              </a:ext>
            </a:extLst>
          </p:cNvPr>
          <p:cNvGrpSpPr/>
          <p:nvPr/>
        </p:nvGrpSpPr>
        <p:grpSpPr>
          <a:xfrm>
            <a:off x="7380169" y="4066182"/>
            <a:ext cx="1412381" cy="364259"/>
            <a:chOff x="7335169" y="4147182"/>
            <a:chExt cx="1412381" cy="364259"/>
          </a:xfrm>
        </p:grpSpPr>
        <p:sp>
          <p:nvSpPr>
            <p:cNvPr id="77" name="Google Shape;406;p55">
              <a:extLst>
                <a:ext uri="{FF2B5EF4-FFF2-40B4-BE49-F238E27FC236}">
                  <a16:creationId xmlns:a16="http://schemas.microsoft.com/office/drawing/2014/main" id="{B9BBCB1E-0967-87AB-EFDD-B0558C72642F}"/>
                </a:ext>
              </a:extLst>
            </p:cNvPr>
            <p:cNvSpPr/>
            <p:nvPr/>
          </p:nvSpPr>
          <p:spPr>
            <a:xfrm>
              <a:off x="7335169" y="4147182"/>
              <a:ext cx="1412381" cy="364259"/>
            </a:xfrm>
            <a:prstGeom prst="rect">
              <a:avLst/>
            </a:prstGeom>
            <a:solidFill>
              <a:srgbClr val="FFF8E1"/>
            </a:solidFill>
            <a:ln>
              <a:solidFill>
                <a:srgbClr val="ADA99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r"/>
              <a:r>
                <a:rPr lang="en-US" sz="8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Verdana Pro"/>
                </a:rPr>
                <a:t>MONITORING DASHBOARDS</a:t>
              </a:r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pic>
          <p:nvPicPr>
            <p:cNvPr id="78" name="Picture 77" descr="A blue and white circle with a black background&#10;&#10;Description automatically generated">
              <a:extLst>
                <a:ext uri="{FF2B5EF4-FFF2-40B4-BE49-F238E27FC236}">
                  <a16:creationId xmlns:a16="http://schemas.microsoft.com/office/drawing/2014/main" id="{C550E435-5055-B12E-28F6-24354E413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371232" y="4182202"/>
              <a:ext cx="302895" cy="295275"/>
            </a:xfrm>
            <a:prstGeom prst="rect">
              <a:avLst/>
            </a:prstGeom>
          </p:spPr>
        </p:pic>
      </p:grp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8E5E414A-91A3-C45E-C105-7AC5CC9951EF}"/>
              </a:ext>
            </a:extLst>
          </p:cNvPr>
          <p:cNvCxnSpPr/>
          <p:nvPr/>
        </p:nvCxnSpPr>
        <p:spPr>
          <a:xfrm flipV="1">
            <a:off x="6772050" y="4246200"/>
            <a:ext cx="608400" cy="381600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170759D-2585-6050-3B0C-8A81C0D830AB}"/>
              </a:ext>
            </a:extLst>
          </p:cNvPr>
          <p:cNvCxnSpPr>
            <a:cxnSpLocks/>
          </p:cNvCxnSpPr>
          <p:nvPr/>
        </p:nvCxnSpPr>
        <p:spPr>
          <a:xfrm flipV="1">
            <a:off x="3744042" y="2711560"/>
            <a:ext cx="152275" cy="188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C84D920-F2B2-3448-0588-0ADF85A96ECC}"/>
              </a:ext>
            </a:extLst>
          </p:cNvPr>
          <p:cNvCxnSpPr>
            <a:cxnSpLocks/>
          </p:cNvCxnSpPr>
          <p:nvPr/>
        </p:nvCxnSpPr>
        <p:spPr>
          <a:xfrm flipV="1">
            <a:off x="5233002" y="2708143"/>
            <a:ext cx="173707" cy="188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50DF5B8-1CCB-1106-66CA-731287EE4FCF}"/>
              </a:ext>
            </a:extLst>
          </p:cNvPr>
          <p:cNvGrpSpPr/>
          <p:nvPr/>
        </p:nvGrpSpPr>
        <p:grpSpPr>
          <a:xfrm>
            <a:off x="7381282" y="3011828"/>
            <a:ext cx="1413368" cy="810478"/>
            <a:chOff x="7381282" y="1168942"/>
            <a:chExt cx="1413368" cy="810478"/>
          </a:xfrm>
        </p:grpSpPr>
        <p:sp>
          <p:nvSpPr>
            <p:cNvPr id="40" name="Google Shape;406;p55">
              <a:extLst>
                <a:ext uri="{FF2B5EF4-FFF2-40B4-BE49-F238E27FC236}">
                  <a16:creationId xmlns:a16="http://schemas.microsoft.com/office/drawing/2014/main" id="{E9D08302-C88E-87E7-A8F8-76DF8149F8CC}"/>
                </a:ext>
              </a:extLst>
            </p:cNvPr>
            <p:cNvSpPr/>
            <p:nvPr/>
          </p:nvSpPr>
          <p:spPr>
            <a:xfrm>
              <a:off x="7381282" y="1168942"/>
              <a:ext cx="1412380" cy="810478"/>
            </a:xfrm>
            <a:prstGeom prst="rect">
              <a:avLst/>
            </a:prstGeom>
            <a:solidFill>
              <a:srgbClr val="F6F6F6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Verdana Pro"/>
                </a:rPr>
                <a:t>N/A </a:t>
              </a:r>
            </a:p>
          </p:txBody>
        </p:sp>
        <p:sp>
          <p:nvSpPr>
            <p:cNvPr id="48" name="Google Shape;406;p55">
              <a:extLst>
                <a:ext uri="{FF2B5EF4-FFF2-40B4-BE49-F238E27FC236}">
                  <a16:creationId xmlns:a16="http://schemas.microsoft.com/office/drawing/2014/main" id="{1BEE30F3-9998-FCE2-00EF-5A9E984DA01D}"/>
                </a:ext>
              </a:extLst>
            </p:cNvPr>
            <p:cNvSpPr/>
            <p:nvPr/>
          </p:nvSpPr>
          <p:spPr>
            <a:xfrm>
              <a:off x="7382269" y="1170582"/>
              <a:ext cx="1412381" cy="364259"/>
            </a:xfrm>
            <a:prstGeom prst="rect">
              <a:avLst/>
            </a:prstGeom>
            <a:solidFill>
              <a:srgbClr val="FFF8E1"/>
            </a:solidFill>
            <a:ln>
              <a:solidFill>
                <a:srgbClr val="ADA99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sz="8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Verdana Pro"/>
                </a:rPr>
                <a:t>OUTBOUND</a:t>
              </a:r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E7DDEC8-BE0F-E5FE-198B-2376B135F3A3}"/>
              </a:ext>
            </a:extLst>
          </p:cNvPr>
          <p:cNvGrpSpPr/>
          <p:nvPr/>
        </p:nvGrpSpPr>
        <p:grpSpPr>
          <a:xfrm>
            <a:off x="414335" y="3006764"/>
            <a:ext cx="1228147" cy="278883"/>
            <a:chOff x="403359" y="2884621"/>
            <a:chExt cx="1228147" cy="278883"/>
          </a:xfrm>
        </p:grpSpPr>
        <p:sp>
          <p:nvSpPr>
            <p:cNvPr id="60" name="Google Shape;406;p55">
              <a:extLst>
                <a:ext uri="{FF2B5EF4-FFF2-40B4-BE49-F238E27FC236}">
                  <a16:creationId xmlns:a16="http://schemas.microsoft.com/office/drawing/2014/main" id="{44C8CF4A-C6B0-4CB9-AFF4-3AE78B2DDC29}"/>
                </a:ext>
              </a:extLst>
            </p:cNvPr>
            <p:cNvSpPr/>
            <p:nvPr/>
          </p:nvSpPr>
          <p:spPr>
            <a:xfrm>
              <a:off x="403359" y="2884621"/>
              <a:ext cx="1228147" cy="278883"/>
            </a:xfrm>
            <a:prstGeom prst="roundRect">
              <a:avLst>
                <a:gd name="adj" fmla="val 3973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spcFirstLastPara="1" wrap="square" lIns="45720" tIns="0" rIns="0" bIns="0" anchor="ctr" anchorCtr="0">
              <a:noAutofit/>
            </a:bodyPr>
            <a:lstStyle/>
            <a:p>
              <a:r>
                <a:rPr 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/>
                </a:rPr>
                <a:t>claims</a:t>
              </a:r>
              <a:endParaRPr lang="en-US" dirty="0"/>
            </a:p>
          </p:txBody>
        </p:sp>
        <p:pic>
          <p:nvPicPr>
            <p:cNvPr id="61" name="Picture 4" descr="https://i0.wp.com/deepinthecode.com/wp-content/uploads/2019/01/sqlserverlogo.png">
              <a:extLst>
                <a:ext uri="{FF2B5EF4-FFF2-40B4-BE49-F238E27FC236}">
                  <a16:creationId xmlns:a16="http://schemas.microsoft.com/office/drawing/2014/main" id="{99DD16A7-B165-FBDE-75C3-A525B87032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687" y="2956274"/>
              <a:ext cx="532327" cy="1355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69F7004-5090-A714-6035-DF52A8F85E2C}"/>
              </a:ext>
            </a:extLst>
          </p:cNvPr>
          <p:cNvGrpSpPr/>
          <p:nvPr/>
        </p:nvGrpSpPr>
        <p:grpSpPr>
          <a:xfrm>
            <a:off x="415410" y="3399052"/>
            <a:ext cx="1228147" cy="278883"/>
            <a:chOff x="403359" y="2884621"/>
            <a:chExt cx="1228147" cy="278883"/>
          </a:xfrm>
        </p:grpSpPr>
        <p:sp>
          <p:nvSpPr>
            <p:cNvPr id="73" name="Google Shape;406;p55">
              <a:extLst>
                <a:ext uri="{FF2B5EF4-FFF2-40B4-BE49-F238E27FC236}">
                  <a16:creationId xmlns:a16="http://schemas.microsoft.com/office/drawing/2014/main" id="{B7846EE1-89F9-B037-CB06-D7D52A1C6474}"/>
                </a:ext>
              </a:extLst>
            </p:cNvPr>
            <p:cNvSpPr/>
            <p:nvPr/>
          </p:nvSpPr>
          <p:spPr>
            <a:xfrm>
              <a:off x="403359" y="2884621"/>
              <a:ext cx="1228147" cy="278883"/>
            </a:xfrm>
            <a:prstGeom prst="roundRect">
              <a:avLst>
                <a:gd name="adj" fmla="val 3973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spcFirstLastPara="1" wrap="square" lIns="45720" tIns="0" rIns="0" bIns="0" anchor="ctr" anchorCtr="0">
              <a:noAutofit/>
            </a:bodyPr>
            <a:lstStyle/>
            <a:p>
              <a:r>
                <a:rPr 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/>
                </a:rPr>
                <a:t>remits</a:t>
              </a:r>
              <a:endParaRPr lang="en-US" dirty="0"/>
            </a:p>
          </p:txBody>
        </p:sp>
        <p:pic>
          <p:nvPicPr>
            <p:cNvPr id="74" name="Picture 4" descr="https://i0.wp.com/deepinthecode.com/wp-content/uploads/2019/01/sqlserverlogo.png">
              <a:extLst>
                <a:ext uri="{FF2B5EF4-FFF2-40B4-BE49-F238E27FC236}">
                  <a16:creationId xmlns:a16="http://schemas.microsoft.com/office/drawing/2014/main" id="{544756B4-252A-988A-1057-391F9BE68C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687" y="2956274"/>
              <a:ext cx="532327" cy="1355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Google Shape;406;p55">
            <a:extLst>
              <a:ext uri="{FF2B5EF4-FFF2-40B4-BE49-F238E27FC236}">
                <a16:creationId xmlns:a16="http://schemas.microsoft.com/office/drawing/2014/main" id="{493559E4-83CF-83C5-DD47-BB33C580A75A}"/>
              </a:ext>
            </a:extLst>
          </p:cNvPr>
          <p:cNvSpPr/>
          <p:nvPr/>
        </p:nvSpPr>
        <p:spPr>
          <a:xfrm>
            <a:off x="7477050" y="2058022"/>
            <a:ext cx="1228147" cy="358396"/>
          </a:xfrm>
          <a:prstGeom prst="roundRect">
            <a:avLst>
              <a:gd name="adj" fmla="val 3973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spcFirstLastPara="1" wrap="square" lIns="45720" tIns="0" rIns="0" bIns="0" anchor="ctr" anchorCtr="0">
            <a:noAutofit/>
          </a:bodyPr>
          <a:lstStyle/>
          <a:p>
            <a:r>
              <a:rPr lang="en-US" sz="800" b="1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</a:rPr>
              <a:t>Power BI</a:t>
            </a:r>
            <a:endParaRPr lang="en-US" err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4" name="Picture 33" descr="File:New Power BI Logo.svg - Wikimedia Commons">
            <a:extLst>
              <a:ext uri="{FF2B5EF4-FFF2-40B4-BE49-F238E27FC236}">
                <a16:creationId xmlns:a16="http://schemas.microsoft.com/office/drawing/2014/main" id="{9030A6B1-AB0A-F16C-F846-82DA2E4E2A8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66678" y="2082033"/>
            <a:ext cx="303144" cy="303144"/>
          </a:xfrm>
          <a:prstGeom prst="rect">
            <a:avLst/>
          </a:prstGeom>
        </p:spPr>
      </p:pic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68EF7661-78CD-4716-91D2-3CECA4A24D92}"/>
              </a:ext>
            </a:extLst>
          </p:cNvPr>
          <p:cNvCxnSpPr/>
          <p:nvPr/>
        </p:nvCxnSpPr>
        <p:spPr>
          <a:xfrm flipV="1">
            <a:off x="6773517" y="2223881"/>
            <a:ext cx="606287" cy="496956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DF3B036-0A7F-F13A-1291-AE75B736B0E4}"/>
              </a:ext>
            </a:extLst>
          </p:cNvPr>
          <p:cNvGrpSpPr/>
          <p:nvPr/>
        </p:nvGrpSpPr>
        <p:grpSpPr>
          <a:xfrm>
            <a:off x="2586554" y="2583666"/>
            <a:ext cx="967832" cy="300500"/>
            <a:chOff x="2586554" y="3224740"/>
            <a:chExt cx="967832" cy="300500"/>
          </a:xfrm>
        </p:grpSpPr>
        <p:sp>
          <p:nvSpPr>
            <p:cNvPr id="75" name="Google Shape;406;p55">
              <a:extLst>
                <a:ext uri="{FF2B5EF4-FFF2-40B4-BE49-F238E27FC236}">
                  <a16:creationId xmlns:a16="http://schemas.microsoft.com/office/drawing/2014/main" id="{1EEE6F32-37C4-EC1C-0812-B3450D11F863}"/>
                </a:ext>
              </a:extLst>
            </p:cNvPr>
            <p:cNvSpPr/>
            <p:nvPr/>
          </p:nvSpPr>
          <p:spPr>
            <a:xfrm>
              <a:off x="2586554" y="3224740"/>
              <a:ext cx="967832" cy="300500"/>
            </a:xfrm>
            <a:prstGeom prst="roundRect">
              <a:avLst>
                <a:gd name="adj" fmla="val 3973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r"/>
              <a:r>
                <a:rPr 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/>
                </a:rPr>
                <a:t>Cloud </a:t>
              </a:r>
              <a:br>
                <a:rPr 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/>
                </a:rPr>
              </a:br>
              <a:r>
                <a:rPr 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/>
                </a:rPr>
                <a:t>Storage </a:t>
              </a:r>
            </a:p>
          </p:txBody>
        </p:sp>
        <p:pic>
          <p:nvPicPr>
            <p:cNvPr id="76" name="Picture 75" descr="A blue and black rectangular object with white squares&#10;&#10;Description automatically generated">
              <a:extLst>
                <a:ext uri="{FF2B5EF4-FFF2-40B4-BE49-F238E27FC236}">
                  <a16:creationId xmlns:a16="http://schemas.microsoft.com/office/drawing/2014/main" id="{317418F2-8C4B-3576-E204-B2C06CAAA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692021" y="3270877"/>
              <a:ext cx="267209" cy="207660"/>
            </a:xfrm>
            <a:prstGeom prst="rect">
              <a:avLst/>
            </a:prstGeom>
          </p:spPr>
        </p:pic>
      </p:grp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F36AC15E-2ED2-926B-14DB-0CA07D98613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96566" y="3367472"/>
            <a:ext cx="407261" cy="1"/>
          </a:xfrm>
          <a:prstGeom prst="bentConnector3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C54A2CD-E25D-0216-EEBF-04DD58EAF2C9}"/>
              </a:ext>
            </a:extLst>
          </p:cNvPr>
          <p:cNvCxnSpPr>
            <a:cxnSpLocks/>
          </p:cNvCxnSpPr>
          <p:nvPr/>
        </p:nvCxnSpPr>
        <p:spPr>
          <a:xfrm>
            <a:off x="1646748" y="3148104"/>
            <a:ext cx="253449" cy="2"/>
          </a:xfrm>
          <a:prstGeom prst="straightConnector1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40FDDB1-AD57-C584-8645-C6BF1DFB5A38}"/>
              </a:ext>
            </a:extLst>
          </p:cNvPr>
          <p:cNvCxnSpPr>
            <a:cxnSpLocks/>
          </p:cNvCxnSpPr>
          <p:nvPr/>
        </p:nvCxnSpPr>
        <p:spPr>
          <a:xfrm>
            <a:off x="3824317" y="5604674"/>
            <a:ext cx="253449" cy="2"/>
          </a:xfrm>
          <a:prstGeom prst="straightConnector1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9D21EF-EB69-4BE6-3FDC-F0CE25F4A7B6}"/>
              </a:ext>
            </a:extLst>
          </p:cNvPr>
          <p:cNvCxnSpPr>
            <a:cxnSpLocks/>
          </p:cNvCxnSpPr>
          <p:nvPr/>
        </p:nvCxnSpPr>
        <p:spPr>
          <a:xfrm>
            <a:off x="1642248" y="3571104"/>
            <a:ext cx="2926449" cy="4502"/>
          </a:xfrm>
          <a:prstGeom prst="straightConnector1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4B82595-4077-DF03-BA0A-476B83C5BE38}"/>
              </a:ext>
            </a:extLst>
          </p:cNvPr>
          <p:cNvCxnSpPr/>
          <p:nvPr/>
        </p:nvCxnSpPr>
        <p:spPr>
          <a:xfrm flipH="1" flipV="1">
            <a:off x="4561200" y="3294450"/>
            <a:ext cx="3600" cy="2826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514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B34464-EB52-4451-8F9A-AFC6D361B5B8}"/>
              </a:ext>
            </a:extLst>
          </p:cNvPr>
          <p:cNvSpPr/>
          <p:nvPr/>
        </p:nvSpPr>
        <p:spPr>
          <a:xfrm>
            <a:off x="2356570" y="895351"/>
            <a:ext cx="6679854" cy="2233034"/>
          </a:xfrm>
          <a:prstGeom prst="roundRect">
            <a:avLst/>
          </a:prstGeom>
          <a:ln>
            <a:solidFill>
              <a:srgbClr val="4485F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3838AF2-AB73-4470-AD99-6EB04F8891F9}"/>
              </a:ext>
            </a:extLst>
          </p:cNvPr>
          <p:cNvSpPr/>
          <p:nvPr/>
        </p:nvSpPr>
        <p:spPr>
          <a:xfrm>
            <a:off x="4690032" y="1100752"/>
            <a:ext cx="1034570" cy="1803813"/>
          </a:xfrm>
          <a:prstGeom prst="roundRect">
            <a:avLst/>
          </a:prstGeom>
          <a:ln w="9525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800" dirty="0"/>
              <a:t>Optional Checks</a:t>
            </a:r>
          </a:p>
        </p:txBody>
      </p:sp>
      <p:pic>
        <p:nvPicPr>
          <p:cNvPr id="400" name="Google Shape;400;p54" descr="https://lh4.googleusercontent.com/eMTOcBfgc-2mfiMP-x04JNU7FEZANxl3mdFTPj6Q224KwR9FieY6r100Reh7SGtzItzNpwUuEEyg9eP6PzH0WcrBgAQIqq0_u_OQty79qRhUJ7JweewTNQxBclhXs6taK_VxE91pFWkUKX3kyqUy8evH2GJ5S7Npo7xYs2s811i_H6VUt-QAOkTIwgXXds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00" y="4641697"/>
            <a:ext cx="880650" cy="4086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99EAA49F-F465-4676-83EB-0C96CDF42552}"/>
              </a:ext>
            </a:extLst>
          </p:cNvPr>
          <p:cNvSpPr txBox="1">
            <a:spLocks/>
          </p:cNvSpPr>
          <p:nvPr/>
        </p:nvSpPr>
        <p:spPr>
          <a:xfrm>
            <a:off x="240300" y="123478"/>
            <a:ext cx="8724300" cy="62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3000"/>
              <a:buFont typeface="Verdana"/>
              <a:buNone/>
              <a:defRPr sz="3000" b="0" i="0" u="none" strike="noStrike" cap="none">
                <a:solidFill>
                  <a:srgbClr val="0066A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Ingest Workflow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A2B6C8-304F-4B73-B882-8A56971DE0A0}"/>
              </a:ext>
            </a:extLst>
          </p:cNvPr>
          <p:cNvSpPr/>
          <p:nvPr/>
        </p:nvSpPr>
        <p:spPr>
          <a:xfrm>
            <a:off x="351384" y="895351"/>
            <a:ext cx="1757343" cy="3569074"/>
          </a:xfrm>
          <a:prstGeom prst="roundRect">
            <a:avLst/>
          </a:prstGeom>
          <a:ln>
            <a:solidFill>
              <a:srgbClr val="4485F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FB57C1-166A-4AD3-BF73-E3AF23C815A1}"/>
              </a:ext>
            </a:extLst>
          </p:cNvPr>
          <p:cNvSpPr/>
          <p:nvPr/>
        </p:nvSpPr>
        <p:spPr>
          <a:xfrm>
            <a:off x="3696254" y="3385280"/>
            <a:ext cx="4000487" cy="1180384"/>
          </a:xfrm>
          <a:prstGeom prst="roundRect">
            <a:avLst/>
          </a:prstGeom>
          <a:ln>
            <a:solidFill>
              <a:srgbClr val="4485F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40AFC8E-DF7F-428E-8CD8-08C5A639C1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366" y="998550"/>
            <a:ext cx="1045269" cy="6968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FD15D7-D8BA-47BD-8640-B54018F55F48}"/>
              </a:ext>
            </a:extLst>
          </p:cNvPr>
          <p:cNvSpPr txBox="1"/>
          <p:nvPr/>
        </p:nvSpPr>
        <p:spPr>
          <a:xfrm>
            <a:off x="968189" y="1100752"/>
            <a:ext cx="124085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Storage</a:t>
            </a:r>
          </a:p>
          <a:p>
            <a:r>
              <a:rPr lang="en-US" sz="1200" dirty="0">
                <a:solidFill>
                  <a:schemeClr val="tx2">
                    <a:lumMod val="50000"/>
                  </a:schemeClr>
                </a:solidFill>
              </a:rPr>
              <a:t>Cloud Storage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7E773B-669C-4081-8F5C-083FD1BE3F28}"/>
              </a:ext>
            </a:extLst>
          </p:cNvPr>
          <p:cNvSpPr txBox="1"/>
          <p:nvPr/>
        </p:nvSpPr>
        <p:spPr>
          <a:xfrm>
            <a:off x="964039" y="2345310"/>
            <a:ext cx="1023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DAG Code</a:t>
            </a:r>
          </a:p>
          <a:p>
            <a:r>
              <a:rPr lang="en-US" sz="1200" dirty="0"/>
              <a:t>Templates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836D449-490B-40CD-AC4D-418325F570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895" y="2312617"/>
            <a:ext cx="527050" cy="52705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80C4008-3D26-43EC-9138-EFB7CA771E2B}"/>
              </a:ext>
            </a:extLst>
          </p:cNvPr>
          <p:cNvSpPr txBox="1"/>
          <p:nvPr/>
        </p:nvSpPr>
        <p:spPr>
          <a:xfrm>
            <a:off x="964040" y="3206213"/>
            <a:ext cx="11029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LOB Config</a:t>
            </a:r>
          </a:p>
          <a:p>
            <a:r>
              <a:rPr lang="en-US" sz="1200" dirty="0"/>
              <a:t>Source SQLs</a:t>
            </a:r>
          </a:p>
          <a:p>
            <a:r>
              <a:rPr lang="en-US" sz="1200" dirty="0"/>
              <a:t>Ingest Info</a:t>
            </a:r>
          </a:p>
          <a:p>
            <a:r>
              <a:rPr lang="en-US" sz="1200" dirty="0"/>
              <a:t>File Layouts</a:t>
            </a:r>
          </a:p>
        </p:txBody>
      </p:sp>
      <p:sp>
        <p:nvSpPr>
          <p:cNvPr id="26" name="Flowchart: Process 25">
            <a:extLst>
              <a:ext uri="{FF2B5EF4-FFF2-40B4-BE49-F238E27FC236}">
                <a16:creationId xmlns:a16="http://schemas.microsoft.com/office/drawing/2014/main" id="{495DDC7E-749F-4C62-86D0-44F2239AF9EC}"/>
              </a:ext>
            </a:extLst>
          </p:cNvPr>
          <p:cNvSpPr/>
          <p:nvPr/>
        </p:nvSpPr>
        <p:spPr>
          <a:xfrm>
            <a:off x="3937263" y="1802660"/>
            <a:ext cx="571500" cy="399996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Start</a:t>
            </a:r>
          </a:p>
          <a:p>
            <a:pPr algn="ctr"/>
            <a:r>
              <a:rPr lang="en-US" sz="800" dirty="0"/>
              <a:t>DAG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FB2A8065-88EC-4CA4-991F-579CF9CC82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49117" y="1346973"/>
            <a:ext cx="635000" cy="635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95EA392-30B2-429C-B283-0BD20F227953}"/>
              </a:ext>
            </a:extLst>
          </p:cNvPr>
          <p:cNvSpPr txBox="1"/>
          <p:nvPr/>
        </p:nvSpPr>
        <p:spPr>
          <a:xfrm>
            <a:off x="2448161" y="1948679"/>
            <a:ext cx="14199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Orchestration</a:t>
            </a:r>
          </a:p>
          <a:p>
            <a:r>
              <a:rPr lang="en-US" sz="1200" dirty="0">
                <a:solidFill>
                  <a:schemeClr val="tx2">
                    <a:lumMod val="50000"/>
                  </a:schemeClr>
                </a:solidFill>
              </a:rPr>
              <a:t>Cloud Composer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5F7136A-55E7-4EB5-AE35-4766D02DDB03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098429" y="2011868"/>
            <a:ext cx="258141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Flowchart: Process 39">
            <a:extLst>
              <a:ext uri="{FF2B5EF4-FFF2-40B4-BE49-F238E27FC236}">
                <a16:creationId xmlns:a16="http://schemas.microsoft.com/office/drawing/2014/main" id="{B64BE2FB-2F1C-41E4-9C1F-5BA79A457FAB}"/>
              </a:ext>
            </a:extLst>
          </p:cNvPr>
          <p:cNvSpPr/>
          <p:nvPr/>
        </p:nvSpPr>
        <p:spPr>
          <a:xfrm>
            <a:off x="4838367" y="1667169"/>
            <a:ext cx="737900" cy="399996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Check Done File</a:t>
            </a:r>
          </a:p>
        </p:txBody>
      </p:sp>
      <p:sp>
        <p:nvSpPr>
          <p:cNvPr id="41" name="Flowchart: Process 40">
            <a:extLst>
              <a:ext uri="{FF2B5EF4-FFF2-40B4-BE49-F238E27FC236}">
                <a16:creationId xmlns:a16="http://schemas.microsoft.com/office/drawing/2014/main" id="{2D4186A4-C873-4BD2-B1C4-9F617241F24E}"/>
              </a:ext>
            </a:extLst>
          </p:cNvPr>
          <p:cNvSpPr/>
          <p:nvPr/>
        </p:nvSpPr>
        <p:spPr>
          <a:xfrm>
            <a:off x="4838368" y="2178560"/>
            <a:ext cx="737899" cy="399996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Sensor – Other DAG Completion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5E5ED8A-238C-496E-8C36-7F6A1E67B30A}"/>
              </a:ext>
            </a:extLst>
          </p:cNvPr>
          <p:cNvCxnSpPr>
            <a:cxnSpLocks/>
            <a:stCxn id="26" idx="3"/>
            <a:endCxn id="38" idx="1"/>
          </p:cNvCxnSpPr>
          <p:nvPr/>
        </p:nvCxnSpPr>
        <p:spPr>
          <a:xfrm>
            <a:off x="4508763" y="2002658"/>
            <a:ext cx="181269" cy="1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3DDAA6A-E91E-4E2B-A448-A0560110913B}"/>
              </a:ext>
            </a:extLst>
          </p:cNvPr>
          <p:cNvCxnSpPr>
            <a:cxnSpLocks/>
          </p:cNvCxnSpPr>
          <p:nvPr/>
        </p:nvCxnSpPr>
        <p:spPr>
          <a:xfrm>
            <a:off x="351384" y="1695396"/>
            <a:ext cx="17470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7C2D2C0-6513-4494-BA1B-210C38855832}"/>
              </a:ext>
            </a:extLst>
          </p:cNvPr>
          <p:cNvCxnSpPr/>
          <p:nvPr/>
        </p:nvCxnSpPr>
        <p:spPr>
          <a:xfrm>
            <a:off x="3821634" y="895351"/>
            <a:ext cx="0" cy="22330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431EE0F6-9976-4896-8451-84DE4428FC15}"/>
              </a:ext>
            </a:extLst>
          </p:cNvPr>
          <p:cNvSpPr/>
          <p:nvPr/>
        </p:nvSpPr>
        <p:spPr>
          <a:xfrm>
            <a:off x="5911356" y="1100752"/>
            <a:ext cx="1034570" cy="1803813"/>
          </a:xfrm>
          <a:prstGeom prst="roundRect">
            <a:avLst/>
          </a:prstGeom>
          <a:ln w="9525"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800" dirty="0"/>
              <a:t>Load Process</a:t>
            </a: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id="{D75ADF24-F54B-4EFE-A19E-FF22B35E4854}"/>
              </a:ext>
            </a:extLst>
          </p:cNvPr>
          <p:cNvSpPr/>
          <p:nvPr/>
        </p:nvSpPr>
        <p:spPr>
          <a:xfrm>
            <a:off x="6059692" y="1905373"/>
            <a:ext cx="737900" cy="399996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Trigger Dataflow Job</a:t>
            </a:r>
          </a:p>
        </p:txBody>
      </p:sp>
      <p:sp>
        <p:nvSpPr>
          <p:cNvPr id="64" name="Flowchart: Process 63">
            <a:extLst>
              <a:ext uri="{FF2B5EF4-FFF2-40B4-BE49-F238E27FC236}">
                <a16:creationId xmlns:a16="http://schemas.microsoft.com/office/drawing/2014/main" id="{EFD203B7-3889-416C-8DCD-24CA27839926}"/>
              </a:ext>
            </a:extLst>
          </p:cNvPr>
          <p:cNvSpPr/>
          <p:nvPr/>
        </p:nvSpPr>
        <p:spPr>
          <a:xfrm>
            <a:off x="6059692" y="2413252"/>
            <a:ext cx="737900" cy="399996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Wait for Completion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852E829-8713-4815-A2FB-048C87581C19}"/>
              </a:ext>
            </a:extLst>
          </p:cNvPr>
          <p:cNvCxnSpPr>
            <a:cxnSpLocks/>
            <a:stCxn id="38" idx="3"/>
            <a:endCxn id="62" idx="1"/>
          </p:cNvCxnSpPr>
          <p:nvPr/>
        </p:nvCxnSpPr>
        <p:spPr>
          <a:xfrm>
            <a:off x="5724602" y="2002659"/>
            <a:ext cx="186754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9C9B6E56-4274-4DF6-9950-59251558D55A}"/>
              </a:ext>
            </a:extLst>
          </p:cNvPr>
          <p:cNvSpPr/>
          <p:nvPr/>
        </p:nvSpPr>
        <p:spPr>
          <a:xfrm>
            <a:off x="7124580" y="1100752"/>
            <a:ext cx="1034570" cy="1803813"/>
          </a:xfrm>
          <a:prstGeom prst="roundRect">
            <a:avLst/>
          </a:prstGeom>
          <a:ln w="9525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800" dirty="0"/>
              <a:t>Optional</a:t>
            </a:r>
          </a:p>
        </p:txBody>
      </p: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0D86C6C8-E4B9-4665-91AA-B85C910C2917}"/>
              </a:ext>
            </a:extLst>
          </p:cNvPr>
          <p:cNvSpPr/>
          <p:nvPr/>
        </p:nvSpPr>
        <p:spPr>
          <a:xfrm>
            <a:off x="7242179" y="1802660"/>
            <a:ext cx="737900" cy="399996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Reverse Done File</a:t>
            </a:r>
          </a:p>
        </p:txBody>
      </p:sp>
      <p:sp>
        <p:nvSpPr>
          <p:cNvPr id="71" name="Flowchart: Process 70">
            <a:extLst>
              <a:ext uri="{FF2B5EF4-FFF2-40B4-BE49-F238E27FC236}">
                <a16:creationId xmlns:a16="http://schemas.microsoft.com/office/drawing/2014/main" id="{B51B94B2-0707-4AE5-8A60-67AE26CD8DE4}"/>
              </a:ext>
            </a:extLst>
          </p:cNvPr>
          <p:cNvSpPr/>
          <p:nvPr/>
        </p:nvSpPr>
        <p:spPr>
          <a:xfrm>
            <a:off x="8335321" y="1802660"/>
            <a:ext cx="571500" cy="399996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End</a:t>
            </a:r>
          </a:p>
          <a:p>
            <a:pPr algn="ctr"/>
            <a:r>
              <a:rPr lang="en-US" sz="800" dirty="0"/>
              <a:t>DAG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6ECBA3E-89C3-4112-849D-0196EF191BE6}"/>
              </a:ext>
            </a:extLst>
          </p:cNvPr>
          <p:cNvCxnSpPr>
            <a:cxnSpLocks/>
            <a:stCxn id="62" idx="3"/>
            <a:endCxn id="69" idx="1"/>
          </p:cNvCxnSpPr>
          <p:nvPr/>
        </p:nvCxnSpPr>
        <p:spPr>
          <a:xfrm>
            <a:off x="6945926" y="2002659"/>
            <a:ext cx="178654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174A914-286B-4FE3-8D78-8048FEBCD957}"/>
              </a:ext>
            </a:extLst>
          </p:cNvPr>
          <p:cNvCxnSpPr>
            <a:cxnSpLocks/>
            <a:stCxn id="69" idx="3"/>
            <a:endCxn id="71" idx="1"/>
          </p:cNvCxnSpPr>
          <p:nvPr/>
        </p:nvCxnSpPr>
        <p:spPr>
          <a:xfrm flipV="1">
            <a:off x="8159150" y="2002658"/>
            <a:ext cx="176171" cy="1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8" name="Flowchart: Process 87">
            <a:extLst>
              <a:ext uri="{FF2B5EF4-FFF2-40B4-BE49-F238E27FC236}">
                <a16:creationId xmlns:a16="http://schemas.microsoft.com/office/drawing/2014/main" id="{25DA25C9-9172-481B-8308-71BAF158E480}"/>
              </a:ext>
            </a:extLst>
          </p:cNvPr>
          <p:cNvSpPr/>
          <p:nvPr/>
        </p:nvSpPr>
        <p:spPr>
          <a:xfrm>
            <a:off x="6064598" y="1420160"/>
            <a:ext cx="737900" cy="399996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Truncate Tables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4DF91FB-2D42-4058-B0CF-1917193C8B0B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5696497" y="3128385"/>
            <a:ext cx="1" cy="256895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8" name="Graphic 97">
            <a:extLst>
              <a:ext uri="{FF2B5EF4-FFF2-40B4-BE49-F238E27FC236}">
                <a16:creationId xmlns:a16="http://schemas.microsoft.com/office/drawing/2014/main" id="{A835BC75-876F-4BCF-9D2A-5C254B3BB4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61430" y="3507410"/>
            <a:ext cx="528284" cy="528284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911BDEC3-08BF-48C6-B7EC-9628EDCE0EF9}"/>
              </a:ext>
            </a:extLst>
          </p:cNvPr>
          <p:cNvSpPr txBox="1"/>
          <p:nvPr/>
        </p:nvSpPr>
        <p:spPr>
          <a:xfrm>
            <a:off x="3787371" y="3989470"/>
            <a:ext cx="127640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Pipeline</a:t>
            </a:r>
          </a:p>
          <a:p>
            <a:r>
              <a:rPr lang="en-US" sz="1200" dirty="0">
                <a:solidFill>
                  <a:schemeClr val="tx2">
                    <a:lumMod val="50000"/>
                  </a:schemeClr>
                </a:solidFill>
              </a:rPr>
              <a:t>Cloud Dataflow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C3A1802-9786-4323-AA46-82E1072479C8}"/>
              </a:ext>
            </a:extLst>
          </p:cNvPr>
          <p:cNvCxnSpPr/>
          <p:nvPr/>
        </p:nvCxnSpPr>
        <p:spPr>
          <a:xfrm>
            <a:off x="5063778" y="3385280"/>
            <a:ext cx="0" cy="1180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Graphic 102">
            <a:extLst>
              <a:ext uri="{FF2B5EF4-FFF2-40B4-BE49-F238E27FC236}">
                <a16:creationId xmlns:a16="http://schemas.microsoft.com/office/drawing/2014/main" id="{798D3C4C-C96F-4843-8689-E016A399702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7502" y="3333182"/>
            <a:ext cx="528443" cy="528443"/>
          </a:xfrm>
          <a:prstGeom prst="rect">
            <a:avLst/>
          </a:prstGeom>
        </p:spPr>
      </p:pic>
      <p:pic>
        <p:nvPicPr>
          <p:cNvPr id="105" name="Graphic 104">
            <a:extLst>
              <a:ext uri="{FF2B5EF4-FFF2-40B4-BE49-F238E27FC236}">
                <a16:creationId xmlns:a16="http://schemas.microsoft.com/office/drawing/2014/main" id="{C640616C-0ECE-4595-A40B-8ADD1C82406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34440" y="3585310"/>
            <a:ext cx="390162" cy="390162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80A0840B-B40A-46AE-AC31-437F59ED39E9}"/>
              </a:ext>
            </a:extLst>
          </p:cNvPr>
          <p:cNvSpPr txBox="1"/>
          <p:nvPr/>
        </p:nvSpPr>
        <p:spPr>
          <a:xfrm>
            <a:off x="5709837" y="3525330"/>
            <a:ext cx="198688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Cloud Datawarehouse</a:t>
            </a:r>
          </a:p>
          <a:p>
            <a:r>
              <a:rPr lang="en-US" sz="1200" dirty="0">
                <a:solidFill>
                  <a:schemeClr val="tx2">
                    <a:lumMod val="50000"/>
                  </a:schemeClr>
                </a:solidFill>
              </a:rPr>
              <a:t>BigQuery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A1DC507C-B53A-4E3E-AD56-1BD4952884A3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098429" y="3975471"/>
            <a:ext cx="1597825" cy="1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08BF73BB-5381-4474-82C4-A9B975554A79}"/>
              </a:ext>
            </a:extLst>
          </p:cNvPr>
          <p:cNvSpPr txBox="1"/>
          <p:nvPr/>
        </p:nvSpPr>
        <p:spPr>
          <a:xfrm>
            <a:off x="5576267" y="4077753"/>
            <a:ext cx="1840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LOB Staging Tables</a:t>
            </a:r>
          </a:p>
        </p:txBody>
      </p:sp>
    </p:spTree>
    <p:extLst>
      <p:ext uri="{BB962C8B-B14F-4D97-AF65-F5344CB8AC3E}">
        <p14:creationId xmlns:p14="http://schemas.microsoft.com/office/powerpoint/2010/main" val="826768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54" descr="https://lh4.googleusercontent.com/eMTOcBfgc-2mfiMP-x04JNU7FEZANxl3mdFTPj6Q224KwR9FieY6r100Reh7SGtzItzNpwUuEEyg9eP6PzH0WcrBgAQIqq0_u_OQty79qRhUJ7JweewTNQxBclhXs6taK_VxE91pFWkUKX3kyqUy8evH2GJ5S7Npo7xYs2s811i_H6VUt-QAOkTIwgXXds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00" y="4641697"/>
            <a:ext cx="880650" cy="4086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99EAA49F-F465-4676-83EB-0C96CDF42552}"/>
              </a:ext>
            </a:extLst>
          </p:cNvPr>
          <p:cNvSpPr txBox="1">
            <a:spLocks/>
          </p:cNvSpPr>
          <p:nvPr/>
        </p:nvSpPr>
        <p:spPr>
          <a:xfrm>
            <a:off x="240300" y="123478"/>
            <a:ext cx="8724300" cy="62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3000"/>
              <a:buFont typeface="Verdana"/>
              <a:buNone/>
              <a:defRPr sz="3000" b="0" i="0" u="none" strike="noStrike" cap="none">
                <a:solidFill>
                  <a:srgbClr val="0066A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Integration Workflow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C85D175-CC95-4C46-B0A2-247929E3910D}"/>
              </a:ext>
            </a:extLst>
          </p:cNvPr>
          <p:cNvSpPr/>
          <p:nvPr/>
        </p:nvSpPr>
        <p:spPr>
          <a:xfrm>
            <a:off x="2356570" y="895351"/>
            <a:ext cx="6679854" cy="2233034"/>
          </a:xfrm>
          <a:prstGeom prst="roundRect">
            <a:avLst/>
          </a:prstGeom>
          <a:ln>
            <a:solidFill>
              <a:srgbClr val="4485F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69E72B3-EE44-426B-B44A-38549065DDE2}"/>
              </a:ext>
            </a:extLst>
          </p:cNvPr>
          <p:cNvSpPr/>
          <p:nvPr/>
        </p:nvSpPr>
        <p:spPr>
          <a:xfrm>
            <a:off x="4690032" y="1100752"/>
            <a:ext cx="1034570" cy="1803813"/>
          </a:xfrm>
          <a:prstGeom prst="roundRect">
            <a:avLst/>
          </a:prstGeom>
          <a:ln w="9525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800" dirty="0"/>
              <a:t>Optional Checks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B6B15BB-D34C-4971-B898-92E430676431}"/>
              </a:ext>
            </a:extLst>
          </p:cNvPr>
          <p:cNvSpPr/>
          <p:nvPr/>
        </p:nvSpPr>
        <p:spPr>
          <a:xfrm>
            <a:off x="351384" y="895351"/>
            <a:ext cx="1757343" cy="3569074"/>
          </a:xfrm>
          <a:prstGeom prst="roundRect">
            <a:avLst/>
          </a:prstGeom>
          <a:ln>
            <a:solidFill>
              <a:srgbClr val="4485F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B93842B-19DA-4643-B029-5626653B88D2}"/>
              </a:ext>
            </a:extLst>
          </p:cNvPr>
          <p:cNvSpPr/>
          <p:nvPr/>
        </p:nvSpPr>
        <p:spPr>
          <a:xfrm>
            <a:off x="3696254" y="3385280"/>
            <a:ext cx="4000487" cy="1180384"/>
          </a:xfrm>
          <a:prstGeom prst="roundRect">
            <a:avLst/>
          </a:prstGeom>
          <a:ln>
            <a:solidFill>
              <a:srgbClr val="4485F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E673D584-7910-465B-A55C-93CB8E5B58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366" y="998550"/>
            <a:ext cx="1045269" cy="69684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75DA12D-1C17-4AA2-B1B0-B0C93D6B8929}"/>
              </a:ext>
            </a:extLst>
          </p:cNvPr>
          <p:cNvSpPr txBox="1"/>
          <p:nvPr/>
        </p:nvSpPr>
        <p:spPr>
          <a:xfrm>
            <a:off x="968189" y="1100752"/>
            <a:ext cx="124085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Storage</a:t>
            </a:r>
          </a:p>
          <a:p>
            <a:r>
              <a:rPr lang="en-US" sz="1200" dirty="0">
                <a:solidFill>
                  <a:schemeClr val="tx2">
                    <a:lumMod val="50000"/>
                  </a:schemeClr>
                </a:solidFill>
              </a:rPr>
              <a:t>Cloud Storage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4546B7-DB5C-4B83-8CF9-625A0DD7F65B}"/>
              </a:ext>
            </a:extLst>
          </p:cNvPr>
          <p:cNvSpPr txBox="1"/>
          <p:nvPr/>
        </p:nvSpPr>
        <p:spPr>
          <a:xfrm>
            <a:off x="964039" y="2345310"/>
            <a:ext cx="1023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DAG Code</a:t>
            </a:r>
          </a:p>
          <a:p>
            <a:r>
              <a:rPr lang="en-US" sz="1200" dirty="0"/>
              <a:t>Templates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B80C0506-9B9C-4E3B-9901-D7829D0261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895" y="2312617"/>
            <a:ext cx="527050" cy="52705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2853AC5A-E7C0-460B-A4AA-AAB7F2D6328F}"/>
              </a:ext>
            </a:extLst>
          </p:cNvPr>
          <p:cNvSpPr txBox="1"/>
          <p:nvPr/>
        </p:nvSpPr>
        <p:spPr>
          <a:xfrm>
            <a:off x="964039" y="3342955"/>
            <a:ext cx="1102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LOB Config</a:t>
            </a:r>
          </a:p>
          <a:p>
            <a:r>
              <a:rPr lang="en-US" sz="1200" dirty="0"/>
              <a:t>Pipeline Info</a:t>
            </a:r>
          </a:p>
        </p:txBody>
      </p:sp>
      <p:sp>
        <p:nvSpPr>
          <p:cNvPr id="42" name="Flowchart: Process 41">
            <a:extLst>
              <a:ext uri="{FF2B5EF4-FFF2-40B4-BE49-F238E27FC236}">
                <a16:creationId xmlns:a16="http://schemas.microsoft.com/office/drawing/2014/main" id="{7A218FA7-4BD0-45B9-87BB-D757BE8FF85C}"/>
              </a:ext>
            </a:extLst>
          </p:cNvPr>
          <p:cNvSpPr/>
          <p:nvPr/>
        </p:nvSpPr>
        <p:spPr>
          <a:xfrm>
            <a:off x="3937263" y="1802660"/>
            <a:ext cx="571500" cy="399996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Start</a:t>
            </a:r>
          </a:p>
          <a:p>
            <a:pPr algn="ctr"/>
            <a:r>
              <a:rPr lang="en-US" sz="800" dirty="0"/>
              <a:t>DAG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1FAEC9A1-4170-4206-834A-5912100052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40634" y="1346973"/>
            <a:ext cx="635000" cy="6350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858AE9D-E81D-4045-9EDB-308E027E0D8C}"/>
              </a:ext>
            </a:extLst>
          </p:cNvPr>
          <p:cNvSpPr txBox="1"/>
          <p:nvPr/>
        </p:nvSpPr>
        <p:spPr>
          <a:xfrm>
            <a:off x="2448161" y="1948679"/>
            <a:ext cx="14199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Orchestration</a:t>
            </a:r>
          </a:p>
          <a:p>
            <a:r>
              <a:rPr lang="en-US" sz="1200" dirty="0">
                <a:solidFill>
                  <a:schemeClr val="tx2">
                    <a:lumMod val="50000"/>
                  </a:schemeClr>
                </a:solidFill>
              </a:rPr>
              <a:t>Cloud Composer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F2D8CE4-4B02-4599-B28B-16B9A16C39BF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2098429" y="2011868"/>
            <a:ext cx="258141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Flowchart: Process 45">
            <a:extLst>
              <a:ext uri="{FF2B5EF4-FFF2-40B4-BE49-F238E27FC236}">
                <a16:creationId xmlns:a16="http://schemas.microsoft.com/office/drawing/2014/main" id="{C57CA69C-E1FE-4AFD-B8F6-90AA12B8D68E}"/>
              </a:ext>
            </a:extLst>
          </p:cNvPr>
          <p:cNvSpPr/>
          <p:nvPr/>
        </p:nvSpPr>
        <p:spPr>
          <a:xfrm>
            <a:off x="4838367" y="1667169"/>
            <a:ext cx="737900" cy="399996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Check Done File</a:t>
            </a:r>
          </a:p>
        </p:txBody>
      </p:sp>
      <p:sp>
        <p:nvSpPr>
          <p:cNvPr id="47" name="Flowchart: Process 46">
            <a:extLst>
              <a:ext uri="{FF2B5EF4-FFF2-40B4-BE49-F238E27FC236}">
                <a16:creationId xmlns:a16="http://schemas.microsoft.com/office/drawing/2014/main" id="{48603B05-5E48-46B9-82EE-33FE1D7D92F1}"/>
              </a:ext>
            </a:extLst>
          </p:cNvPr>
          <p:cNvSpPr/>
          <p:nvPr/>
        </p:nvSpPr>
        <p:spPr>
          <a:xfrm>
            <a:off x="4838368" y="2178560"/>
            <a:ext cx="737899" cy="399996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Sensor – Other DAG Completion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88C9D5E-A9C6-44AC-BC54-D513F0FDB555}"/>
              </a:ext>
            </a:extLst>
          </p:cNvPr>
          <p:cNvCxnSpPr>
            <a:cxnSpLocks/>
            <a:stCxn id="42" idx="3"/>
            <a:endCxn id="34" idx="1"/>
          </p:cNvCxnSpPr>
          <p:nvPr/>
        </p:nvCxnSpPr>
        <p:spPr>
          <a:xfrm>
            <a:off x="4508763" y="2002658"/>
            <a:ext cx="181269" cy="1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F27457D-1870-41FB-845A-E3AEB1A08B40}"/>
              </a:ext>
            </a:extLst>
          </p:cNvPr>
          <p:cNvCxnSpPr>
            <a:cxnSpLocks/>
          </p:cNvCxnSpPr>
          <p:nvPr/>
        </p:nvCxnSpPr>
        <p:spPr>
          <a:xfrm>
            <a:off x="351384" y="1695396"/>
            <a:ext cx="17470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0913178-C244-4280-95D7-31F6BDCA6D56}"/>
              </a:ext>
            </a:extLst>
          </p:cNvPr>
          <p:cNvCxnSpPr/>
          <p:nvPr/>
        </p:nvCxnSpPr>
        <p:spPr>
          <a:xfrm>
            <a:off x="3808934" y="895351"/>
            <a:ext cx="0" cy="22330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810668C-3C61-42F4-8F09-7AA22B834DA1}"/>
              </a:ext>
            </a:extLst>
          </p:cNvPr>
          <p:cNvSpPr/>
          <p:nvPr/>
        </p:nvSpPr>
        <p:spPr>
          <a:xfrm>
            <a:off x="5911356" y="1100752"/>
            <a:ext cx="1034570" cy="1803813"/>
          </a:xfrm>
          <a:prstGeom prst="roundRect">
            <a:avLst/>
          </a:prstGeom>
          <a:ln w="9525"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800" dirty="0"/>
              <a:t>Load Process</a:t>
            </a:r>
          </a:p>
        </p:txBody>
      </p:sp>
      <p:sp>
        <p:nvSpPr>
          <p:cNvPr id="52" name="Flowchart: Process 51">
            <a:extLst>
              <a:ext uri="{FF2B5EF4-FFF2-40B4-BE49-F238E27FC236}">
                <a16:creationId xmlns:a16="http://schemas.microsoft.com/office/drawing/2014/main" id="{06F7E170-B445-4E49-AE9B-37DB41A11132}"/>
              </a:ext>
            </a:extLst>
          </p:cNvPr>
          <p:cNvSpPr/>
          <p:nvPr/>
        </p:nvSpPr>
        <p:spPr>
          <a:xfrm>
            <a:off x="6059692" y="1667169"/>
            <a:ext cx="737900" cy="399996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Run Work &amp; Core Load Scripts</a:t>
            </a:r>
          </a:p>
        </p:txBody>
      </p:sp>
      <p:sp>
        <p:nvSpPr>
          <p:cNvPr id="53" name="Flowchart: Process 52">
            <a:extLst>
              <a:ext uri="{FF2B5EF4-FFF2-40B4-BE49-F238E27FC236}">
                <a16:creationId xmlns:a16="http://schemas.microsoft.com/office/drawing/2014/main" id="{ECDC8C99-C184-461A-A8F5-35B2BCFF6C10}"/>
              </a:ext>
            </a:extLst>
          </p:cNvPr>
          <p:cNvSpPr/>
          <p:nvPr/>
        </p:nvSpPr>
        <p:spPr>
          <a:xfrm>
            <a:off x="6059692" y="2178560"/>
            <a:ext cx="737900" cy="399996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Run Audit Scripts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784B87B-6A61-4DA2-B235-9C90B6B646AE}"/>
              </a:ext>
            </a:extLst>
          </p:cNvPr>
          <p:cNvCxnSpPr>
            <a:cxnSpLocks/>
            <a:stCxn id="34" idx="3"/>
            <a:endCxn id="51" idx="1"/>
          </p:cNvCxnSpPr>
          <p:nvPr/>
        </p:nvCxnSpPr>
        <p:spPr>
          <a:xfrm>
            <a:off x="5724602" y="2002659"/>
            <a:ext cx="186754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F56DEFA-21FD-4FB2-94C2-D6C676116EA4}"/>
              </a:ext>
            </a:extLst>
          </p:cNvPr>
          <p:cNvSpPr/>
          <p:nvPr/>
        </p:nvSpPr>
        <p:spPr>
          <a:xfrm>
            <a:off x="7124580" y="1100752"/>
            <a:ext cx="1034570" cy="1803813"/>
          </a:xfrm>
          <a:prstGeom prst="roundRect">
            <a:avLst/>
          </a:prstGeom>
          <a:ln w="9525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800" dirty="0"/>
              <a:t>Optional</a:t>
            </a:r>
          </a:p>
        </p:txBody>
      </p:sp>
      <p:sp>
        <p:nvSpPr>
          <p:cNvPr id="56" name="Flowchart: Process 55">
            <a:extLst>
              <a:ext uri="{FF2B5EF4-FFF2-40B4-BE49-F238E27FC236}">
                <a16:creationId xmlns:a16="http://schemas.microsoft.com/office/drawing/2014/main" id="{0E78D9C4-6960-4F8F-8E04-DF0003A94699}"/>
              </a:ext>
            </a:extLst>
          </p:cNvPr>
          <p:cNvSpPr/>
          <p:nvPr/>
        </p:nvSpPr>
        <p:spPr>
          <a:xfrm>
            <a:off x="7242179" y="1802660"/>
            <a:ext cx="737900" cy="399996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Reverse Done File</a:t>
            </a:r>
          </a:p>
        </p:txBody>
      </p:sp>
      <p:sp>
        <p:nvSpPr>
          <p:cNvPr id="57" name="Flowchart: Process 56">
            <a:extLst>
              <a:ext uri="{FF2B5EF4-FFF2-40B4-BE49-F238E27FC236}">
                <a16:creationId xmlns:a16="http://schemas.microsoft.com/office/drawing/2014/main" id="{3AECD92B-38EE-4E5D-BB58-44F3E90825C8}"/>
              </a:ext>
            </a:extLst>
          </p:cNvPr>
          <p:cNvSpPr/>
          <p:nvPr/>
        </p:nvSpPr>
        <p:spPr>
          <a:xfrm>
            <a:off x="8335321" y="1802660"/>
            <a:ext cx="571500" cy="399996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End</a:t>
            </a:r>
          </a:p>
          <a:p>
            <a:pPr algn="ctr"/>
            <a:r>
              <a:rPr lang="en-US" sz="800" dirty="0"/>
              <a:t>DAG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1C1AED5-7F8A-474F-A7D3-69CA3BD08B28}"/>
              </a:ext>
            </a:extLst>
          </p:cNvPr>
          <p:cNvCxnSpPr>
            <a:cxnSpLocks/>
            <a:stCxn id="51" idx="3"/>
            <a:endCxn id="55" idx="1"/>
          </p:cNvCxnSpPr>
          <p:nvPr/>
        </p:nvCxnSpPr>
        <p:spPr>
          <a:xfrm>
            <a:off x="6945926" y="2002659"/>
            <a:ext cx="178654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A69D589-8C86-4841-8381-EE8ED6DF54FD}"/>
              </a:ext>
            </a:extLst>
          </p:cNvPr>
          <p:cNvCxnSpPr>
            <a:cxnSpLocks/>
            <a:stCxn id="55" idx="3"/>
            <a:endCxn id="57" idx="1"/>
          </p:cNvCxnSpPr>
          <p:nvPr/>
        </p:nvCxnSpPr>
        <p:spPr>
          <a:xfrm flipV="1">
            <a:off x="8159150" y="2002658"/>
            <a:ext cx="176171" cy="1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88185A7-A14E-4544-BB60-ABA8BD3A2799}"/>
              </a:ext>
            </a:extLst>
          </p:cNvPr>
          <p:cNvCxnSpPr>
            <a:cxnSpLocks/>
            <a:stCxn id="33" idx="2"/>
            <a:endCxn id="36" idx="0"/>
          </p:cNvCxnSpPr>
          <p:nvPr/>
        </p:nvCxnSpPr>
        <p:spPr>
          <a:xfrm>
            <a:off x="5696497" y="3128385"/>
            <a:ext cx="1" cy="256895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AE52D6D-FD9B-4EBB-B81D-09307F6DBE56}"/>
              </a:ext>
            </a:extLst>
          </p:cNvPr>
          <p:cNvCxnSpPr/>
          <p:nvPr/>
        </p:nvCxnSpPr>
        <p:spPr>
          <a:xfrm>
            <a:off x="5063778" y="3385280"/>
            <a:ext cx="0" cy="1180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Graphic 64">
            <a:extLst>
              <a:ext uri="{FF2B5EF4-FFF2-40B4-BE49-F238E27FC236}">
                <a16:creationId xmlns:a16="http://schemas.microsoft.com/office/drawing/2014/main" id="{4844DD20-DC42-46E3-A7FD-AE70EEA5A9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502" y="3333182"/>
            <a:ext cx="528443" cy="528443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B80CD0DE-6AA9-46D9-9C4F-EA2CA4D215D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72188" y="3585309"/>
            <a:ext cx="390162" cy="390162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7A34E013-049B-4EE2-B5EF-A14AF6D240E9}"/>
              </a:ext>
            </a:extLst>
          </p:cNvPr>
          <p:cNvSpPr txBox="1"/>
          <p:nvPr/>
        </p:nvSpPr>
        <p:spPr>
          <a:xfrm>
            <a:off x="3868107" y="3975471"/>
            <a:ext cx="9983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Cloud DW</a:t>
            </a:r>
          </a:p>
          <a:p>
            <a:r>
              <a:rPr lang="en-US" sz="1200" dirty="0">
                <a:solidFill>
                  <a:schemeClr val="tx2">
                    <a:lumMod val="50000"/>
                  </a:schemeClr>
                </a:solidFill>
              </a:rPr>
              <a:t>BigQuery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AB8AC70-F8F0-4D53-936F-E29A70915A59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2098429" y="3975471"/>
            <a:ext cx="1597825" cy="1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25F79C4-6132-49D2-B88B-94AE89EC76CE}"/>
              </a:ext>
            </a:extLst>
          </p:cNvPr>
          <p:cNvSpPr txBox="1"/>
          <p:nvPr/>
        </p:nvSpPr>
        <p:spPr>
          <a:xfrm>
            <a:off x="5283010" y="3698472"/>
            <a:ext cx="2291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LOB </a:t>
            </a:r>
          </a:p>
          <a:p>
            <a:pPr algn="ctr"/>
            <a:r>
              <a:rPr lang="en-US" dirty="0"/>
              <a:t>Core, Work &amp; Audit Tables</a:t>
            </a:r>
          </a:p>
        </p:txBody>
      </p:sp>
    </p:spTree>
    <p:extLst>
      <p:ext uri="{BB962C8B-B14F-4D97-AF65-F5344CB8AC3E}">
        <p14:creationId xmlns:p14="http://schemas.microsoft.com/office/powerpoint/2010/main" val="2164640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4"/>
          <p:cNvSpPr txBox="1">
            <a:spLocks noGrp="1"/>
          </p:cNvSpPr>
          <p:nvPr>
            <p:ph type="title"/>
          </p:nvPr>
        </p:nvSpPr>
        <p:spPr>
          <a:xfrm>
            <a:off x="1122925" y="1788435"/>
            <a:ext cx="6898151" cy="156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4000" dirty="0"/>
              <a:t>Appendix</a:t>
            </a:r>
            <a:endParaRPr lang="en-US" sz="2400" dirty="0"/>
          </a:p>
        </p:txBody>
      </p:sp>
      <p:pic>
        <p:nvPicPr>
          <p:cNvPr id="400" name="Google Shape;400;p54" descr="https://lh4.googleusercontent.com/eMTOcBfgc-2mfiMP-x04JNU7FEZANxl3mdFTPj6Q224KwR9FieY6r100Reh7SGtzItzNpwUuEEyg9eP6PzH0WcrBgAQIqq0_u_OQty79qRhUJ7JweewTNQxBclhXs6taK_VxE91pFWkUKX3kyqUy8evH2GJ5S7Npo7xYs2s811i_H6VUt-QAOkTIwgXXds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00" y="4641697"/>
            <a:ext cx="880650" cy="408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5559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5EBC76-E5B9-FA16-E38B-AF7715B22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498" y="752548"/>
            <a:ext cx="8748000" cy="3965594"/>
          </a:xfr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indent="0"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 Pro"/>
              </a:rPr>
              <a:t>The link below refers to the Master GCP Architecture document created for HCA's Teradata Migration Project.</a:t>
            </a:r>
          </a:p>
          <a:p>
            <a:pPr marL="114300" indent="0">
              <a:buNone/>
            </a:pPr>
            <a:endParaRPr lang="en-US" sz="1800">
              <a:solidFill>
                <a:schemeClr val="tx1">
                  <a:lumMod val="75000"/>
                  <a:lumOff val="25000"/>
                </a:schemeClr>
              </a:solidFill>
              <a:latin typeface="Verdana Pro"/>
            </a:endParaRPr>
          </a:p>
          <a:p>
            <a:pPr marL="114300" indent="0"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 Pro"/>
              </a:rPr>
              <a:t>The document covers overall design principles, ingestion patterns, alerting, and code repository setup for the GCP platform.</a:t>
            </a:r>
          </a:p>
          <a:p>
            <a:pPr marL="114300" indent="0">
              <a:buNone/>
            </a:pPr>
            <a:endParaRPr lang="en-US" sz="1800">
              <a:solidFill>
                <a:schemeClr val="tx1">
                  <a:lumMod val="75000"/>
                  <a:lumOff val="25000"/>
                </a:schemeClr>
              </a:solidFill>
              <a:latin typeface="Verdana Pro"/>
            </a:endParaRPr>
          </a:p>
          <a:p>
            <a:pPr marL="114300" indent="0">
              <a:buNone/>
            </a:pPr>
            <a:r>
              <a:rPr lang="en-US" sz="1800" i="1">
                <a:solidFill>
                  <a:schemeClr val="accent1"/>
                </a:solidFill>
                <a:latin typeface="Verdana Pr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HCA Healthcare - GCP Master Architecture.docx</a:t>
            </a:r>
            <a:endParaRPr lang="en-US" sz="1800" i="1">
              <a:solidFill>
                <a:schemeClr val="accent1"/>
              </a:solidFill>
              <a:latin typeface="Verdana Pro"/>
            </a:endParaRPr>
          </a:p>
          <a:p>
            <a:pPr marL="114300" indent="0">
              <a:buNone/>
            </a:pPr>
            <a:endParaRPr lang="en-US" sz="1800">
              <a:solidFill>
                <a:schemeClr val="tx1">
                  <a:lumMod val="75000"/>
                  <a:lumOff val="25000"/>
                </a:schemeClr>
              </a:solidFill>
              <a:latin typeface="Verdana Pro"/>
            </a:endParaRPr>
          </a:p>
          <a:p>
            <a:pPr marL="114300" indent="0"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 Pro"/>
              </a:rPr>
              <a:t>The remainder of this presentation covers LOB-specific architecture in greater detail.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6D859B-B1B4-6A93-2A84-197998ECF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" y="1325"/>
            <a:ext cx="9143109" cy="484420"/>
          </a:xfr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dirty="0"/>
              <a:t>GCP Master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844272658"/>
      </p:ext>
    </p:extLst>
  </p:cSld>
  <p:clrMapOvr>
    <a:masterClrMapping/>
  </p:clrMapOvr>
</p:sld>
</file>

<file path=ppt/theme/theme1.xml><?xml version="1.0" encoding="utf-8"?>
<a:theme xmlns:a="http://schemas.openxmlformats.org/drawingml/2006/main" name="Atos v7.0">
  <a:themeElements>
    <a:clrScheme name="Custom 1">
      <a:dk1>
        <a:srgbClr val="000000"/>
      </a:dk1>
      <a:lt1>
        <a:srgbClr val="FFFFFF"/>
      </a:lt1>
      <a:dk2>
        <a:srgbClr val="0066A1"/>
      </a:dk2>
      <a:lt2>
        <a:srgbClr val="FFFFFF"/>
      </a:lt2>
      <a:accent1>
        <a:srgbClr val="0066A1"/>
      </a:accent1>
      <a:accent2>
        <a:srgbClr val="0089C4"/>
      </a:accent2>
      <a:accent3>
        <a:srgbClr val="00AFD8"/>
      </a:accent3>
      <a:accent4>
        <a:srgbClr val="0066A1"/>
      </a:accent4>
      <a:accent5>
        <a:srgbClr val="0089C4"/>
      </a:accent5>
      <a:accent6>
        <a:srgbClr val="0066A1"/>
      </a:accent6>
      <a:hlink>
        <a:srgbClr val="0066A1"/>
      </a:hlink>
      <a:folHlink>
        <a:srgbClr val="00AF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53BD7064E7A0408AB3B8DAD6A239B7" ma:contentTypeVersion="15" ma:contentTypeDescription="Create a new document." ma:contentTypeScope="" ma:versionID="81e7ab80b6da8dda88240675e14ebe64">
  <xsd:schema xmlns:xsd="http://www.w3.org/2001/XMLSchema" xmlns:xs="http://www.w3.org/2001/XMLSchema" xmlns:p="http://schemas.microsoft.com/office/2006/metadata/properties" xmlns:ns2="86fbc8eb-3f8f-46af-b43c-3ed38e02320e" xmlns:ns3="69deab1a-ee92-4384-a9fd-dce7bfe85b53" targetNamespace="http://schemas.microsoft.com/office/2006/metadata/properties" ma:root="true" ma:fieldsID="fe6f90bf69961b1b3396e66293a7bb91" ns2:_="" ns3:_="">
    <xsd:import namespace="86fbc8eb-3f8f-46af-b43c-3ed38e02320e"/>
    <xsd:import namespace="69deab1a-ee92-4384-a9fd-dce7bfe85b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fbc8eb-3f8f-46af-b43c-3ed38e0232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4a9b34b-3320-4f2f-90bd-61d6dc3041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deab1a-ee92-4384-a9fd-dce7bfe85b5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641ab4bf-df58-4ddd-8f99-9213542bb715}" ma:internalName="TaxCatchAll" ma:showField="CatchAllData" ma:web="69deab1a-ee92-4384-a9fd-dce7bfe85b5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9deab1a-ee92-4384-a9fd-dce7bfe85b53" xsi:nil="true"/>
    <lcf76f155ced4ddcb4097134ff3c332f xmlns="86fbc8eb-3f8f-46af-b43c-3ed38e02320e">
      <Terms xmlns="http://schemas.microsoft.com/office/infopath/2007/PartnerControls"/>
    </lcf76f155ced4ddcb4097134ff3c332f>
    <_Flow_SignoffStatus xmlns="86fbc8eb-3f8f-46af-b43c-3ed38e02320e" xsi:nil="true"/>
  </documentManagement>
</p:properties>
</file>

<file path=customXml/itemProps1.xml><?xml version="1.0" encoding="utf-8"?>
<ds:datastoreItem xmlns:ds="http://schemas.openxmlformats.org/officeDocument/2006/customXml" ds:itemID="{02F8F06C-59ED-4D32-AF05-87225FAD59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fbc8eb-3f8f-46af-b43c-3ed38e02320e"/>
    <ds:schemaRef ds:uri="69deab1a-ee92-4384-a9fd-dce7bfe85b5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7A78324-3478-4745-9B2A-803DD4E4D8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8626E5-87BF-4CB4-B7AF-89AAB14AF502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69deab1a-ee92-4384-a9fd-dce7bfe85b53"/>
    <ds:schemaRef ds:uri="http://purl.org/dc/terms/"/>
    <ds:schemaRef ds:uri="http://purl.org/dc/dcmitype/"/>
    <ds:schemaRef ds:uri="http://schemas.microsoft.com/office/2006/metadata/properties"/>
    <ds:schemaRef ds:uri="http://purl.org/dc/elements/1.1/"/>
    <ds:schemaRef ds:uri="86fbc8eb-3f8f-46af-b43c-3ed38e02320e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8532</TotalTime>
  <Words>590</Words>
  <Application>Microsoft Office PowerPoint</Application>
  <PresentationFormat>On-screen Show (16:9)</PresentationFormat>
  <Paragraphs>196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Lucida Sans</vt:lpstr>
      <vt:lpstr>Raleway Medium</vt:lpstr>
      <vt:lpstr>Corbel</vt:lpstr>
      <vt:lpstr>Raleway SemiBold</vt:lpstr>
      <vt:lpstr>Verdana Pro</vt:lpstr>
      <vt:lpstr>Verdana</vt:lpstr>
      <vt:lpstr>Consolas</vt:lpstr>
      <vt:lpstr>Calibri</vt:lpstr>
      <vt:lpstr>Arial</vt:lpstr>
      <vt:lpstr>Atos v7.0</vt:lpstr>
      <vt:lpstr>Claims &amp; Remits EDW Teradata to BigQuery Migration</vt:lpstr>
      <vt:lpstr>Redesigned Workflows</vt:lpstr>
      <vt:lpstr>Claims Export Process</vt:lpstr>
      <vt:lpstr>Remits Export Process</vt:lpstr>
      <vt:lpstr>EP Payor Recon Export Process</vt:lpstr>
      <vt:lpstr>GCP Implementation</vt:lpstr>
      <vt:lpstr>PowerPoint Presentation</vt:lpstr>
      <vt:lpstr>PowerPoint Presentation</vt:lpstr>
      <vt:lpstr>PowerPoint Presentation</vt:lpstr>
      <vt:lpstr>Appendix</vt:lpstr>
      <vt:lpstr>GCP Master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Parallon GCP Architecture</dc:title>
  <cp:lastModifiedBy>Dmello Merwin</cp:lastModifiedBy>
  <cp:revision>162</cp:revision>
  <dcterms:modified xsi:type="dcterms:W3CDTF">2024-11-05T11:40:26Z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0x0101003653BD7064E7A0408AB3B8DAD6A239B7</vt:lpwstr>
  </property>
  <property fmtid="{D5CDD505-2E9C-101B-9397-08002B2CF9AE}" pid="3" name="MediaServiceImageTags">
    <vt:lpwstr/>
  </property>
</Properties>
</file>